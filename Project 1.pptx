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67" r:id="rId5"/>
    <p:sldId id="268" r:id="rId6"/>
    <p:sldId id="271" r:id="rId7"/>
    <p:sldId id="272" r:id="rId8"/>
    <p:sldId id="270" r:id="rId9"/>
    <p:sldId id="274" r:id="rId10"/>
    <p:sldId id="273" r:id="rId11"/>
    <p:sldId id="277" r:id="rId12"/>
    <p:sldId id="261" r:id="rId13"/>
    <p:sldId id="266" r:id="rId14"/>
    <p:sldId id="265" r:id="rId15"/>
    <p:sldId id="260" r:id="rId16"/>
    <p:sldId id="278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FD0736-2F21-4518-ABC7-78C0BA2E1C05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5B1D848-A5A9-4F58-8531-AF975A1DCF3A}">
      <dgm:prSet/>
      <dgm:spPr/>
      <dgm:t>
        <a:bodyPr/>
        <a:lstStyle/>
        <a:p>
          <a:r>
            <a:rPr lang="en-US"/>
            <a:t>READY</a:t>
          </a:r>
        </a:p>
      </dgm:t>
    </dgm:pt>
    <dgm:pt modelId="{982AB5F7-D12E-4CC8-B8A0-1CA1C4AC27A9}" type="parTrans" cxnId="{EAC1355E-6754-441E-B644-5E892A8CA843}">
      <dgm:prSet/>
      <dgm:spPr/>
      <dgm:t>
        <a:bodyPr/>
        <a:lstStyle/>
        <a:p>
          <a:endParaRPr lang="en-US"/>
        </a:p>
      </dgm:t>
    </dgm:pt>
    <dgm:pt modelId="{781848EE-6278-4D98-A40B-63BA2EE1593C}" type="sibTrans" cxnId="{EAC1355E-6754-441E-B644-5E892A8CA843}">
      <dgm:prSet/>
      <dgm:spPr/>
      <dgm:t>
        <a:bodyPr/>
        <a:lstStyle/>
        <a:p>
          <a:endParaRPr lang="en-US"/>
        </a:p>
      </dgm:t>
    </dgm:pt>
    <dgm:pt modelId="{FEDF1683-4E14-4137-9047-9A764EB4661B}">
      <dgm:prSet/>
      <dgm:spPr/>
      <dgm:t>
        <a:bodyPr/>
        <a:lstStyle/>
        <a:p>
          <a:r>
            <a:rPr lang="en-US"/>
            <a:t>POWERED</a:t>
          </a:r>
        </a:p>
      </dgm:t>
    </dgm:pt>
    <dgm:pt modelId="{191007FD-5358-4024-A9D4-A57D672CA048}" type="parTrans" cxnId="{B99A37D5-8F8D-4D7B-8F58-6DA1ACD8AFCC}">
      <dgm:prSet/>
      <dgm:spPr/>
      <dgm:t>
        <a:bodyPr/>
        <a:lstStyle/>
        <a:p>
          <a:endParaRPr lang="en-US"/>
        </a:p>
      </dgm:t>
    </dgm:pt>
    <dgm:pt modelId="{BEE51740-3DCF-4237-AF31-69329631C8FE}" type="sibTrans" cxnId="{B99A37D5-8F8D-4D7B-8F58-6DA1ACD8AFCC}">
      <dgm:prSet/>
      <dgm:spPr/>
      <dgm:t>
        <a:bodyPr/>
        <a:lstStyle/>
        <a:p>
          <a:endParaRPr lang="en-US"/>
        </a:p>
      </dgm:t>
    </dgm:pt>
    <dgm:pt modelId="{1C2E8EFE-B15B-44FB-A4A9-C3A07E667E73}">
      <dgm:prSet/>
      <dgm:spPr/>
      <dgm:t>
        <a:bodyPr/>
        <a:lstStyle/>
        <a:p>
          <a:r>
            <a:rPr lang="en-US"/>
            <a:t>WAIT_POWER</a:t>
          </a:r>
        </a:p>
      </dgm:t>
    </dgm:pt>
    <dgm:pt modelId="{A6F2BC0E-5D48-4D78-9E90-9614ED398E41}" type="parTrans" cxnId="{FC776328-65C8-4DFC-AAFB-5A5D8B6A9254}">
      <dgm:prSet/>
      <dgm:spPr/>
      <dgm:t>
        <a:bodyPr/>
        <a:lstStyle/>
        <a:p>
          <a:endParaRPr lang="en-US"/>
        </a:p>
      </dgm:t>
    </dgm:pt>
    <dgm:pt modelId="{788267D5-CBE2-4686-B0AD-CA6F6B2C98C5}" type="sibTrans" cxnId="{FC776328-65C8-4DFC-AAFB-5A5D8B6A9254}">
      <dgm:prSet/>
      <dgm:spPr/>
      <dgm:t>
        <a:bodyPr/>
        <a:lstStyle/>
        <a:p>
          <a:endParaRPr lang="en-US"/>
        </a:p>
      </dgm:t>
    </dgm:pt>
    <dgm:pt modelId="{58FDD442-1674-4ECB-813B-D6FE0825FFFC}">
      <dgm:prSet/>
      <dgm:spPr/>
      <dgm:t>
        <a:bodyPr/>
        <a:lstStyle/>
        <a:p>
          <a:r>
            <a:rPr lang="en-US"/>
            <a:t>NOT_POWERED</a:t>
          </a:r>
        </a:p>
      </dgm:t>
    </dgm:pt>
    <dgm:pt modelId="{A3FE29D1-6476-4E81-86EF-4584FCC24388}" type="parTrans" cxnId="{1D30E4C1-5333-48BD-BA89-899350F2B6B8}">
      <dgm:prSet/>
      <dgm:spPr/>
      <dgm:t>
        <a:bodyPr/>
        <a:lstStyle/>
        <a:p>
          <a:endParaRPr lang="en-US"/>
        </a:p>
      </dgm:t>
    </dgm:pt>
    <dgm:pt modelId="{34868AEE-7892-4108-8F44-83F4BB6F9FCC}" type="sibTrans" cxnId="{1D30E4C1-5333-48BD-BA89-899350F2B6B8}">
      <dgm:prSet/>
      <dgm:spPr/>
      <dgm:t>
        <a:bodyPr/>
        <a:lstStyle/>
        <a:p>
          <a:endParaRPr lang="en-US"/>
        </a:p>
      </dgm:t>
    </dgm:pt>
    <dgm:pt modelId="{5EEDCF1E-E0EA-447C-81D7-DBA673143635}">
      <dgm:prSet/>
      <dgm:spPr/>
      <dgm:t>
        <a:bodyPr/>
        <a:lstStyle/>
        <a:p>
          <a:r>
            <a:rPr lang="en-US"/>
            <a:t>IN_VELOCITY_STATE</a:t>
          </a:r>
        </a:p>
      </dgm:t>
    </dgm:pt>
    <dgm:pt modelId="{C9D3EF3C-3316-43E2-B9F0-17A6BF1E5FEA}" type="parTrans" cxnId="{8AECA9CB-A38E-4B5D-A854-914B7F721B70}">
      <dgm:prSet/>
      <dgm:spPr/>
      <dgm:t>
        <a:bodyPr/>
        <a:lstStyle/>
        <a:p>
          <a:endParaRPr lang="en-US"/>
        </a:p>
      </dgm:t>
    </dgm:pt>
    <dgm:pt modelId="{FE35FC07-B3E8-415B-B678-C2AE3851C22D}" type="sibTrans" cxnId="{8AECA9CB-A38E-4B5D-A854-914B7F721B70}">
      <dgm:prSet/>
      <dgm:spPr/>
      <dgm:t>
        <a:bodyPr/>
        <a:lstStyle/>
        <a:p>
          <a:endParaRPr lang="en-US"/>
        </a:p>
      </dgm:t>
    </dgm:pt>
    <dgm:pt modelId="{D37992A1-A02D-43D0-A243-10B66BA263E0}">
      <dgm:prSet/>
      <dgm:spPr/>
      <dgm:t>
        <a:bodyPr/>
        <a:lstStyle/>
        <a:p>
          <a:r>
            <a:rPr lang="en-US"/>
            <a:t>MOVE_POSITION_STATE </a:t>
          </a:r>
        </a:p>
      </dgm:t>
    </dgm:pt>
    <dgm:pt modelId="{E7A23F72-1FA4-4B78-87E8-41BC1315D986}" type="parTrans" cxnId="{AEBC600C-A349-4553-9D4C-76305C7120C9}">
      <dgm:prSet/>
      <dgm:spPr/>
      <dgm:t>
        <a:bodyPr/>
        <a:lstStyle/>
        <a:p>
          <a:endParaRPr lang="en-US"/>
        </a:p>
      </dgm:t>
    </dgm:pt>
    <dgm:pt modelId="{BED8BD6C-F365-4602-870C-31D4F34CA277}" type="sibTrans" cxnId="{AEBC600C-A349-4553-9D4C-76305C7120C9}">
      <dgm:prSet/>
      <dgm:spPr/>
      <dgm:t>
        <a:bodyPr/>
        <a:lstStyle/>
        <a:p>
          <a:endParaRPr lang="en-US"/>
        </a:p>
      </dgm:t>
    </dgm:pt>
    <dgm:pt modelId="{C9A8FE49-99F9-4E50-A699-89168506C3A9}">
      <dgm:prSet/>
      <dgm:spPr/>
      <dgm:t>
        <a:bodyPr/>
        <a:lstStyle/>
        <a:p>
          <a:r>
            <a:rPr lang="en-US"/>
            <a:t>MOVE_ADDITIVE_STATE </a:t>
          </a:r>
        </a:p>
      </dgm:t>
    </dgm:pt>
    <dgm:pt modelId="{A686D69E-3E0E-432B-8B83-EE3A21C3E473}" type="parTrans" cxnId="{6EA7B71D-2AD7-4564-AC26-7668A7EFB328}">
      <dgm:prSet/>
      <dgm:spPr/>
      <dgm:t>
        <a:bodyPr/>
        <a:lstStyle/>
        <a:p>
          <a:endParaRPr lang="en-US"/>
        </a:p>
      </dgm:t>
    </dgm:pt>
    <dgm:pt modelId="{3AAF5987-6D96-4273-8FC4-9FE213BFB691}" type="sibTrans" cxnId="{6EA7B71D-2AD7-4564-AC26-7668A7EFB328}">
      <dgm:prSet/>
      <dgm:spPr/>
      <dgm:t>
        <a:bodyPr/>
        <a:lstStyle/>
        <a:p>
          <a:endParaRPr lang="en-US"/>
        </a:p>
      </dgm:t>
    </dgm:pt>
    <dgm:pt modelId="{E8601FFD-01AC-4CC5-9FAE-81B005A9023D}">
      <dgm:prSet/>
      <dgm:spPr/>
      <dgm:t>
        <a:bodyPr/>
        <a:lstStyle/>
        <a:p>
          <a:r>
            <a:rPr lang="en-US"/>
            <a:t>MOVE_VELOCITY_STATE </a:t>
          </a:r>
        </a:p>
      </dgm:t>
    </dgm:pt>
    <dgm:pt modelId="{73065544-2478-4CFE-84C8-C2575C7DB9EB}" type="parTrans" cxnId="{DFD954AD-D6C2-49C3-BC2C-C151231A858E}">
      <dgm:prSet/>
      <dgm:spPr/>
      <dgm:t>
        <a:bodyPr/>
        <a:lstStyle/>
        <a:p>
          <a:endParaRPr lang="en-US"/>
        </a:p>
      </dgm:t>
    </dgm:pt>
    <dgm:pt modelId="{0AD07D9B-EBE7-4990-92E5-D1C5FAAA82D2}" type="sibTrans" cxnId="{DFD954AD-D6C2-49C3-BC2C-C151231A858E}">
      <dgm:prSet/>
      <dgm:spPr/>
      <dgm:t>
        <a:bodyPr/>
        <a:lstStyle/>
        <a:p>
          <a:endParaRPr lang="en-US"/>
        </a:p>
      </dgm:t>
    </dgm:pt>
    <dgm:pt modelId="{13DA73D2-C148-49D5-AD1F-8982CF62274F}">
      <dgm:prSet/>
      <dgm:spPr/>
      <dgm:t>
        <a:bodyPr/>
        <a:lstStyle/>
        <a:p>
          <a:r>
            <a:rPr lang="en-US" dirty="0"/>
            <a:t>STOPPING</a:t>
          </a:r>
        </a:p>
      </dgm:t>
    </dgm:pt>
    <dgm:pt modelId="{49A898C8-FEEE-4E09-90CD-6501922CA048}" type="parTrans" cxnId="{68D1B168-2EE9-4673-AA2B-10A19EF14B8A}">
      <dgm:prSet/>
      <dgm:spPr/>
      <dgm:t>
        <a:bodyPr/>
        <a:lstStyle/>
        <a:p>
          <a:endParaRPr lang="en-US"/>
        </a:p>
      </dgm:t>
    </dgm:pt>
    <dgm:pt modelId="{5DC9C280-E86E-4C73-AAA5-C8677E1798CC}" type="sibTrans" cxnId="{68D1B168-2EE9-4673-AA2B-10A19EF14B8A}">
      <dgm:prSet/>
      <dgm:spPr/>
      <dgm:t>
        <a:bodyPr/>
        <a:lstStyle/>
        <a:p>
          <a:endParaRPr lang="en-US"/>
        </a:p>
      </dgm:t>
    </dgm:pt>
    <dgm:pt modelId="{9E81A7BD-C4AC-42D3-B778-4987D29C9810}" type="pres">
      <dgm:prSet presAssocID="{84FD0736-2F21-4518-ABC7-78C0BA2E1C05}" presName="Name0" presStyleCnt="0">
        <dgm:presLayoutVars>
          <dgm:dir/>
          <dgm:resizeHandles val="exact"/>
        </dgm:presLayoutVars>
      </dgm:prSet>
      <dgm:spPr/>
    </dgm:pt>
    <dgm:pt modelId="{D78322CD-41CD-48B6-9362-21554F6575FB}" type="pres">
      <dgm:prSet presAssocID="{84FD0736-2F21-4518-ABC7-78C0BA2E1C05}" presName="cycle" presStyleCnt="0"/>
      <dgm:spPr/>
    </dgm:pt>
    <dgm:pt modelId="{FF31C61A-03DE-40DE-9B2A-C54E30343297}" type="pres">
      <dgm:prSet presAssocID="{25B1D848-A5A9-4F58-8531-AF975A1DCF3A}" presName="nodeFirstNode" presStyleLbl="node1" presStyleIdx="0" presStyleCnt="9">
        <dgm:presLayoutVars>
          <dgm:bulletEnabled val="1"/>
        </dgm:presLayoutVars>
      </dgm:prSet>
      <dgm:spPr/>
    </dgm:pt>
    <dgm:pt modelId="{8174CC7A-1CA4-4CDD-9146-4F1D3385C491}" type="pres">
      <dgm:prSet presAssocID="{781848EE-6278-4D98-A40B-63BA2EE1593C}" presName="sibTransFirstNode" presStyleLbl="bgShp" presStyleIdx="0" presStyleCnt="1"/>
      <dgm:spPr/>
    </dgm:pt>
    <dgm:pt modelId="{988484F7-B6A6-4A16-AD66-D21782ECF31C}" type="pres">
      <dgm:prSet presAssocID="{FEDF1683-4E14-4137-9047-9A764EB4661B}" presName="nodeFollowingNodes" presStyleLbl="node1" presStyleIdx="1" presStyleCnt="9">
        <dgm:presLayoutVars>
          <dgm:bulletEnabled val="1"/>
        </dgm:presLayoutVars>
      </dgm:prSet>
      <dgm:spPr/>
    </dgm:pt>
    <dgm:pt modelId="{AF2AA074-E89B-48A5-AD30-0DA0229E75C6}" type="pres">
      <dgm:prSet presAssocID="{1C2E8EFE-B15B-44FB-A4A9-C3A07E667E73}" presName="nodeFollowingNodes" presStyleLbl="node1" presStyleIdx="2" presStyleCnt="9">
        <dgm:presLayoutVars>
          <dgm:bulletEnabled val="1"/>
        </dgm:presLayoutVars>
      </dgm:prSet>
      <dgm:spPr/>
    </dgm:pt>
    <dgm:pt modelId="{644B73AA-9E71-4F0E-BCFD-BEB9402AE04B}" type="pres">
      <dgm:prSet presAssocID="{58FDD442-1674-4ECB-813B-D6FE0825FFFC}" presName="nodeFollowingNodes" presStyleLbl="node1" presStyleIdx="3" presStyleCnt="9">
        <dgm:presLayoutVars>
          <dgm:bulletEnabled val="1"/>
        </dgm:presLayoutVars>
      </dgm:prSet>
      <dgm:spPr/>
    </dgm:pt>
    <dgm:pt modelId="{5480CEB0-EFAB-4F52-A3D9-4F37E02D3A47}" type="pres">
      <dgm:prSet presAssocID="{5EEDCF1E-E0EA-447C-81D7-DBA673143635}" presName="nodeFollowingNodes" presStyleLbl="node1" presStyleIdx="4" presStyleCnt="9">
        <dgm:presLayoutVars>
          <dgm:bulletEnabled val="1"/>
        </dgm:presLayoutVars>
      </dgm:prSet>
      <dgm:spPr/>
    </dgm:pt>
    <dgm:pt modelId="{22053685-591B-42E0-AC0E-2737731DC808}" type="pres">
      <dgm:prSet presAssocID="{D37992A1-A02D-43D0-A243-10B66BA263E0}" presName="nodeFollowingNodes" presStyleLbl="node1" presStyleIdx="5" presStyleCnt="9">
        <dgm:presLayoutVars>
          <dgm:bulletEnabled val="1"/>
        </dgm:presLayoutVars>
      </dgm:prSet>
      <dgm:spPr/>
    </dgm:pt>
    <dgm:pt modelId="{B8A9017B-8640-4520-AB0C-41F6B660C902}" type="pres">
      <dgm:prSet presAssocID="{C9A8FE49-99F9-4E50-A699-89168506C3A9}" presName="nodeFollowingNodes" presStyleLbl="node1" presStyleIdx="6" presStyleCnt="9">
        <dgm:presLayoutVars>
          <dgm:bulletEnabled val="1"/>
        </dgm:presLayoutVars>
      </dgm:prSet>
      <dgm:spPr/>
    </dgm:pt>
    <dgm:pt modelId="{C27E7590-D08B-44CB-A928-1093C11EAF89}" type="pres">
      <dgm:prSet presAssocID="{E8601FFD-01AC-4CC5-9FAE-81B005A9023D}" presName="nodeFollowingNodes" presStyleLbl="node1" presStyleIdx="7" presStyleCnt="9">
        <dgm:presLayoutVars>
          <dgm:bulletEnabled val="1"/>
        </dgm:presLayoutVars>
      </dgm:prSet>
      <dgm:spPr/>
    </dgm:pt>
    <dgm:pt modelId="{376F9C54-F4DB-4981-883F-15EF360E4C69}" type="pres">
      <dgm:prSet presAssocID="{13DA73D2-C148-49D5-AD1F-8982CF62274F}" presName="nodeFollowingNodes" presStyleLbl="node1" presStyleIdx="8" presStyleCnt="9">
        <dgm:presLayoutVars>
          <dgm:bulletEnabled val="1"/>
        </dgm:presLayoutVars>
      </dgm:prSet>
      <dgm:spPr/>
    </dgm:pt>
  </dgm:ptLst>
  <dgm:cxnLst>
    <dgm:cxn modelId="{AEBC600C-A349-4553-9D4C-76305C7120C9}" srcId="{84FD0736-2F21-4518-ABC7-78C0BA2E1C05}" destId="{D37992A1-A02D-43D0-A243-10B66BA263E0}" srcOrd="5" destOrd="0" parTransId="{E7A23F72-1FA4-4B78-87E8-41BC1315D986}" sibTransId="{BED8BD6C-F365-4602-870C-31D4F34CA277}"/>
    <dgm:cxn modelId="{7B8D0D11-3CC2-4D56-BE8E-D064589802AD}" type="presOf" srcId="{25B1D848-A5A9-4F58-8531-AF975A1DCF3A}" destId="{FF31C61A-03DE-40DE-9B2A-C54E30343297}" srcOrd="0" destOrd="0" presId="urn:microsoft.com/office/officeart/2005/8/layout/cycle3"/>
    <dgm:cxn modelId="{8FE7BF11-47C0-4F83-8217-F2095545C4F2}" type="presOf" srcId="{13DA73D2-C148-49D5-AD1F-8982CF62274F}" destId="{376F9C54-F4DB-4981-883F-15EF360E4C69}" srcOrd="0" destOrd="0" presId="urn:microsoft.com/office/officeart/2005/8/layout/cycle3"/>
    <dgm:cxn modelId="{6EA7B71D-2AD7-4564-AC26-7668A7EFB328}" srcId="{84FD0736-2F21-4518-ABC7-78C0BA2E1C05}" destId="{C9A8FE49-99F9-4E50-A699-89168506C3A9}" srcOrd="6" destOrd="0" parTransId="{A686D69E-3E0E-432B-8B83-EE3A21C3E473}" sibTransId="{3AAF5987-6D96-4273-8FC4-9FE213BFB691}"/>
    <dgm:cxn modelId="{A67BE120-89F3-43AA-AA55-A5AC60347CAE}" type="presOf" srcId="{FEDF1683-4E14-4137-9047-9A764EB4661B}" destId="{988484F7-B6A6-4A16-AD66-D21782ECF31C}" srcOrd="0" destOrd="0" presId="urn:microsoft.com/office/officeart/2005/8/layout/cycle3"/>
    <dgm:cxn modelId="{FC776328-65C8-4DFC-AAFB-5A5D8B6A9254}" srcId="{84FD0736-2F21-4518-ABC7-78C0BA2E1C05}" destId="{1C2E8EFE-B15B-44FB-A4A9-C3A07E667E73}" srcOrd="2" destOrd="0" parTransId="{A6F2BC0E-5D48-4D78-9E90-9614ED398E41}" sibTransId="{788267D5-CBE2-4686-B0AD-CA6F6B2C98C5}"/>
    <dgm:cxn modelId="{EAC1355E-6754-441E-B644-5E892A8CA843}" srcId="{84FD0736-2F21-4518-ABC7-78C0BA2E1C05}" destId="{25B1D848-A5A9-4F58-8531-AF975A1DCF3A}" srcOrd="0" destOrd="0" parTransId="{982AB5F7-D12E-4CC8-B8A0-1CA1C4AC27A9}" sibTransId="{781848EE-6278-4D98-A40B-63BA2EE1593C}"/>
    <dgm:cxn modelId="{B74C3161-4D78-47C6-8125-6372EA087711}" type="presOf" srcId="{5EEDCF1E-E0EA-447C-81D7-DBA673143635}" destId="{5480CEB0-EFAB-4F52-A3D9-4F37E02D3A47}" srcOrd="0" destOrd="0" presId="urn:microsoft.com/office/officeart/2005/8/layout/cycle3"/>
    <dgm:cxn modelId="{68D1B168-2EE9-4673-AA2B-10A19EF14B8A}" srcId="{84FD0736-2F21-4518-ABC7-78C0BA2E1C05}" destId="{13DA73D2-C148-49D5-AD1F-8982CF62274F}" srcOrd="8" destOrd="0" parTransId="{49A898C8-FEEE-4E09-90CD-6501922CA048}" sibTransId="{5DC9C280-E86E-4C73-AAA5-C8677E1798CC}"/>
    <dgm:cxn modelId="{B693517A-3CE6-498B-8A2E-460C24DB3C94}" type="presOf" srcId="{C9A8FE49-99F9-4E50-A699-89168506C3A9}" destId="{B8A9017B-8640-4520-AB0C-41F6B660C902}" srcOrd="0" destOrd="0" presId="urn:microsoft.com/office/officeart/2005/8/layout/cycle3"/>
    <dgm:cxn modelId="{2082B08D-AFAF-445E-9AD1-24FB6CF6970F}" type="presOf" srcId="{84FD0736-2F21-4518-ABC7-78C0BA2E1C05}" destId="{9E81A7BD-C4AC-42D3-B778-4987D29C9810}" srcOrd="0" destOrd="0" presId="urn:microsoft.com/office/officeart/2005/8/layout/cycle3"/>
    <dgm:cxn modelId="{DFD954AD-D6C2-49C3-BC2C-C151231A858E}" srcId="{84FD0736-2F21-4518-ABC7-78C0BA2E1C05}" destId="{E8601FFD-01AC-4CC5-9FAE-81B005A9023D}" srcOrd="7" destOrd="0" parTransId="{73065544-2478-4CFE-84C8-C2575C7DB9EB}" sibTransId="{0AD07D9B-EBE7-4990-92E5-D1C5FAAA82D2}"/>
    <dgm:cxn modelId="{1D30E4C1-5333-48BD-BA89-899350F2B6B8}" srcId="{84FD0736-2F21-4518-ABC7-78C0BA2E1C05}" destId="{58FDD442-1674-4ECB-813B-D6FE0825FFFC}" srcOrd="3" destOrd="0" parTransId="{A3FE29D1-6476-4E81-86EF-4584FCC24388}" sibTransId="{34868AEE-7892-4108-8F44-83F4BB6F9FCC}"/>
    <dgm:cxn modelId="{3ECC61C5-2A2C-4571-A193-BD8B7F18EF29}" type="presOf" srcId="{1C2E8EFE-B15B-44FB-A4A9-C3A07E667E73}" destId="{AF2AA074-E89B-48A5-AD30-0DA0229E75C6}" srcOrd="0" destOrd="0" presId="urn:microsoft.com/office/officeart/2005/8/layout/cycle3"/>
    <dgm:cxn modelId="{8AECA9CB-A38E-4B5D-A854-914B7F721B70}" srcId="{84FD0736-2F21-4518-ABC7-78C0BA2E1C05}" destId="{5EEDCF1E-E0EA-447C-81D7-DBA673143635}" srcOrd="4" destOrd="0" parTransId="{C9D3EF3C-3316-43E2-B9F0-17A6BF1E5FEA}" sibTransId="{FE35FC07-B3E8-415B-B678-C2AE3851C22D}"/>
    <dgm:cxn modelId="{F6C9D8CB-43BB-4616-AB67-9390234B3F9A}" type="presOf" srcId="{D37992A1-A02D-43D0-A243-10B66BA263E0}" destId="{22053685-591B-42E0-AC0E-2737731DC808}" srcOrd="0" destOrd="0" presId="urn:microsoft.com/office/officeart/2005/8/layout/cycle3"/>
    <dgm:cxn modelId="{29C28BCC-941B-4DE1-AFD7-D74E6F969B8E}" type="presOf" srcId="{781848EE-6278-4D98-A40B-63BA2EE1593C}" destId="{8174CC7A-1CA4-4CDD-9146-4F1D3385C491}" srcOrd="0" destOrd="0" presId="urn:microsoft.com/office/officeart/2005/8/layout/cycle3"/>
    <dgm:cxn modelId="{B99A37D5-8F8D-4D7B-8F58-6DA1ACD8AFCC}" srcId="{84FD0736-2F21-4518-ABC7-78C0BA2E1C05}" destId="{FEDF1683-4E14-4137-9047-9A764EB4661B}" srcOrd="1" destOrd="0" parTransId="{191007FD-5358-4024-A9D4-A57D672CA048}" sibTransId="{BEE51740-3DCF-4237-AF31-69329631C8FE}"/>
    <dgm:cxn modelId="{B0758BE8-5659-4D39-A74C-9E5FC1BFFEF8}" type="presOf" srcId="{E8601FFD-01AC-4CC5-9FAE-81B005A9023D}" destId="{C27E7590-D08B-44CB-A928-1093C11EAF89}" srcOrd="0" destOrd="0" presId="urn:microsoft.com/office/officeart/2005/8/layout/cycle3"/>
    <dgm:cxn modelId="{94B288FC-379D-4FCF-9E97-23B463EC8FF7}" type="presOf" srcId="{58FDD442-1674-4ECB-813B-D6FE0825FFFC}" destId="{644B73AA-9E71-4F0E-BCFD-BEB9402AE04B}" srcOrd="0" destOrd="0" presId="urn:microsoft.com/office/officeart/2005/8/layout/cycle3"/>
    <dgm:cxn modelId="{B8E19FA5-4D9C-4C25-885D-BA0B26977F17}" type="presParOf" srcId="{9E81A7BD-C4AC-42D3-B778-4987D29C9810}" destId="{D78322CD-41CD-48B6-9362-21554F6575FB}" srcOrd="0" destOrd="0" presId="urn:microsoft.com/office/officeart/2005/8/layout/cycle3"/>
    <dgm:cxn modelId="{C8BDB456-1A56-44D1-84E8-744DEDE20A17}" type="presParOf" srcId="{D78322CD-41CD-48B6-9362-21554F6575FB}" destId="{FF31C61A-03DE-40DE-9B2A-C54E30343297}" srcOrd="0" destOrd="0" presId="urn:microsoft.com/office/officeart/2005/8/layout/cycle3"/>
    <dgm:cxn modelId="{416936AA-6478-4221-BDA8-32D7504B9951}" type="presParOf" srcId="{D78322CD-41CD-48B6-9362-21554F6575FB}" destId="{8174CC7A-1CA4-4CDD-9146-4F1D3385C491}" srcOrd="1" destOrd="0" presId="urn:microsoft.com/office/officeart/2005/8/layout/cycle3"/>
    <dgm:cxn modelId="{96AB65F8-BA06-434A-AFAE-7D7327152604}" type="presParOf" srcId="{D78322CD-41CD-48B6-9362-21554F6575FB}" destId="{988484F7-B6A6-4A16-AD66-D21782ECF31C}" srcOrd="2" destOrd="0" presId="urn:microsoft.com/office/officeart/2005/8/layout/cycle3"/>
    <dgm:cxn modelId="{4409DB11-26A4-4E98-A58C-1F9987324AAB}" type="presParOf" srcId="{D78322CD-41CD-48B6-9362-21554F6575FB}" destId="{AF2AA074-E89B-48A5-AD30-0DA0229E75C6}" srcOrd="3" destOrd="0" presId="urn:microsoft.com/office/officeart/2005/8/layout/cycle3"/>
    <dgm:cxn modelId="{921F408E-7ECD-4BA1-B18D-279BC85EBC6D}" type="presParOf" srcId="{D78322CD-41CD-48B6-9362-21554F6575FB}" destId="{644B73AA-9E71-4F0E-BCFD-BEB9402AE04B}" srcOrd="4" destOrd="0" presId="urn:microsoft.com/office/officeart/2005/8/layout/cycle3"/>
    <dgm:cxn modelId="{11B3294D-1B85-4D3C-8A33-31BFDDFD00CC}" type="presParOf" srcId="{D78322CD-41CD-48B6-9362-21554F6575FB}" destId="{5480CEB0-EFAB-4F52-A3D9-4F37E02D3A47}" srcOrd="5" destOrd="0" presId="urn:microsoft.com/office/officeart/2005/8/layout/cycle3"/>
    <dgm:cxn modelId="{60154490-7CA5-4D58-B0EF-D449B259A0D2}" type="presParOf" srcId="{D78322CD-41CD-48B6-9362-21554F6575FB}" destId="{22053685-591B-42E0-AC0E-2737731DC808}" srcOrd="6" destOrd="0" presId="urn:microsoft.com/office/officeart/2005/8/layout/cycle3"/>
    <dgm:cxn modelId="{C5529B1B-7F4F-44BF-8BAD-D0336FD1E857}" type="presParOf" srcId="{D78322CD-41CD-48B6-9362-21554F6575FB}" destId="{B8A9017B-8640-4520-AB0C-41F6B660C902}" srcOrd="7" destOrd="0" presId="urn:microsoft.com/office/officeart/2005/8/layout/cycle3"/>
    <dgm:cxn modelId="{F4542D68-0428-4AD2-9CBE-94D424EA1665}" type="presParOf" srcId="{D78322CD-41CD-48B6-9362-21554F6575FB}" destId="{C27E7590-D08B-44CB-A928-1093C11EAF89}" srcOrd="8" destOrd="0" presId="urn:microsoft.com/office/officeart/2005/8/layout/cycle3"/>
    <dgm:cxn modelId="{E50DE9C2-4BC3-487E-98CD-04645531DB06}" type="presParOf" srcId="{D78322CD-41CD-48B6-9362-21554F6575FB}" destId="{376F9C54-F4DB-4981-883F-15EF360E4C69}" srcOrd="9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4A986B-6EE5-484B-BAE4-901B5D0E9D6C}" type="doc">
      <dgm:prSet loTypeId="urn:microsoft.com/office/officeart/2005/8/layout/cycle2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009022B-C790-4F94-8986-A1822989632C}">
      <dgm:prSet/>
      <dgm:spPr/>
      <dgm:t>
        <a:bodyPr/>
        <a:lstStyle/>
        <a:p>
          <a:r>
            <a:rPr lang="en-GB" dirty="0"/>
            <a:t>OFF_STATE (*the system is off*)</a:t>
          </a:r>
          <a:endParaRPr lang="en-US" dirty="0"/>
        </a:p>
      </dgm:t>
    </dgm:pt>
    <dgm:pt modelId="{C5000F3E-03D5-4A9B-A4E0-998028460B57}" type="parTrans" cxnId="{FE42B62C-3762-491B-84DE-824FD40EECB8}">
      <dgm:prSet/>
      <dgm:spPr/>
      <dgm:t>
        <a:bodyPr/>
        <a:lstStyle/>
        <a:p>
          <a:endParaRPr lang="en-US"/>
        </a:p>
      </dgm:t>
    </dgm:pt>
    <dgm:pt modelId="{6D292E62-6002-4131-BB54-AB84FF74557D}" type="sibTrans" cxnId="{FE42B62C-3762-491B-84DE-824FD40EECB8}">
      <dgm:prSet/>
      <dgm:spPr/>
      <dgm:t>
        <a:bodyPr/>
        <a:lstStyle/>
        <a:p>
          <a:endParaRPr lang="en-US"/>
        </a:p>
      </dgm:t>
    </dgm:pt>
    <dgm:pt modelId="{31882097-72F3-4466-B9B3-C44A6834D41A}">
      <dgm:prSet/>
      <dgm:spPr/>
      <dgm:t>
        <a:bodyPr/>
        <a:lstStyle/>
        <a:p>
          <a:r>
            <a:rPr lang="en-US" altLang="zh-CN" dirty="0"/>
            <a:t>CONFIRM_INIT</a:t>
          </a:r>
          <a:r>
            <a:rPr lang="en-GB" dirty="0"/>
            <a:t>  (*Wait to be powered*)</a:t>
          </a:r>
          <a:endParaRPr lang="en-US" dirty="0"/>
        </a:p>
      </dgm:t>
    </dgm:pt>
    <dgm:pt modelId="{4AE49508-CB7B-4709-95CD-C116A6D7FE25}" type="parTrans" cxnId="{31EAE9A3-50F6-4037-A98E-D03276053C57}">
      <dgm:prSet/>
      <dgm:spPr/>
      <dgm:t>
        <a:bodyPr/>
        <a:lstStyle/>
        <a:p>
          <a:endParaRPr lang="en-US"/>
        </a:p>
      </dgm:t>
    </dgm:pt>
    <dgm:pt modelId="{AF26FFD5-643E-46AD-882C-D0636D4F5A3F}" type="sibTrans" cxnId="{31EAE9A3-50F6-4037-A98E-D03276053C57}">
      <dgm:prSet/>
      <dgm:spPr/>
      <dgm:t>
        <a:bodyPr/>
        <a:lstStyle/>
        <a:p>
          <a:endParaRPr lang="en-US"/>
        </a:p>
      </dgm:t>
    </dgm:pt>
    <dgm:pt modelId="{6C6239AB-E2C8-4AE2-8173-0C601BF80488}">
      <dgm:prSet/>
      <dgm:spPr/>
      <dgm:t>
        <a:bodyPr/>
        <a:lstStyle/>
        <a:p>
          <a:r>
            <a:rPr lang="en-US" altLang="zh-CN" dirty="0"/>
            <a:t>CONVY_MV_STATE </a:t>
          </a:r>
          <a:r>
            <a:rPr lang="en-GB" dirty="0"/>
            <a:t>(*running state and waits for a triggered state or be turned off*)</a:t>
          </a:r>
          <a:endParaRPr lang="en-US" dirty="0"/>
        </a:p>
      </dgm:t>
    </dgm:pt>
    <dgm:pt modelId="{9258D217-15A0-4C7F-9444-4DF3B4EC6C46}" type="parTrans" cxnId="{915ABD27-7610-4CEF-ACA8-41EE567553AF}">
      <dgm:prSet/>
      <dgm:spPr/>
      <dgm:t>
        <a:bodyPr/>
        <a:lstStyle/>
        <a:p>
          <a:endParaRPr lang="en-US"/>
        </a:p>
      </dgm:t>
    </dgm:pt>
    <dgm:pt modelId="{968CE546-3CE0-48A6-929B-C09098D54846}" type="sibTrans" cxnId="{915ABD27-7610-4CEF-ACA8-41EE567553AF}">
      <dgm:prSet/>
      <dgm:spPr/>
      <dgm:t>
        <a:bodyPr/>
        <a:lstStyle/>
        <a:p>
          <a:endParaRPr lang="en-US"/>
        </a:p>
      </dgm:t>
    </dgm:pt>
    <dgm:pt modelId="{6ABD71A8-7C9C-4759-B175-39C0ECFA4CBC}">
      <dgm:prSet/>
      <dgm:spPr/>
      <dgm:t>
        <a:bodyPr/>
        <a:lstStyle/>
        <a:p>
          <a:r>
            <a:rPr lang="en-US" altLang="zh-CN" dirty="0"/>
            <a:t>SENSOR_DETECT </a:t>
          </a:r>
          <a:r>
            <a:rPr lang="en-GB" dirty="0"/>
            <a:t>(*the system has been triggered and is getting ready for the cutting action*)</a:t>
          </a:r>
          <a:endParaRPr lang="en-US" dirty="0"/>
        </a:p>
      </dgm:t>
    </dgm:pt>
    <dgm:pt modelId="{D0F6F426-8902-49E6-BC45-0D6E0FC21A4A}" type="parTrans" cxnId="{2B37FC56-6F65-473A-8D4C-B926CD1A8C52}">
      <dgm:prSet/>
      <dgm:spPr/>
      <dgm:t>
        <a:bodyPr/>
        <a:lstStyle/>
        <a:p>
          <a:endParaRPr lang="en-US"/>
        </a:p>
      </dgm:t>
    </dgm:pt>
    <dgm:pt modelId="{97F6424E-750F-43E8-9E44-656EBC0C388C}" type="sibTrans" cxnId="{2B37FC56-6F65-473A-8D4C-B926CD1A8C52}">
      <dgm:prSet/>
      <dgm:spPr/>
      <dgm:t>
        <a:bodyPr/>
        <a:lstStyle/>
        <a:p>
          <a:endParaRPr lang="en-US"/>
        </a:p>
      </dgm:t>
    </dgm:pt>
    <dgm:pt modelId="{085DB269-C532-4C0F-BEE6-F8DD760FF5F2}">
      <dgm:prSet/>
      <dgm:spPr/>
      <dgm:t>
        <a:bodyPr/>
        <a:lstStyle/>
        <a:p>
          <a:r>
            <a:rPr lang="en-GB" dirty="0"/>
            <a:t>CUTTING_STATE (*the system performs the cut and gets ready to go back to running state*)</a:t>
          </a:r>
          <a:endParaRPr lang="en-US" dirty="0"/>
        </a:p>
      </dgm:t>
    </dgm:pt>
    <dgm:pt modelId="{BAEB5A0C-1E1F-4839-AE38-DD421BF3A099}" type="parTrans" cxnId="{DF1931A6-FA47-4043-AFE0-61170903786C}">
      <dgm:prSet/>
      <dgm:spPr/>
      <dgm:t>
        <a:bodyPr/>
        <a:lstStyle/>
        <a:p>
          <a:endParaRPr lang="en-US"/>
        </a:p>
      </dgm:t>
    </dgm:pt>
    <dgm:pt modelId="{E07D213F-4DFB-456C-8338-923CDB696D54}" type="sibTrans" cxnId="{DF1931A6-FA47-4043-AFE0-61170903786C}">
      <dgm:prSet/>
      <dgm:spPr/>
      <dgm:t>
        <a:bodyPr/>
        <a:lstStyle/>
        <a:p>
          <a:endParaRPr lang="en-US"/>
        </a:p>
      </dgm:t>
    </dgm:pt>
    <dgm:pt modelId="{AB4D8239-AAD0-4844-86D0-B13F218721E0}" type="pres">
      <dgm:prSet presAssocID="{0D4A986B-6EE5-484B-BAE4-901B5D0E9D6C}" presName="cycle" presStyleCnt="0">
        <dgm:presLayoutVars>
          <dgm:dir/>
          <dgm:resizeHandles val="exact"/>
        </dgm:presLayoutVars>
      </dgm:prSet>
      <dgm:spPr/>
    </dgm:pt>
    <dgm:pt modelId="{BCA993EA-E1FA-4C64-BCEE-CA308ABEC041}" type="pres">
      <dgm:prSet presAssocID="{B009022B-C790-4F94-8986-A1822989632C}" presName="node" presStyleLbl="node1" presStyleIdx="0" presStyleCnt="5">
        <dgm:presLayoutVars>
          <dgm:bulletEnabled val="1"/>
        </dgm:presLayoutVars>
      </dgm:prSet>
      <dgm:spPr/>
    </dgm:pt>
    <dgm:pt modelId="{05679FA7-9875-4F80-A0F6-BF0ACBD76D7B}" type="pres">
      <dgm:prSet presAssocID="{6D292E62-6002-4131-BB54-AB84FF74557D}" presName="sibTrans" presStyleLbl="sibTrans2D1" presStyleIdx="0" presStyleCnt="5"/>
      <dgm:spPr/>
    </dgm:pt>
    <dgm:pt modelId="{496D93A6-2F0B-404C-B843-ACBD33ACDE94}" type="pres">
      <dgm:prSet presAssocID="{6D292E62-6002-4131-BB54-AB84FF74557D}" presName="connectorText" presStyleLbl="sibTrans2D1" presStyleIdx="0" presStyleCnt="5"/>
      <dgm:spPr/>
    </dgm:pt>
    <dgm:pt modelId="{D9859F9D-0E71-4ED3-AE5A-B50ED1762A1C}" type="pres">
      <dgm:prSet presAssocID="{31882097-72F3-4466-B9B3-C44A6834D41A}" presName="node" presStyleLbl="node1" presStyleIdx="1" presStyleCnt="5">
        <dgm:presLayoutVars>
          <dgm:bulletEnabled val="1"/>
        </dgm:presLayoutVars>
      </dgm:prSet>
      <dgm:spPr/>
    </dgm:pt>
    <dgm:pt modelId="{5D881F7D-721E-4DD3-A542-3109D0641C04}" type="pres">
      <dgm:prSet presAssocID="{AF26FFD5-643E-46AD-882C-D0636D4F5A3F}" presName="sibTrans" presStyleLbl="sibTrans2D1" presStyleIdx="1" presStyleCnt="5"/>
      <dgm:spPr/>
    </dgm:pt>
    <dgm:pt modelId="{29DB2F5B-41C9-4662-8C7E-C6C268E8689B}" type="pres">
      <dgm:prSet presAssocID="{AF26FFD5-643E-46AD-882C-D0636D4F5A3F}" presName="connectorText" presStyleLbl="sibTrans2D1" presStyleIdx="1" presStyleCnt="5"/>
      <dgm:spPr/>
    </dgm:pt>
    <dgm:pt modelId="{30885728-9F5E-468F-812D-6EDA18F42EC5}" type="pres">
      <dgm:prSet presAssocID="{6C6239AB-E2C8-4AE2-8173-0C601BF80488}" presName="node" presStyleLbl="node1" presStyleIdx="2" presStyleCnt="5">
        <dgm:presLayoutVars>
          <dgm:bulletEnabled val="1"/>
        </dgm:presLayoutVars>
      </dgm:prSet>
      <dgm:spPr/>
    </dgm:pt>
    <dgm:pt modelId="{258A0587-DC90-4CEB-9907-A40CEBABA4A8}" type="pres">
      <dgm:prSet presAssocID="{968CE546-3CE0-48A6-929B-C09098D54846}" presName="sibTrans" presStyleLbl="sibTrans2D1" presStyleIdx="2" presStyleCnt="5"/>
      <dgm:spPr/>
    </dgm:pt>
    <dgm:pt modelId="{F337CD81-84A6-4163-8D87-CDF3FFEF11CE}" type="pres">
      <dgm:prSet presAssocID="{968CE546-3CE0-48A6-929B-C09098D54846}" presName="connectorText" presStyleLbl="sibTrans2D1" presStyleIdx="2" presStyleCnt="5"/>
      <dgm:spPr/>
    </dgm:pt>
    <dgm:pt modelId="{E4A35043-EA95-4132-80D1-82A43F838DC4}" type="pres">
      <dgm:prSet presAssocID="{6ABD71A8-7C9C-4759-B175-39C0ECFA4CBC}" presName="node" presStyleLbl="node1" presStyleIdx="3" presStyleCnt="5">
        <dgm:presLayoutVars>
          <dgm:bulletEnabled val="1"/>
        </dgm:presLayoutVars>
      </dgm:prSet>
      <dgm:spPr/>
    </dgm:pt>
    <dgm:pt modelId="{B4CCA1A1-D06A-46DB-8809-E8B3AEC9D1E5}" type="pres">
      <dgm:prSet presAssocID="{97F6424E-750F-43E8-9E44-656EBC0C388C}" presName="sibTrans" presStyleLbl="sibTrans2D1" presStyleIdx="3" presStyleCnt="5"/>
      <dgm:spPr/>
    </dgm:pt>
    <dgm:pt modelId="{E679879F-F07C-4D20-A860-7C6D7972DAFB}" type="pres">
      <dgm:prSet presAssocID="{97F6424E-750F-43E8-9E44-656EBC0C388C}" presName="connectorText" presStyleLbl="sibTrans2D1" presStyleIdx="3" presStyleCnt="5"/>
      <dgm:spPr/>
    </dgm:pt>
    <dgm:pt modelId="{6ADFFF6B-C8D2-4A10-B7AA-22918D89E200}" type="pres">
      <dgm:prSet presAssocID="{085DB269-C532-4C0F-BEE6-F8DD760FF5F2}" presName="node" presStyleLbl="node1" presStyleIdx="4" presStyleCnt="5">
        <dgm:presLayoutVars>
          <dgm:bulletEnabled val="1"/>
        </dgm:presLayoutVars>
      </dgm:prSet>
      <dgm:spPr/>
    </dgm:pt>
    <dgm:pt modelId="{E0727F3F-64FE-4059-9001-1A71214D813D}" type="pres">
      <dgm:prSet presAssocID="{E07D213F-4DFB-456C-8338-923CDB696D54}" presName="sibTrans" presStyleLbl="sibTrans2D1" presStyleIdx="4" presStyleCnt="5"/>
      <dgm:spPr/>
    </dgm:pt>
    <dgm:pt modelId="{E04EA652-7B14-4E35-9F06-F7A723E6F6CB}" type="pres">
      <dgm:prSet presAssocID="{E07D213F-4DFB-456C-8338-923CDB696D54}" presName="connectorText" presStyleLbl="sibTrans2D1" presStyleIdx="4" presStyleCnt="5"/>
      <dgm:spPr/>
    </dgm:pt>
  </dgm:ptLst>
  <dgm:cxnLst>
    <dgm:cxn modelId="{8F751517-2C10-4003-AE6B-D3CA47DD0E32}" type="presOf" srcId="{AF26FFD5-643E-46AD-882C-D0636D4F5A3F}" destId="{5D881F7D-721E-4DD3-A542-3109D0641C04}" srcOrd="0" destOrd="0" presId="urn:microsoft.com/office/officeart/2005/8/layout/cycle2"/>
    <dgm:cxn modelId="{6E30DC1F-8657-4E55-B951-7D42F5A5CC0F}" type="presOf" srcId="{E07D213F-4DFB-456C-8338-923CDB696D54}" destId="{E04EA652-7B14-4E35-9F06-F7A723E6F6CB}" srcOrd="1" destOrd="0" presId="urn:microsoft.com/office/officeart/2005/8/layout/cycle2"/>
    <dgm:cxn modelId="{915ABD27-7610-4CEF-ACA8-41EE567553AF}" srcId="{0D4A986B-6EE5-484B-BAE4-901B5D0E9D6C}" destId="{6C6239AB-E2C8-4AE2-8173-0C601BF80488}" srcOrd="2" destOrd="0" parTransId="{9258D217-15A0-4C7F-9444-4DF3B4EC6C46}" sibTransId="{968CE546-3CE0-48A6-929B-C09098D54846}"/>
    <dgm:cxn modelId="{FE42B62C-3762-491B-84DE-824FD40EECB8}" srcId="{0D4A986B-6EE5-484B-BAE4-901B5D0E9D6C}" destId="{B009022B-C790-4F94-8986-A1822989632C}" srcOrd="0" destOrd="0" parTransId="{C5000F3E-03D5-4A9B-A4E0-998028460B57}" sibTransId="{6D292E62-6002-4131-BB54-AB84FF74557D}"/>
    <dgm:cxn modelId="{3992B94A-F7B0-4F81-AC5B-DBD7121409A7}" type="presOf" srcId="{0D4A986B-6EE5-484B-BAE4-901B5D0E9D6C}" destId="{AB4D8239-AAD0-4844-86D0-B13F218721E0}" srcOrd="0" destOrd="0" presId="urn:microsoft.com/office/officeart/2005/8/layout/cycle2"/>
    <dgm:cxn modelId="{E1230D4D-5CBB-44DD-8E2E-C40D6190EFAD}" type="presOf" srcId="{97F6424E-750F-43E8-9E44-656EBC0C388C}" destId="{B4CCA1A1-D06A-46DB-8809-E8B3AEC9D1E5}" srcOrd="0" destOrd="0" presId="urn:microsoft.com/office/officeart/2005/8/layout/cycle2"/>
    <dgm:cxn modelId="{8117FB50-ED36-4F12-96F4-95D21ECF40DA}" type="presOf" srcId="{6C6239AB-E2C8-4AE2-8173-0C601BF80488}" destId="{30885728-9F5E-468F-812D-6EDA18F42EC5}" srcOrd="0" destOrd="0" presId="urn:microsoft.com/office/officeart/2005/8/layout/cycle2"/>
    <dgm:cxn modelId="{7A303D53-3E3C-4930-92DC-79A693A445B9}" type="presOf" srcId="{968CE546-3CE0-48A6-929B-C09098D54846}" destId="{258A0587-DC90-4CEB-9907-A40CEBABA4A8}" srcOrd="0" destOrd="0" presId="urn:microsoft.com/office/officeart/2005/8/layout/cycle2"/>
    <dgm:cxn modelId="{B9159976-28DC-4577-A07A-E1D54A8BC997}" type="presOf" srcId="{6D292E62-6002-4131-BB54-AB84FF74557D}" destId="{496D93A6-2F0B-404C-B843-ACBD33ACDE94}" srcOrd="1" destOrd="0" presId="urn:microsoft.com/office/officeart/2005/8/layout/cycle2"/>
    <dgm:cxn modelId="{2B37FC56-6F65-473A-8D4C-B926CD1A8C52}" srcId="{0D4A986B-6EE5-484B-BAE4-901B5D0E9D6C}" destId="{6ABD71A8-7C9C-4759-B175-39C0ECFA4CBC}" srcOrd="3" destOrd="0" parTransId="{D0F6F426-8902-49E6-BC45-0D6E0FC21A4A}" sibTransId="{97F6424E-750F-43E8-9E44-656EBC0C388C}"/>
    <dgm:cxn modelId="{5BF8FF79-0F97-45FA-9D99-1ED3A8EB026D}" type="presOf" srcId="{B009022B-C790-4F94-8986-A1822989632C}" destId="{BCA993EA-E1FA-4C64-BCEE-CA308ABEC041}" srcOrd="0" destOrd="0" presId="urn:microsoft.com/office/officeart/2005/8/layout/cycle2"/>
    <dgm:cxn modelId="{3E767E89-66D0-4F2E-9863-87C034583AE0}" type="presOf" srcId="{085DB269-C532-4C0F-BEE6-F8DD760FF5F2}" destId="{6ADFFF6B-C8D2-4A10-B7AA-22918D89E200}" srcOrd="0" destOrd="0" presId="urn:microsoft.com/office/officeart/2005/8/layout/cycle2"/>
    <dgm:cxn modelId="{518C078D-7279-4015-B5FC-E67559311543}" type="presOf" srcId="{97F6424E-750F-43E8-9E44-656EBC0C388C}" destId="{E679879F-F07C-4D20-A860-7C6D7972DAFB}" srcOrd="1" destOrd="0" presId="urn:microsoft.com/office/officeart/2005/8/layout/cycle2"/>
    <dgm:cxn modelId="{B3503F90-95D9-4190-8FA5-2BF6E65BDDF0}" type="presOf" srcId="{6ABD71A8-7C9C-4759-B175-39C0ECFA4CBC}" destId="{E4A35043-EA95-4132-80D1-82A43F838DC4}" srcOrd="0" destOrd="0" presId="urn:microsoft.com/office/officeart/2005/8/layout/cycle2"/>
    <dgm:cxn modelId="{B9106E90-6329-4AA7-BAFB-51854AC568CF}" type="presOf" srcId="{6D292E62-6002-4131-BB54-AB84FF74557D}" destId="{05679FA7-9875-4F80-A0F6-BF0ACBD76D7B}" srcOrd="0" destOrd="0" presId="urn:microsoft.com/office/officeart/2005/8/layout/cycle2"/>
    <dgm:cxn modelId="{31EAE9A3-50F6-4037-A98E-D03276053C57}" srcId="{0D4A986B-6EE5-484B-BAE4-901B5D0E9D6C}" destId="{31882097-72F3-4466-B9B3-C44A6834D41A}" srcOrd="1" destOrd="0" parTransId="{4AE49508-CB7B-4709-95CD-C116A6D7FE25}" sibTransId="{AF26FFD5-643E-46AD-882C-D0636D4F5A3F}"/>
    <dgm:cxn modelId="{DF1931A6-FA47-4043-AFE0-61170903786C}" srcId="{0D4A986B-6EE5-484B-BAE4-901B5D0E9D6C}" destId="{085DB269-C532-4C0F-BEE6-F8DD760FF5F2}" srcOrd="4" destOrd="0" parTransId="{BAEB5A0C-1E1F-4839-AE38-DD421BF3A099}" sibTransId="{E07D213F-4DFB-456C-8338-923CDB696D54}"/>
    <dgm:cxn modelId="{9FA4C1A8-A0BE-4358-B790-F06AEFF8AE0E}" type="presOf" srcId="{AF26FFD5-643E-46AD-882C-D0636D4F5A3F}" destId="{29DB2F5B-41C9-4662-8C7E-C6C268E8689B}" srcOrd="1" destOrd="0" presId="urn:microsoft.com/office/officeart/2005/8/layout/cycle2"/>
    <dgm:cxn modelId="{09BD80C0-2BB5-48D2-ADA6-C3054264C810}" type="presOf" srcId="{968CE546-3CE0-48A6-929B-C09098D54846}" destId="{F337CD81-84A6-4163-8D87-CDF3FFEF11CE}" srcOrd="1" destOrd="0" presId="urn:microsoft.com/office/officeart/2005/8/layout/cycle2"/>
    <dgm:cxn modelId="{C471F1D8-4D50-4667-B8AC-10B6EED1E7E7}" type="presOf" srcId="{E07D213F-4DFB-456C-8338-923CDB696D54}" destId="{E0727F3F-64FE-4059-9001-1A71214D813D}" srcOrd="0" destOrd="0" presId="urn:microsoft.com/office/officeart/2005/8/layout/cycle2"/>
    <dgm:cxn modelId="{21924FEC-30BF-4F81-BD33-749A6B1D5F40}" type="presOf" srcId="{31882097-72F3-4466-B9B3-C44A6834D41A}" destId="{D9859F9D-0E71-4ED3-AE5A-B50ED1762A1C}" srcOrd="0" destOrd="0" presId="urn:microsoft.com/office/officeart/2005/8/layout/cycle2"/>
    <dgm:cxn modelId="{5C825EA5-CE6A-4107-96FE-951070155545}" type="presParOf" srcId="{AB4D8239-AAD0-4844-86D0-B13F218721E0}" destId="{BCA993EA-E1FA-4C64-BCEE-CA308ABEC041}" srcOrd="0" destOrd="0" presId="urn:microsoft.com/office/officeart/2005/8/layout/cycle2"/>
    <dgm:cxn modelId="{E79C46B1-7CDC-495C-A1A8-398A5DC535A5}" type="presParOf" srcId="{AB4D8239-AAD0-4844-86D0-B13F218721E0}" destId="{05679FA7-9875-4F80-A0F6-BF0ACBD76D7B}" srcOrd="1" destOrd="0" presId="urn:microsoft.com/office/officeart/2005/8/layout/cycle2"/>
    <dgm:cxn modelId="{EE40BDFF-58FA-4354-9FBE-E494217D0471}" type="presParOf" srcId="{05679FA7-9875-4F80-A0F6-BF0ACBD76D7B}" destId="{496D93A6-2F0B-404C-B843-ACBD33ACDE94}" srcOrd="0" destOrd="0" presId="urn:microsoft.com/office/officeart/2005/8/layout/cycle2"/>
    <dgm:cxn modelId="{78138ABE-68F0-477B-A7F8-F31F8F4A3E75}" type="presParOf" srcId="{AB4D8239-AAD0-4844-86D0-B13F218721E0}" destId="{D9859F9D-0E71-4ED3-AE5A-B50ED1762A1C}" srcOrd="2" destOrd="0" presId="urn:microsoft.com/office/officeart/2005/8/layout/cycle2"/>
    <dgm:cxn modelId="{4D839D5A-D55C-4DEA-BC8C-B1174BFB18F8}" type="presParOf" srcId="{AB4D8239-AAD0-4844-86D0-B13F218721E0}" destId="{5D881F7D-721E-4DD3-A542-3109D0641C04}" srcOrd="3" destOrd="0" presId="urn:microsoft.com/office/officeart/2005/8/layout/cycle2"/>
    <dgm:cxn modelId="{2B32E1FD-91D7-4170-AB45-936979E20906}" type="presParOf" srcId="{5D881F7D-721E-4DD3-A542-3109D0641C04}" destId="{29DB2F5B-41C9-4662-8C7E-C6C268E8689B}" srcOrd="0" destOrd="0" presId="urn:microsoft.com/office/officeart/2005/8/layout/cycle2"/>
    <dgm:cxn modelId="{AA96E88B-0D10-4B1E-8658-2B61B2766460}" type="presParOf" srcId="{AB4D8239-AAD0-4844-86D0-B13F218721E0}" destId="{30885728-9F5E-468F-812D-6EDA18F42EC5}" srcOrd="4" destOrd="0" presId="urn:microsoft.com/office/officeart/2005/8/layout/cycle2"/>
    <dgm:cxn modelId="{BC5A1654-CD7B-4784-9738-5B13E6D46FAF}" type="presParOf" srcId="{AB4D8239-AAD0-4844-86D0-B13F218721E0}" destId="{258A0587-DC90-4CEB-9907-A40CEBABA4A8}" srcOrd="5" destOrd="0" presId="urn:microsoft.com/office/officeart/2005/8/layout/cycle2"/>
    <dgm:cxn modelId="{06C5E27A-4ACA-4DBE-94AE-4FAB641747D3}" type="presParOf" srcId="{258A0587-DC90-4CEB-9907-A40CEBABA4A8}" destId="{F337CD81-84A6-4163-8D87-CDF3FFEF11CE}" srcOrd="0" destOrd="0" presId="urn:microsoft.com/office/officeart/2005/8/layout/cycle2"/>
    <dgm:cxn modelId="{FD7A310A-C206-4D08-866E-4356DFACA88F}" type="presParOf" srcId="{AB4D8239-AAD0-4844-86D0-B13F218721E0}" destId="{E4A35043-EA95-4132-80D1-82A43F838DC4}" srcOrd="6" destOrd="0" presId="urn:microsoft.com/office/officeart/2005/8/layout/cycle2"/>
    <dgm:cxn modelId="{64C4BAD8-4C49-4B7A-BCB0-C71F268433E6}" type="presParOf" srcId="{AB4D8239-AAD0-4844-86D0-B13F218721E0}" destId="{B4CCA1A1-D06A-46DB-8809-E8B3AEC9D1E5}" srcOrd="7" destOrd="0" presId="urn:microsoft.com/office/officeart/2005/8/layout/cycle2"/>
    <dgm:cxn modelId="{E7079488-5876-4E63-AA5D-90F5195774C6}" type="presParOf" srcId="{B4CCA1A1-D06A-46DB-8809-E8B3AEC9D1E5}" destId="{E679879F-F07C-4D20-A860-7C6D7972DAFB}" srcOrd="0" destOrd="0" presId="urn:microsoft.com/office/officeart/2005/8/layout/cycle2"/>
    <dgm:cxn modelId="{B74EACC7-A196-4A8A-8C71-2D14FCFA388E}" type="presParOf" srcId="{AB4D8239-AAD0-4844-86D0-B13F218721E0}" destId="{6ADFFF6B-C8D2-4A10-B7AA-22918D89E200}" srcOrd="8" destOrd="0" presId="urn:microsoft.com/office/officeart/2005/8/layout/cycle2"/>
    <dgm:cxn modelId="{3C8D519B-CDED-4DE9-81BD-8AA423F989D0}" type="presParOf" srcId="{AB4D8239-AAD0-4844-86D0-B13F218721E0}" destId="{E0727F3F-64FE-4059-9001-1A71214D813D}" srcOrd="9" destOrd="0" presId="urn:microsoft.com/office/officeart/2005/8/layout/cycle2"/>
    <dgm:cxn modelId="{78716104-E4DF-4520-ADE4-BCB60AA41E1A}" type="presParOf" srcId="{E0727F3F-64FE-4059-9001-1A71214D813D}" destId="{E04EA652-7B14-4E35-9F06-F7A723E6F6C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4A986B-6EE5-484B-BAE4-901B5D0E9D6C}" type="doc">
      <dgm:prSet loTypeId="urn:microsoft.com/office/officeart/2005/8/layout/cycle2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A2B0232-1F0A-4C72-A2A1-0203DE8E50ED}">
      <dgm:prSet/>
      <dgm:spPr/>
      <dgm:t>
        <a:bodyPr/>
        <a:lstStyle/>
        <a:p>
          <a:r>
            <a:rPr lang="en-US" altLang="zh-CN" dirty="0"/>
            <a:t>OFF_STATE_CONVEYOR </a:t>
          </a:r>
          <a:r>
            <a:rPr lang="en-US" dirty="0"/>
            <a:t> (*Off state*)</a:t>
          </a:r>
        </a:p>
      </dgm:t>
    </dgm:pt>
    <dgm:pt modelId="{D5CDB960-E34D-4512-84D4-4328C25ADB1B}" type="parTrans" cxnId="{992C3786-9018-4C1D-8F95-E64EBFD23363}">
      <dgm:prSet/>
      <dgm:spPr/>
      <dgm:t>
        <a:bodyPr/>
        <a:lstStyle/>
        <a:p>
          <a:endParaRPr lang="en-US"/>
        </a:p>
      </dgm:t>
    </dgm:pt>
    <dgm:pt modelId="{809D968A-3107-4F14-8B5A-4A78C96C4AE4}" type="sibTrans" cxnId="{992C3786-9018-4C1D-8F95-E64EBFD23363}">
      <dgm:prSet/>
      <dgm:spPr/>
      <dgm:t>
        <a:bodyPr/>
        <a:lstStyle/>
        <a:p>
          <a:endParaRPr lang="en-US"/>
        </a:p>
      </dgm:t>
    </dgm:pt>
    <dgm:pt modelId="{53DFF7DB-BF93-4D91-AC9A-A7B2F59E5F7E}">
      <dgm:prSet/>
      <dgm:spPr/>
      <dgm:t>
        <a:bodyPr/>
        <a:lstStyle/>
        <a:p>
          <a:r>
            <a:rPr lang="en-US" altLang="zh-CN" dirty="0"/>
            <a:t>INIT_AXIS</a:t>
          </a:r>
          <a:r>
            <a:rPr lang="en-US" dirty="0"/>
            <a:t> (*Initialization of the general axis*)</a:t>
          </a:r>
        </a:p>
      </dgm:t>
    </dgm:pt>
    <dgm:pt modelId="{7CD55459-6D94-47A4-86E4-0729389208FC}" type="parTrans" cxnId="{31C6EEEC-0E8D-42AE-A5BC-8CD85D11882A}">
      <dgm:prSet/>
      <dgm:spPr/>
      <dgm:t>
        <a:bodyPr/>
        <a:lstStyle/>
        <a:p>
          <a:endParaRPr lang="en-US"/>
        </a:p>
      </dgm:t>
    </dgm:pt>
    <dgm:pt modelId="{C4FB9BF1-6771-4AEF-9700-4DF128BBF613}" type="sibTrans" cxnId="{31C6EEEC-0E8D-42AE-A5BC-8CD85D11882A}">
      <dgm:prSet/>
      <dgm:spPr/>
      <dgm:t>
        <a:bodyPr/>
        <a:lstStyle/>
        <a:p>
          <a:endParaRPr lang="en-US"/>
        </a:p>
      </dgm:t>
    </dgm:pt>
    <dgm:pt modelId="{1445CF1B-FC4D-4785-A655-2577FFA6E3A6}">
      <dgm:prSet/>
      <dgm:spPr/>
      <dgm:t>
        <a:bodyPr/>
        <a:lstStyle/>
        <a:p>
          <a:r>
            <a:rPr lang="en-US" altLang="zh-CN" dirty="0"/>
            <a:t>CONFIRM_CONV_MV </a:t>
          </a:r>
          <a:r>
            <a:rPr lang="en-US" dirty="0"/>
            <a:t> (*Enabling of the axis relative to the conveyor*)</a:t>
          </a:r>
        </a:p>
      </dgm:t>
    </dgm:pt>
    <dgm:pt modelId="{18B4F6C6-C6B3-4F36-980C-D1CE3D64FCD0}" type="parTrans" cxnId="{95F70C30-CE53-4100-81FC-72E16CC0A3FE}">
      <dgm:prSet/>
      <dgm:spPr/>
      <dgm:t>
        <a:bodyPr/>
        <a:lstStyle/>
        <a:p>
          <a:endParaRPr lang="en-US"/>
        </a:p>
      </dgm:t>
    </dgm:pt>
    <dgm:pt modelId="{53E40E46-8033-4957-9B1C-148FC3834732}" type="sibTrans" cxnId="{95F70C30-CE53-4100-81FC-72E16CC0A3FE}">
      <dgm:prSet/>
      <dgm:spPr/>
      <dgm:t>
        <a:bodyPr/>
        <a:lstStyle/>
        <a:p>
          <a:endParaRPr lang="en-US"/>
        </a:p>
      </dgm:t>
    </dgm:pt>
    <dgm:pt modelId="{F90BA818-429E-47E0-9052-A4A4468E12DE}">
      <dgm:prSet/>
      <dgm:spPr/>
      <dgm:t>
        <a:bodyPr/>
        <a:lstStyle/>
        <a:p>
          <a:r>
            <a:rPr lang="en-US" dirty="0"/>
            <a:t>CONV_MOVING_STATE (*Initialization of the movement of the conveyor and relative variables*)</a:t>
          </a:r>
        </a:p>
      </dgm:t>
    </dgm:pt>
    <dgm:pt modelId="{F49DA15A-66C9-4702-8968-15CA77EF542A}" type="parTrans" cxnId="{99A1F527-2485-409A-9D54-8825051DF7DA}">
      <dgm:prSet/>
      <dgm:spPr/>
      <dgm:t>
        <a:bodyPr/>
        <a:lstStyle/>
        <a:p>
          <a:endParaRPr lang="en-US"/>
        </a:p>
      </dgm:t>
    </dgm:pt>
    <dgm:pt modelId="{4E2B50F8-76FA-49D3-A3F9-5810EBB381DD}" type="sibTrans" cxnId="{99A1F527-2485-409A-9D54-8825051DF7DA}">
      <dgm:prSet/>
      <dgm:spPr/>
      <dgm:t>
        <a:bodyPr/>
        <a:lstStyle/>
        <a:p>
          <a:endParaRPr lang="en-US"/>
        </a:p>
      </dgm:t>
    </dgm:pt>
    <dgm:pt modelId="{F28848E0-C05C-4C8E-A312-8B7A9226BD36}">
      <dgm:prSet/>
      <dgm:spPr/>
      <dgm:t>
        <a:bodyPr/>
        <a:lstStyle/>
        <a:p>
          <a:r>
            <a:rPr lang="en-US" dirty="0"/>
            <a:t>CONV_STOPED, (*Stopping of the movement of the conveyor and setting of the relative variables*)</a:t>
          </a:r>
        </a:p>
      </dgm:t>
    </dgm:pt>
    <dgm:pt modelId="{9F3B0E7F-B042-4A15-8F87-E506AD1CB43B}" type="parTrans" cxnId="{F671C613-61E2-44EB-86AA-758100187A91}">
      <dgm:prSet/>
      <dgm:spPr/>
      <dgm:t>
        <a:bodyPr/>
        <a:lstStyle/>
        <a:p>
          <a:endParaRPr lang="en-US"/>
        </a:p>
      </dgm:t>
    </dgm:pt>
    <dgm:pt modelId="{ED0A6AD3-B746-42EC-B4BD-77A6D6A3E943}" type="sibTrans" cxnId="{F671C613-61E2-44EB-86AA-758100187A91}">
      <dgm:prSet/>
      <dgm:spPr/>
      <dgm:t>
        <a:bodyPr/>
        <a:lstStyle/>
        <a:p>
          <a:endParaRPr lang="en-US"/>
        </a:p>
      </dgm:t>
    </dgm:pt>
    <dgm:pt modelId="{FD707574-5DDF-4C48-95C4-6A29267515E0}">
      <dgm:prSet/>
      <dgm:spPr/>
      <dgm:t>
        <a:bodyPr/>
        <a:lstStyle/>
        <a:p>
          <a:r>
            <a:rPr lang="en-US" dirty="0"/>
            <a:t>AXIS_ENABLED</a:t>
          </a:r>
        </a:p>
      </dgm:t>
    </dgm:pt>
    <dgm:pt modelId="{544DC867-C25E-447C-BA86-AF414344BBC1}" type="parTrans" cxnId="{FB7651A7-8292-48A4-B189-DC92A2E56546}">
      <dgm:prSet/>
      <dgm:spPr/>
      <dgm:t>
        <a:bodyPr/>
        <a:lstStyle/>
        <a:p>
          <a:endParaRPr lang="zh-CN" altLang="en-US"/>
        </a:p>
      </dgm:t>
    </dgm:pt>
    <dgm:pt modelId="{0CB59F2E-0A3F-491A-927E-8E986C72C255}" type="sibTrans" cxnId="{FB7651A7-8292-48A4-B189-DC92A2E56546}">
      <dgm:prSet/>
      <dgm:spPr/>
      <dgm:t>
        <a:bodyPr/>
        <a:lstStyle/>
        <a:p>
          <a:endParaRPr lang="zh-CN" altLang="en-US"/>
        </a:p>
      </dgm:t>
    </dgm:pt>
    <dgm:pt modelId="{AB4D8239-AAD0-4844-86D0-B13F218721E0}" type="pres">
      <dgm:prSet presAssocID="{0D4A986B-6EE5-484B-BAE4-901B5D0E9D6C}" presName="cycle" presStyleCnt="0">
        <dgm:presLayoutVars>
          <dgm:dir/>
          <dgm:resizeHandles val="exact"/>
        </dgm:presLayoutVars>
      </dgm:prSet>
      <dgm:spPr/>
    </dgm:pt>
    <dgm:pt modelId="{00E3ED16-C86D-4531-8F37-18A01BD8D46A}" type="pres">
      <dgm:prSet presAssocID="{4A2B0232-1F0A-4C72-A2A1-0203DE8E50ED}" presName="node" presStyleLbl="node1" presStyleIdx="0" presStyleCnt="6">
        <dgm:presLayoutVars>
          <dgm:bulletEnabled val="1"/>
        </dgm:presLayoutVars>
      </dgm:prSet>
      <dgm:spPr/>
    </dgm:pt>
    <dgm:pt modelId="{4BDFED6F-3EE3-4EE9-80C2-4EC86FC863D4}" type="pres">
      <dgm:prSet presAssocID="{809D968A-3107-4F14-8B5A-4A78C96C4AE4}" presName="sibTrans" presStyleLbl="sibTrans2D1" presStyleIdx="0" presStyleCnt="6"/>
      <dgm:spPr/>
    </dgm:pt>
    <dgm:pt modelId="{B9C488FA-6905-4A6D-8D11-E3458E31FE60}" type="pres">
      <dgm:prSet presAssocID="{809D968A-3107-4F14-8B5A-4A78C96C4AE4}" presName="connectorText" presStyleLbl="sibTrans2D1" presStyleIdx="0" presStyleCnt="6"/>
      <dgm:spPr/>
    </dgm:pt>
    <dgm:pt modelId="{5F0D79E6-BC22-46C8-99FD-474AA3205279}" type="pres">
      <dgm:prSet presAssocID="{53DFF7DB-BF93-4D91-AC9A-A7B2F59E5F7E}" presName="node" presStyleLbl="node1" presStyleIdx="1" presStyleCnt="6">
        <dgm:presLayoutVars>
          <dgm:bulletEnabled val="1"/>
        </dgm:presLayoutVars>
      </dgm:prSet>
      <dgm:spPr/>
    </dgm:pt>
    <dgm:pt modelId="{AB693B65-C799-4F99-803D-AC095416C0D4}" type="pres">
      <dgm:prSet presAssocID="{C4FB9BF1-6771-4AEF-9700-4DF128BBF613}" presName="sibTrans" presStyleLbl="sibTrans2D1" presStyleIdx="1" presStyleCnt="6"/>
      <dgm:spPr/>
    </dgm:pt>
    <dgm:pt modelId="{ADB40094-842F-4B92-B120-0905F93CD009}" type="pres">
      <dgm:prSet presAssocID="{C4FB9BF1-6771-4AEF-9700-4DF128BBF613}" presName="connectorText" presStyleLbl="sibTrans2D1" presStyleIdx="1" presStyleCnt="6"/>
      <dgm:spPr/>
    </dgm:pt>
    <dgm:pt modelId="{82FC6D43-E0B3-4758-BEB9-2637BA5B83AD}" type="pres">
      <dgm:prSet presAssocID="{FD707574-5DDF-4C48-95C4-6A29267515E0}" presName="node" presStyleLbl="node1" presStyleIdx="2" presStyleCnt="6">
        <dgm:presLayoutVars>
          <dgm:bulletEnabled val="1"/>
        </dgm:presLayoutVars>
      </dgm:prSet>
      <dgm:spPr/>
    </dgm:pt>
    <dgm:pt modelId="{DAD66258-545A-4E0D-9321-7BF25274517A}" type="pres">
      <dgm:prSet presAssocID="{0CB59F2E-0A3F-491A-927E-8E986C72C255}" presName="sibTrans" presStyleLbl="sibTrans2D1" presStyleIdx="2" presStyleCnt="6"/>
      <dgm:spPr/>
    </dgm:pt>
    <dgm:pt modelId="{E368444F-9D47-454C-9389-F3ADED39F25D}" type="pres">
      <dgm:prSet presAssocID="{0CB59F2E-0A3F-491A-927E-8E986C72C255}" presName="connectorText" presStyleLbl="sibTrans2D1" presStyleIdx="2" presStyleCnt="6"/>
      <dgm:spPr/>
    </dgm:pt>
    <dgm:pt modelId="{92CC5560-320E-472A-A801-42B7D74F60B3}" type="pres">
      <dgm:prSet presAssocID="{1445CF1B-FC4D-4785-A655-2577FFA6E3A6}" presName="node" presStyleLbl="node1" presStyleIdx="3" presStyleCnt="6">
        <dgm:presLayoutVars>
          <dgm:bulletEnabled val="1"/>
        </dgm:presLayoutVars>
      </dgm:prSet>
      <dgm:spPr/>
    </dgm:pt>
    <dgm:pt modelId="{F7DB09A3-5BEF-4CF7-A2D7-87002881BC22}" type="pres">
      <dgm:prSet presAssocID="{53E40E46-8033-4957-9B1C-148FC3834732}" presName="sibTrans" presStyleLbl="sibTrans2D1" presStyleIdx="3" presStyleCnt="6"/>
      <dgm:spPr/>
    </dgm:pt>
    <dgm:pt modelId="{9195D9A7-AE73-4D7E-AFA0-3D416826C741}" type="pres">
      <dgm:prSet presAssocID="{53E40E46-8033-4957-9B1C-148FC3834732}" presName="connectorText" presStyleLbl="sibTrans2D1" presStyleIdx="3" presStyleCnt="6"/>
      <dgm:spPr/>
    </dgm:pt>
    <dgm:pt modelId="{C42E6B3D-4B2C-4171-A614-15EA72F8CAB4}" type="pres">
      <dgm:prSet presAssocID="{F90BA818-429E-47E0-9052-A4A4468E12DE}" presName="node" presStyleLbl="node1" presStyleIdx="4" presStyleCnt="6">
        <dgm:presLayoutVars>
          <dgm:bulletEnabled val="1"/>
        </dgm:presLayoutVars>
      </dgm:prSet>
      <dgm:spPr/>
    </dgm:pt>
    <dgm:pt modelId="{3F44DCD0-ABE0-422B-A13C-CBB14ED278C8}" type="pres">
      <dgm:prSet presAssocID="{4E2B50F8-76FA-49D3-A3F9-5810EBB381DD}" presName="sibTrans" presStyleLbl="sibTrans2D1" presStyleIdx="4" presStyleCnt="6"/>
      <dgm:spPr/>
    </dgm:pt>
    <dgm:pt modelId="{9422C575-E5CF-4A0E-AE5F-2EE72C2E13CF}" type="pres">
      <dgm:prSet presAssocID="{4E2B50F8-76FA-49D3-A3F9-5810EBB381DD}" presName="connectorText" presStyleLbl="sibTrans2D1" presStyleIdx="4" presStyleCnt="6"/>
      <dgm:spPr/>
    </dgm:pt>
    <dgm:pt modelId="{C146AACB-6ACA-4C68-8C79-277BDF4BAC1D}" type="pres">
      <dgm:prSet presAssocID="{F28848E0-C05C-4C8E-A312-8B7A9226BD36}" presName="node" presStyleLbl="node1" presStyleIdx="5" presStyleCnt="6">
        <dgm:presLayoutVars>
          <dgm:bulletEnabled val="1"/>
        </dgm:presLayoutVars>
      </dgm:prSet>
      <dgm:spPr/>
    </dgm:pt>
    <dgm:pt modelId="{0750570B-1E23-4A7C-AB85-2BD1C1EE59F3}" type="pres">
      <dgm:prSet presAssocID="{ED0A6AD3-B746-42EC-B4BD-77A6D6A3E943}" presName="sibTrans" presStyleLbl="sibTrans2D1" presStyleIdx="5" presStyleCnt="6"/>
      <dgm:spPr/>
    </dgm:pt>
    <dgm:pt modelId="{F6B8F14E-8AFF-496E-9C10-54E2BC802079}" type="pres">
      <dgm:prSet presAssocID="{ED0A6AD3-B746-42EC-B4BD-77A6D6A3E943}" presName="connectorText" presStyleLbl="sibTrans2D1" presStyleIdx="5" presStyleCnt="6"/>
      <dgm:spPr/>
    </dgm:pt>
  </dgm:ptLst>
  <dgm:cxnLst>
    <dgm:cxn modelId="{8A202705-F8D2-4169-8391-DE4AEEBD017B}" type="presOf" srcId="{1445CF1B-FC4D-4785-A655-2577FFA6E3A6}" destId="{92CC5560-320E-472A-A801-42B7D74F60B3}" srcOrd="0" destOrd="0" presId="urn:microsoft.com/office/officeart/2005/8/layout/cycle2"/>
    <dgm:cxn modelId="{F671C613-61E2-44EB-86AA-758100187A91}" srcId="{0D4A986B-6EE5-484B-BAE4-901B5D0E9D6C}" destId="{F28848E0-C05C-4C8E-A312-8B7A9226BD36}" srcOrd="5" destOrd="0" parTransId="{9F3B0E7F-B042-4A15-8F87-E506AD1CB43B}" sibTransId="{ED0A6AD3-B746-42EC-B4BD-77A6D6A3E943}"/>
    <dgm:cxn modelId="{99A1F527-2485-409A-9D54-8825051DF7DA}" srcId="{0D4A986B-6EE5-484B-BAE4-901B5D0E9D6C}" destId="{F90BA818-429E-47E0-9052-A4A4468E12DE}" srcOrd="4" destOrd="0" parTransId="{F49DA15A-66C9-4702-8968-15CA77EF542A}" sibTransId="{4E2B50F8-76FA-49D3-A3F9-5810EBB381DD}"/>
    <dgm:cxn modelId="{95F70C30-CE53-4100-81FC-72E16CC0A3FE}" srcId="{0D4A986B-6EE5-484B-BAE4-901B5D0E9D6C}" destId="{1445CF1B-FC4D-4785-A655-2577FFA6E3A6}" srcOrd="3" destOrd="0" parTransId="{18B4F6C6-C6B3-4F36-980C-D1CE3D64FCD0}" sibTransId="{53E40E46-8033-4957-9B1C-148FC3834732}"/>
    <dgm:cxn modelId="{6B626146-A4DA-4E55-8BFA-FE32D9027B4D}" type="presOf" srcId="{4A2B0232-1F0A-4C72-A2A1-0203DE8E50ED}" destId="{00E3ED16-C86D-4531-8F37-18A01BD8D46A}" srcOrd="0" destOrd="0" presId="urn:microsoft.com/office/officeart/2005/8/layout/cycle2"/>
    <dgm:cxn modelId="{3695DC69-9744-4212-B13C-D519F55D499A}" type="presOf" srcId="{809D968A-3107-4F14-8B5A-4A78C96C4AE4}" destId="{4BDFED6F-3EE3-4EE9-80C2-4EC86FC863D4}" srcOrd="0" destOrd="0" presId="urn:microsoft.com/office/officeart/2005/8/layout/cycle2"/>
    <dgm:cxn modelId="{3992B94A-F7B0-4F81-AC5B-DBD7121409A7}" type="presOf" srcId="{0D4A986B-6EE5-484B-BAE4-901B5D0E9D6C}" destId="{AB4D8239-AAD0-4844-86D0-B13F218721E0}" srcOrd="0" destOrd="0" presId="urn:microsoft.com/office/officeart/2005/8/layout/cycle2"/>
    <dgm:cxn modelId="{690F006E-95C2-4CD2-86A6-C0142E1652BA}" type="presOf" srcId="{C4FB9BF1-6771-4AEF-9700-4DF128BBF613}" destId="{AB693B65-C799-4F99-803D-AC095416C0D4}" srcOrd="0" destOrd="0" presId="urn:microsoft.com/office/officeart/2005/8/layout/cycle2"/>
    <dgm:cxn modelId="{B8F23D70-4668-40B8-A572-D83F9D64A85E}" type="presOf" srcId="{ED0A6AD3-B746-42EC-B4BD-77A6D6A3E943}" destId="{F6B8F14E-8AFF-496E-9C10-54E2BC802079}" srcOrd="1" destOrd="0" presId="urn:microsoft.com/office/officeart/2005/8/layout/cycle2"/>
    <dgm:cxn modelId="{55C66370-9194-493F-85F3-C320540208EC}" type="presOf" srcId="{F90BA818-429E-47E0-9052-A4A4468E12DE}" destId="{C42E6B3D-4B2C-4171-A614-15EA72F8CAB4}" srcOrd="0" destOrd="0" presId="urn:microsoft.com/office/officeart/2005/8/layout/cycle2"/>
    <dgm:cxn modelId="{840B2674-3834-4CBB-A368-F11759025D5E}" type="presOf" srcId="{4E2B50F8-76FA-49D3-A3F9-5810EBB381DD}" destId="{9422C575-E5CF-4A0E-AE5F-2EE72C2E13CF}" srcOrd="1" destOrd="0" presId="urn:microsoft.com/office/officeart/2005/8/layout/cycle2"/>
    <dgm:cxn modelId="{C8335554-BAFF-4F0D-BCA5-069DA24A7434}" type="presOf" srcId="{0CB59F2E-0A3F-491A-927E-8E986C72C255}" destId="{DAD66258-545A-4E0D-9321-7BF25274517A}" srcOrd="0" destOrd="0" presId="urn:microsoft.com/office/officeart/2005/8/layout/cycle2"/>
    <dgm:cxn modelId="{F167E355-14EE-4FAA-B929-890497A25061}" type="presOf" srcId="{809D968A-3107-4F14-8B5A-4A78C96C4AE4}" destId="{B9C488FA-6905-4A6D-8D11-E3458E31FE60}" srcOrd="1" destOrd="0" presId="urn:microsoft.com/office/officeart/2005/8/layout/cycle2"/>
    <dgm:cxn modelId="{7FEAB057-E73A-4048-9FEF-AA2D6842B495}" type="presOf" srcId="{F28848E0-C05C-4C8E-A312-8B7A9226BD36}" destId="{C146AACB-6ACA-4C68-8C79-277BDF4BAC1D}" srcOrd="0" destOrd="0" presId="urn:microsoft.com/office/officeart/2005/8/layout/cycle2"/>
    <dgm:cxn modelId="{1B66C283-4894-4821-B6D7-3244DC212AF7}" type="presOf" srcId="{ED0A6AD3-B746-42EC-B4BD-77A6D6A3E943}" destId="{0750570B-1E23-4A7C-AB85-2BD1C1EE59F3}" srcOrd="0" destOrd="0" presId="urn:microsoft.com/office/officeart/2005/8/layout/cycle2"/>
    <dgm:cxn modelId="{992C3786-9018-4C1D-8F95-E64EBFD23363}" srcId="{0D4A986B-6EE5-484B-BAE4-901B5D0E9D6C}" destId="{4A2B0232-1F0A-4C72-A2A1-0203DE8E50ED}" srcOrd="0" destOrd="0" parTransId="{D5CDB960-E34D-4512-84D4-4328C25ADB1B}" sibTransId="{809D968A-3107-4F14-8B5A-4A78C96C4AE4}"/>
    <dgm:cxn modelId="{AE543394-AFC6-4694-A3E5-621923AD8CC2}" type="presOf" srcId="{53E40E46-8033-4957-9B1C-148FC3834732}" destId="{F7DB09A3-5BEF-4CF7-A2D7-87002881BC22}" srcOrd="0" destOrd="0" presId="urn:microsoft.com/office/officeart/2005/8/layout/cycle2"/>
    <dgm:cxn modelId="{02BE2D98-ACEA-4141-ABE9-E9AFE0A52503}" type="presOf" srcId="{FD707574-5DDF-4C48-95C4-6A29267515E0}" destId="{82FC6D43-E0B3-4758-BEB9-2637BA5B83AD}" srcOrd="0" destOrd="0" presId="urn:microsoft.com/office/officeart/2005/8/layout/cycle2"/>
    <dgm:cxn modelId="{FB7651A7-8292-48A4-B189-DC92A2E56546}" srcId="{0D4A986B-6EE5-484B-BAE4-901B5D0E9D6C}" destId="{FD707574-5DDF-4C48-95C4-6A29267515E0}" srcOrd="2" destOrd="0" parTransId="{544DC867-C25E-447C-BA86-AF414344BBC1}" sibTransId="{0CB59F2E-0A3F-491A-927E-8E986C72C255}"/>
    <dgm:cxn modelId="{46BAE5BD-A9FE-48E6-87E7-BA28DB0A7C4A}" type="presOf" srcId="{53DFF7DB-BF93-4D91-AC9A-A7B2F59E5F7E}" destId="{5F0D79E6-BC22-46C8-99FD-474AA3205279}" srcOrd="0" destOrd="0" presId="urn:microsoft.com/office/officeart/2005/8/layout/cycle2"/>
    <dgm:cxn modelId="{0CD4A6BF-5EEC-4E61-A656-19737DD96E43}" type="presOf" srcId="{4E2B50F8-76FA-49D3-A3F9-5810EBB381DD}" destId="{3F44DCD0-ABE0-422B-A13C-CBB14ED278C8}" srcOrd="0" destOrd="0" presId="urn:microsoft.com/office/officeart/2005/8/layout/cycle2"/>
    <dgm:cxn modelId="{19976AC2-311F-44D8-84A2-93BEA9F1B816}" type="presOf" srcId="{53E40E46-8033-4957-9B1C-148FC3834732}" destId="{9195D9A7-AE73-4D7E-AFA0-3D416826C741}" srcOrd="1" destOrd="0" presId="urn:microsoft.com/office/officeart/2005/8/layout/cycle2"/>
    <dgm:cxn modelId="{686FE8C7-4190-4CCE-B159-F466DF13DEEB}" type="presOf" srcId="{0CB59F2E-0A3F-491A-927E-8E986C72C255}" destId="{E368444F-9D47-454C-9389-F3ADED39F25D}" srcOrd="1" destOrd="0" presId="urn:microsoft.com/office/officeart/2005/8/layout/cycle2"/>
    <dgm:cxn modelId="{31C6EEEC-0E8D-42AE-A5BC-8CD85D11882A}" srcId="{0D4A986B-6EE5-484B-BAE4-901B5D0E9D6C}" destId="{53DFF7DB-BF93-4D91-AC9A-A7B2F59E5F7E}" srcOrd="1" destOrd="0" parTransId="{7CD55459-6D94-47A4-86E4-0729389208FC}" sibTransId="{C4FB9BF1-6771-4AEF-9700-4DF128BBF613}"/>
    <dgm:cxn modelId="{3292F9FC-1C98-4CA3-9F5F-AD3926F6A2E5}" type="presOf" srcId="{C4FB9BF1-6771-4AEF-9700-4DF128BBF613}" destId="{ADB40094-842F-4B92-B120-0905F93CD009}" srcOrd="1" destOrd="0" presId="urn:microsoft.com/office/officeart/2005/8/layout/cycle2"/>
    <dgm:cxn modelId="{5078D5E1-32B0-447D-BDDF-6CC81B3445F3}" type="presParOf" srcId="{AB4D8239-AAD0-4844-86D0-B13F218721E0}" destId="{00E3ED16-C86D-4531-8F37-18A01BD8D46A}" srcOrd="0" destOrd="0" presId="urn:microsoft.com/office/officeart/2005/8/layout/cycle2"/>
    <dgm:cxn modelId="{2F5DDB27-079D-4C16-A9F2-CA6941EDECB6}" type="presParOf" srcId="{AB4D8239-AAD0-4844-86D0-B13F218721E0}" destId="{4BDFED6F-3EE3-4EE9-80C2-4EC86FC863D4}" srcOrd="1" destOrd="0" presId="urn:microsoft.com/office/officeart/2005/8/layout/cycle2"/>
    <dgm:cxn modelId="{F4CE9448-9D20-4127-8556-6D29CFCB607D}" type="presParOf" srcId="{4BDFED6F-3EE3-4EE9-80C2-4EC86FC863D4}" destId="{B9C488FA-6905-4A6D-8D11-E3458E31FE60}" srcOrd="0" destOrd="0" presId="urn:microsoft.com/office/officeart/2005/8/layout/cycle2"/>
    <dgm:cxn modelId="{B9C52793-BB31-4EDB-90E1-449581F35047}" type="presParOf" srcId="{AB4D8239-AAD0-4844-86D0-B13F218721E0}" destId="{5F0D79E6-BC22-46C8-99FD-474AA3205279}" srcOrd="2" destOrd="0" presId="urn:microsoft.com/office/officeart/2005/8/layout/cycle2"/>
    <dgm:cxn modelId="{E648DBE9-45CF-4871-A63E-B8892F9C06E3}" type="presParOf" srcId="{AB4D8239-AAD0-4844-86D0-B13F218721E0}" destId="{AB693B65-C799-4F99-803D-AC095416C0D4}" srcOrd="3" destOrd="0" presId="urn:microsoft.com/office/officeart/2005/8/layout/cycle2"/>
    <dgm:cxn modelId="{F6BDA52B-1296-4781-8FF7-2DF70B4C42CE}" type="presParOf" srcId="{AB693B65-C799-4F99-803D-AC095416C0D4}" destId="{ADB40094-842F-4B92-B120-0905F93CD009}" srcOrd="0" destOrd="0" presId="urn:microsoft.com/office/officeart/2005/8/layout/cycle2"/>
    <dgm:cxn modelId="{AF366D28-5176-4296-978A-7AA5425D7F9F}" type="presParOf" srcId="{AB4D8239-AAD0-4844-86D0-B13F218721E0}" destId="{82FC6D43-E0B3-4758-BEB9-2637BA5B83AD}" srcOrd="4" destOrd="0" presId="urn:microsoft.com/office/officeart/2005/8/layout/cycle2"/>
    <dgm:cxn modelId="{4F1F3E0E-4BE8-4DCD-A1C0-DF204A87CFC1}" type="presParOf" srcId="{AB4D8239-AAD0-4844-86D0-B13F218721E0}" destId="{DAD66258-545A-4E0D-9321-7BF25274517A}" srcOrd="5" destOrd="0" presId="urn:microsoft.com/office/officeart/2005/8/layout/cycle2"/>
    <dgm:cxn modelId="{BA647651-7A5C-47D4-87B0-FFBD2739FB74}" type="presParOf" srcId="{DAD66258-545A-4E0D-9321-7BF25274517A}" destId="{E368444F-9D47-454C-9389-F3ADED39F25D}" srcOrd="0" destOrd="0" presId="urn:microsoft.com/office/officeart/2005/8/layout/cycle2"/>
    <dgm:cxn modelId="{869A540F-6CCC-4C7A-B707-F9EFF636217E}" type="presParOf" srcId="{AB4D8239-AAD0-4844-86D0-B13F218721E0}" destId="{92CC5560-320E-472A-A801-42B7D74F60B3}" srcOrd="6" destOrd="0" presId="urn:microsoft.com/office/officeart/2005/8/layout/cycle2"/>
    <dgm:cxn modelId="{4F1F7F07-6955-42A1-9DB3-36D2D8FDFC8C}" type="presParOf" srcId="{AB4D8239-AAD0-4844-86D0-B13F218721E0}" destId="{F7DB09A3-5BEF-4CF7-A2D7-87002881BC22}" srcOrd="7" destOrd="0" presId="urn:microsoft.com/office/officeart/2005/8/layout/cycle2"/>
    <dgm:cxn modelId="{D802C6B7-1409-4134-A380-13D5746A1227}" type="presParOf" srcId="{F7DB09A3-5BEF-4CF7-A2D7-87002881BC22}" destId="{9195D9A7-AE73-4D7E-AFA0-3D416826C741}" srcOrd="0" destOrd="0" presId="urn:microsoft.com/office/officeart/2005/8/layout/cycle2"/>
    <dgm:cxn modelId="{DD91D88F-ACAD-4DAD-B122-5B749D100352}" type="presParOf" srcId="{AB4D8239-AAD0-4844-86D0-B13F218721E0}" destId="{C42E6B3D-4B2C-4171-A614-15EA72F8CAB4}" srcOrd="8" destOrd="0" presId="urn:microsoft.com/office/officeart/2005/8/layout/cycle2"/>
    <dgm:cxn modelId="{F53361C1-7F92-4D32-A6DA-E933E970768E}" type="presParOf" srcId="{AB4D8239-AAD0-4844-86D0-B13F218721E0}" destId="{3F44DCD0-ABE0-422B-A13C-CBB14ED278C8}" srcOrd="9" destOrd="0" presId="urn:microsoft.com/office/officeart/2005/8/layout/cycle2"/>
    <dgm:cxn modelId="{859B9980-2055-4747-BE8C-A84437B7635B}" type="presParOf" srcId="{3F44DCD0-ABE0-422B-A13C-CBB14ED278C8}" destId="{9422C575-E5CF-4A0E-AE5F-2EE72C2E13CF}" srcOrd="0" destOrd="0" presId="urn:microsoft.com/office/officeart/2005/8/layout/cycle2"/>
    <dgm:cxn modelId="{FA6A4F83-D2AB-45D2-A489-67A12DCF4550}" type="presParOf" srcId="{AB4D8239-AAD0-4844-86D0-B13F218721E0}" destId="{C146AACB-6ACA-4C68-8C79-277BDF4BAC1D}" srcOrd="10" destOrd="0" presId="urn:microsoft.com/office/officeart/2005/8/layout/cycle2"/>
    <dgm:cxn modelId="{B3613434-F460-46B5-A99B-B59917C57982}" type="presParOf" srcId="{AB4D8239-AAD0-4844-86D0-B13F218721E0}" destId="{0750570B-1E23-4A7C-AB85-2BD1C1EE59F3}" srcOrd="11" destOrd="0" presId="urn:microsoft.com/office/officeart/2005/8/layout/cycle2"/>
    <dgm:cxn modelId="{98755035-A8B5-4FF5-BC18-20DBDFE482B1}" type="presParOf" srcId="{0750570B-1E23-4A7C-AB85-2BD1C1EE59F3}" destId="{F6B8F14E-8AFF-496E-9C10-54E2BC80207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DDC22C-AB96-4CC9-8645-E7F2AA850A28}" type="doc">
      <dgm:prSet loTypeId="urn:microsoft.com/office/officeart/2005/8/layout/cycle5" loCatId="cycle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F72AB48-3724-4464-873C-CEC5166A0811}">
      <dgm:prSet/>
      <dgm:spPr/>
      <dgm:t>
        <a:bodyPr/>
        <a:lstStyle/>
        <a:p>
          <a:r>
            <a:rPr lang="en-GB" dirty="0"/>
            <a:t>INIT_AXIS (*Initialization of the general axis*)</a:t>
          </a:r>
          <a:endParaRPr lang="en-US" dirty="0"/>
        </a:p>
      </dgm:t>
    </dgm:pt>
    <dgm:pt modelId="{7563D06B-2112-4A38-801B-08E743C4FD81}" type="parTrans" cxnId="{B60C812F-D671-49BF-ABFD-BD517ACD8BA0}">
      <dgm:prSet/>
      <dgm:spPr/>
      <dgm:t>
        <a:bodyPr/>
        <a:lstStyle/>
        <a:p>
          <a:endParaRPr lang="en-US"/>
        </a:p>
      </dgm:t>
    </dgm:pt>
    <dgm:pt modelId="{2D90823A-4E8A-4CA5-BFEA-0C3CFD05F7EB}" type="sibTrans" cxnId="{B60C812F-D671-49BF-ABFD-BD517ACD8BA0}">
      <dgm:prSet/>
      <dgm:spPr/>
      <dgm:t>
        <a:bodyPr/>
        <a:lstStyle/>
        <a:p>
          <a:endParaRPr lang="en-US"/>
        </a:p>
      </dgm:t>
    </dgm:pt>
    <dgm:pt modelId="{0C15FF76-3A7F-47D2-BDE4-1D085EC21A61}">
      <dgm:prSet/>
      <dgm:spPr/>
      <dgm:t>
        <a:bodyPr/>
        <a:lstStyle/>
        <a:p>
          <a:r>
            <a:rPr lang="en-GB" dirty="0"/>
            <a:t>AXIS_ENABLED  (*Enabling of the axis relative to the conveyor*)</a:t>
          </a:r>
          <a:endParaRPr lang="en-US" dirty="0"/>
        </a:p>
      </dgm:t>
    </dgm:pt>
    <dgm:pt modelId="{C2BE3C72-AA5D-4EA0-9E69-F9C5E7B876D2}" type="parTrans" cxnId="{8A54950E-A0C8-48BD-9623-A5F4A4F3A0A1}">
      <dgm:prSet/>
      <dgm:spPr/>
      <dgm:t>
        <a:bodyPr/>
        <a:lstStyle/>
        <a:p>
          <a:endParaRPr lang="en-US"/>
        </a:p>
      </dgm:t>
    </dgm:pt>
    <dgm:pt modelId="{8673E638-11FE-406F-8AAD-88FE4585AEC7}" type="sibTrans" cxnId="{8A54950E-A0C8-48BD-9623-A5F4A4F3A0A1}">
      <dgm:prSet/>
      <dgm:spPr/>
      <dgm:t>
        <a:bodyPr/>
        <a:lstStyle/>
        <a:p>
          <a:endParaRPr lang="en-US"/>
        </a:p>
      </dgm:t>
    </dgm:pt>
    <dgm:pt modelId="{5CEB4F69-862E-4CEA-B576-C16F93CDE7AC}">
      <dgm:prSet/>
      <dgm:spPr/>
      <dgm:t>
        <a:bodyPr/>
        <a:lstStyle/>
        <a:p>
          <a:r>
            <a:rPr lang="en-US" altLang="zh-CN" dirty="0"/>
            <a:t>CUTTER_MV_DOWN</a:t>
          </a:r>
          <a:endParaRPr lang="en-US" dirty="0"/>
        </a:p>
      </dgm:t>
    </dgm:pt>
    <dgm:pt modelId="{55AF73F9-4D68-47E0-B814-8D5286E5F048}" type="parTrans" cxnId="{ED0026C8-2CD7-4EE0-A097-A53E1C206DE4}">
      <dgm:prSet/>
      <dgm:spPr/>
      <dgm:t>
        <a:bodyPr/>
        <a:lstStyle/>
        <a:p>
          <a:endParaRPr lang="en-US"/>
        </a:p>
      </dgm:t>
    </dgm:pt>
    <dgm:pt modelId="{F1E949B7-B009-4AD8-A465-0E4A44356145}" type="sibTrans" cxnId="{ED0026C8-2CD7-4EE0-A097-A53E1C206DE4}">
      <dgm:prSet/>
      <dgm:spPr/>
      <dgm:t>
        <a:bodyPr/>
        <a:lstStyle/>
        <a:p>
          <a:endParaRPr lang="en-US"/>
        </a:p>
      </dgm:t>
    </dgm:pt>
    <dgm:pt modelId="{B06D472B-9613-4CE3-8755-65B799F5B595}">
      <dgm:prSet/>
      <dgm:spPr/>
      <dgm:t>
        <a:bodyPr/>
        <a:lstStyle/>
        <a:p>
          <a:r>
            <a:rPr lang="en-US" altLang="zh-CN" dirty="0"/>
            <a:t>CUTTER_MV_UP</a:t>
          </a:r>
          <a:endParaRPr lang="en-US" dirty="0"/>
        </a:p>
      </dgm:t>
    </dgm:pt>
    <dgm:pt modelId="{47406C5E-B7FC-4572-A662-AB1C205B19A2}" type="parTrans" cxnId="{966BEDBB-BB0C-4440-9ACC-7223E63D15AE}">
      <dgm:prSet/>
      <dgm:spPr/>
      <dgm:t>
        <a:bodyPr/>
        <a:lstStyle/>
        <a:p>
          <a:endParaRPr lang="en-US"/>
        </a:p>
      </dgm:t>
    </dgm:pt>
    <dgm:pt modelId="{93C29B6E-76F2-402C-8EA1-F6DE13413CBD}" type="sibTrans" cxnId="{966BEDBB-BB0C-4440-9ACC-7223E63D15AE}">
      <dgm:prSet/>
      <dgm:spPr/>
      <dgm:t>
        <a:bodyPr/>
        <a:lstStyle/>
        <a:p>
          <a:endParaRPr lang="en-US"/>
        </a:p>
      </dgm:t>
    </dgm:pt>
    <dgm:pt modelId="{1F1DC590-F906-413C-9296-E87B40444AC1}">
      <dgm:prSet/>
      <dgm:spPr/>
      <dgm:t>
        <a:bodyPr/>
        <a:lstStyle/>
        <a:p>
          <a:r>
            <a:rPr lang="en-GB" dirty="0"/>
            <a:t>OFF_STATE  (*Off state*)</a:t>
          </a:r>
          <a:endParaRPr lang="en-US" dirty="0"/>
        </a:p>
      </dgm:t>
    </dgm:pt>
    <dgm:pt modelId="{39CD4EBC-068D-475A-A31A-7F1A56907236}" type="parTrans" cxnId="{E2CF1D78-6EA1-49AF-9C05-2C260067F15E}">
      <dgm:prSet/>
      <dgm:spPr/>
      <dgm:t>
        <a:bodyPr/>
        <a:lstStyle/>
        <a:p>
          <a:endParaRPr lang="en-US"/>
        </a:p>
      </dgm:t>
    </dgm:pt>
    <dgm:pt modelId="{008233E6-F1EA-43CA-9A25-07908619EC38}" type="sibTrans" cxnId="{E2CF1D78-6EA1-49AF-9C05-2C260067F15E}">
      <dgm:prSet/>
      <dgm:spPr/>
      <dgm:t>
        <a:bodyPr/>
        <a:lstStyle/>
        <a:p>
          <a:endParaRPr lang="en-US"/>
        </a:p>
      </dgm:t>
    </dgm:pt>
    <dgm:pt modelId="{9C32A96D-B6DB-4D84-BBC7-B75BEF77A882}" type="pres">
      <dgm:prSet presAssocID="{46DDC22C-AB96-4CC9-8645-E7F2AA850A28}" presName="cycle" presStyleCnt="0">
        <dgm:presLayoutVars>
          <dgm:dir/>
          <dgm:resizeHandles val="exact"/>
        </dgm:presLayoutVars>
      </dgm:prSet>
      <dgm:spPr/>
    </dgm:pt>
    <dgm:pt modelId="{6E3F681B-D65E-4578-A38B-72F9AA175948}" type="pres">
      <dgm:prSet presAssocID="{1F1DC590-F906-413C-9296-E87B40444AC1}" presName="node" presStyleLbl="node1" presStyleIdx="0" presStyleCnt="5">
        <dgm:presLayoutVars>
          <dgm:bulletEnabled val="1"/>
        </dgm:presLayoutVars>
      </dgm:prSet>
      <dgm:spPr/>
    </dgm:pt>
    <dgm:pt modelId="{F62C9B84-2ED4-4881-ADFC-8CE3CEDBF4F4}" type="pres">
      <dgm:prSet presAssocID="{1F1DC590-F906-413C-9296-E87B40444AC1}" presName="spNode" presStyleCnt="0"/>
      <dgm:spPr/>
    </dgm:pt>
    <dgm:pt modelId="{55E24205-5EFA-45EA-BAD4-42CB98BE4C41}" type="pres">
      <dgm:prSet presAssocID="{008233E6-F1EA-43CA-9A25-07908619EC38}" presName="sibTrans" presStyleLbl="sibTrans1D1" presStyleIdx="0" presStyleCnt="5"/>
      <dgm:spPr/>
    </dgm:pt>
    <dgm:pt modelId="{66E215FA-4B7D-435B-8A7F-FF5DF31FD0E3}" type="pres">
      <dgm:prSet presAssocID="{7F72AB48-3724-4464-873C-CEC5166A0811}" presName="node" presStyleLbl="node1" presStyleIdx="1" presStyleCnt="5">
        <dgm:presLayoutVars>
          <dgm:bulletEnabled val="1"/>
        </dgm:presLayoutVars>
      </dgm:prSet>
      <dgm:spPr/>
    </dgm:pt>
    <dgm:pt modelId="{3FED2F9C-9416-4490-B879-3FFBA0EEBD1E}" type="pres">
      <dgm:prSet presAssocID="{7F72AB48-3724-4464-873C-CEC5166A0811}" presName="spNode" presStyleCnt="0"/>
      <dgm:spPr/>
    </dgm:pt>
    <dgm:pt modelId="{D9AF9968-02DE-4F5B-AC56-83F290A94D7F}" type="pres">
      <dgm:prSet presAssocID="{2D90823A-4E8A-4CA5-BFEA-0C3CFD05F7EB}" presName="sibTrans" presStyleLbl="sibTrans1D1" presStyleIdx="1" presStyleCnt="5"/>
      <dgm:spPr/>
    </dgm:pt>
    <dgm:pt modelId="{F636473C-079A-43B2-AE4E-273FCEF3D617}" type="pres">
      <dgm:prSet presAssocID="{0C15FF76-3A7F-47D2-BDE4-1D085EC21A61}" presName="node" presStyleLbl="node1" presStyleIdx="2" presStyleCnt="5">
        <dgm:presLayoutVars>
          <dgm:bulletEnabled val="1"/>
        </dgm:presLayoutVars>
      </dgm:prSet>
      <dgm:spPr/>
    </dgm:pt>
    <dgm:pt modelId="{77838691-268A-445B-A7DF-F1FC80432778}" type="pres">
      <dgm:prSet presAssocID="{0C15FF76-3A7F-47D2-BDE4-1D085EC21A61}" presName="spNode" presStyleCnt="0"/>
      <dgm:spPr/>
    </dgm:pt>
    <dgm:pt modelId="{08953E16-9DF1-435D-8F1C-DA982F8EB1FC}" type="pres">
      <dgm:prSet presAssocID="{8673E638-11FE-406F-8AAD-88FE4585AEC7}" presName="sibTrans" presStyleLbl="sibTrans1D1" presStyleIdx="2" presStyleCnt="5"/>
      <dgm:spPr/>
    </dgm:pt>
    <dgm:pt modelId="{2E08C901-984A-4A5F-A749-3CEC6E1356E2}" type="pres">
      <dgm:prSet presAssocID="{5CEB4F69-862E-4CEA-B576-C16F93CDE7AC}" presName="node" presStyleLbl="node1" presStyleIdx="3" presStyleCnt="5">
        <dgm:presLayoutVars>
          <dgm:bulletEnabled val="1"/>
        </dgm:presLayoutVars>
      </dgm:prSet>
      <dgm:spPr/>
    </dgm:pt>
    <dgm:pt modelId="{51D15675-65A7-4290-A2DA-278A5AFB7343}" type="pres">
      <dgm:prSet presAssocID="{5CEB4F69-862E-4CEA-B576-C16F93CDE7AC}" presName="spNode" presStyleCnt="0"/>
      <dgm:spPr/>
    </dgm:pt>
    <dgm:pt modelId="{E2F2833B-8168-4B2A-BC8F-ADFDF423FDFE}" type="pres">
      <dgm:prSet presAssocID="{F1E949B7-B009-4AD8-A465-0E4A44356145}" presName="sibTrans" presStyleLbl="sibTrans1D1" presStyleIdx="3" presStyleCnt="5"/>
      <dgm:spPr/>
    </dgm:pt>
    <dgm:pt modelId="{3235057F-DD66-4396-B726-27B24FFE05F6}" type="pres">
      <dgm:prSet presAssocID="{B06D472B-9613-4CE3-8755-65B799F5B595}" presName="node" presStyleLbl="node1" presStyleIdx="4" presStyleCnt="5">
        <dgm:presLayoutVars>
          <dgm:bulletEnabled val="1"/>
        </dgm:presLayoutVars>
      </dgm:prSet>
      <dgm:spPr/>
    </dgm:pt>
    <dgm:pt modelId="{EBAFD79B-CF95-4140-8E78-5AD3300A72B6}" type="pres">
      <dgm:prSet presAssocID="{B06D472B-9613-4CE3-8755-65B799F5B595}" presName="spNode" presStyleCnt="0"/>
      <dgm:spPr/>
    </dgm:pt>
    <dgm:pt modelId="{24DC4A70-DBD6-4375-B459-9730C797B864}" type="pres">
      <dgm:prSet presAssocID="{93C29B6E-76F2-402C-8EA1-F6DE13413CBD}" presName="sibTrans" presStyleLbl="sibTrans1D1" presStyleIdx="4" presStyleCnt="5"/>
      <dgm:spPr/>
    </dgm:pt>
  </dgm:ptLst>
  <dgm:cxnLst>
    <dgm:cxn modelId="{A966A30A-0B36-447A-ABF1-D4EAC7946F53}" type="presOf" srcId="{8673E638-11FE-406F-8AAD-88FE4585AEC7}" destId="{08953E16-9DF1-435D-8F1C-DA982F8EB1FC}" srcOrd="0" destOrd="0" presId="urn:microsoft.com/office/officeart/2005/8/layout/cycle5"/>
    <dgm:cxn modelId="{8A54950E-A0C8-48BD-9623-A5F4A4F3A0A1}" srcId="{46DDC22C-AB96-4CC9-8645-E7F2AA850A28}" destId="{0C15FF76-3A7F-47D2-BDE4-1D085EC21A61}" srcOrd="2" destOrd="0" parTransId="{C2BE3C72-AA5D-4EA0-9E69-F9C5E7B876D2}" sibTransId="{8673E638-11FE-406F-8AAD-88FE4585AEC7}"/>
    <dgm:cxn modelId="{1E00E715-09CA-4300-86D5-28B35242422E}" type="presOf" srcId="{5CEB4F69-862E-4CEA-B576-C16F93CDE7AC}" destId="{2E08C901-984A-4A5F-A749-3CEC6E1356E2}" srcOrd="0" destOrd="0" presId="urn:microsoft.com/office/officeart/2005/8/layout/cycle5"/>
    <dgm:cxn modelId="{B60C812F-D671-49BF-ABFD-BD517ACD8BA0}" srcId="{46DDC22C-AB96-4CC9-8645-E7F2AA850A28}" destId="{7F72AB48-3724-4464-873C-CEC5166A0811}" srcOrd="1" destOrd="0" parTransId="{7563D06B-2112-4A38-801B-08E743C4FD81}" sibTransId="{2D90823A-4E8A-4CA5-BFEA-0C3CFD05F7EB}"/>
    <dgm:cxn modelId="{6C7B883A-5444-41C1-BE1D-799549F537C7}" type="presOf" srcId="{0C15FF76-3A7F-47D2-BDE4-1D085EC21A61}" destId="{F636473C-079A-43B2-AE4E-273FCEF3D617}" srcOrd="0" destOrd="0" presId="urn:microsoft.com/office/officeart/2005/8/layout/cycle5"/>
    <dgm:cxn modelId="{742C9B50-CA31-4D53-8C62-5ED0929C9257}" type="presOf" srcId="{F1E949B7-B009-4AD8-A465-0E4A44356145}" destId="{E2F2833B-8168-4B2A-BC8F-ADFDF423FDFE}" srcOrd="0" destOrd="0" presId="urn:microsoft.com/office/officeart/2005/8/layout/cycle5"/>
    <dgm:cxn modelId="{70B45472-E72B-4871-AD23-10980D0A59F0}" type="presOf" srcId="{7F72AB48-3724-4464-873C-CEC5166A0811}" destId="{66E215FA-4B7D-435B-8A7F-FF5DF31FD0E3}" srcOrd="0" destOrd="0" presId="urn:microsoft.com/office/officeart/2005/8/layout/cycle5"/>
    <dgm:cxn modelId="{E2CF1D78-6EA1-49AF-9C05-2C260067F15E}" srcId="{46DDC22C-AB96-4CC9-8645-E7F2AA850A28}" destId="{1F1DC590-F906-413C-9296-E87B40444AC1}" srcOrd="0" destOrd="0" parTransId="{39CD4EBC-068D-475A-A31A-7F1A56907236}" sibTransId="{008233E6-F1EA-43CA-9A25-07908619EC38}"/>
    <dgm:cxn modelId="{4C7ECE7B-3610-45B7-9BB5-EF024FA50CED}" type="presOf" srcId="{93C29B6E-76F2-402C-8EA1-F6DE13413CBD}" destId="{24DC4A70-DBD6-4375-B459-9730C797B864}" srcOrd="0" destOrd="0" presId="urn:microsoft.com/office/officeart/2005/8/layout/cycle5"/>
    <dgm:cxn modelId="{00610886-6490-4984-B3EA-23C51B70A315}" type="presOf" srcId="{008233E6-F1EA-43CA-9A25-07908619EC38}" destId="{55E24205-5EFA-45EA-BAD4-42CB98BE4C41}" srcOrd="0" destOrd="0" presId="urn:microsoft.com/office/officeart/2005/8/layout/cycle5"/>
    <dgm:cxn modelId="{BB98F594-9910-4C70-8B85-5CDFF964469B}" type="presOf" srcId="{2D90823A-4E8A-4CA5-BFEA-0C3CFD05F7EB}" destId="{D9AF9968-02DE-4F5B-AC56-83F290A94D7F}" srcOrd="0" destOrd="0" presId="urn:microsoft.com/office/officeart/2005/8/layout/cycle5"/>
    <dgm:cxn modelId="{70DEFC9F-EF72-48EE-9142-4906EE9D9A83}" type="presOf" srcId="{46DDC22C-AB96-4CC9-8645-E7F2AA850A28}" destId="{9C32A96D-B6DB-4D84-BBC7-B75BEF77A882}" srcOrd="0" destOrd="0" presId="urn:microsoft.com/office/officeart/2005/8/layout/cycle5"/>
    <dgm:cxn modelId="{966BEDBB-BB0C-4440-9ACC-7223E63D15AE}" srcId="{46DDC22C-AB96-4CC9-8645-E7F2AA850A28}" destId="{B06D472B-9613-4CE3-8755-65B799F5B595}" srcOrd="4" destOrd="0" parTransId="{47406C5E-B7FC-4572-A662-AB1C205B19A2}" sibTransId="{93C29B6E-76F2-402C-8EA1-F6DE13413CBD}"/>
    <dgm:cxn modelId="{ED0026C8-2CD7-4EE0-A097-A53E1C206DE4}" srcId="{46DDC22C-AB96-4CC9-8645-E7F2AA850A28}" destId="{5CEB4F69-862E-4CEA-B576-C16F93CDE7AC}" srcOrd="3" destOrd="0" parTransId="{55AF73F9-4D68-47E0-B814-8D5286E5F048}" sibTransId="{F1E949B7-B009-4AD8-A465-0E4A44356145}"/>
    <dgm:cxn modelId="{C7C432E4-F09F-4795-9775-11734CF8AA17}" type="presOf" srcId="{B06D472B-9613-4CE3-8755-65B799F5B595}" destId="{3235057F-DD66-4396-B726-27B24FFE05F6}" srcOrd="0" destOrd="0" presId="urn:microsoft.com/office/officeart/2005/8/layout/cycle5"/>
    <dgm:cxn modelId="{B4635FFF-7599-4024-B572-3FD23A7F0AEE}" type="presOf" srcId="{1F1DC590-F906-413C-9296-E87B40444AC1}" destId="{6E3F681B-D65E-4578-A38B-72F9AA175948}" srcOrd="0" destOrd="0" presId="urn:microsoft.com/office/officeart/2005/8/layout/cycle5"/>
    <dgm:cxn modelId="{B054B770-7C4D-4CC9-9E9F-D22892902BB6}" type="presParOf" srcId="{9C32A96D-B6DB-4D84-BBC7-B75BEF77A882}" destId="{6E3F681B-D65E-4578-A38B-72F9AA175948}" srcOrd="0" destOrd="0" presId="urn:microsoft.com/office/officeart/2005/8/layout/cycle5"/>
    <dgm:cxn modelId="{094ED165-B5DA-4778-8ADE-4D2DC8C5A197}" type="presParOf" srcId="{9C32A96D-B6DB-4D84-BBC7-B75BEF77A882}" destId="{F62C9B84-2ED4-4881-ADFC-8CE3CEDBF4F4}" srcOrd="1" destOrd="0" presId="urn:microsoft.com/office/officeart/2005/8/layout/cycle5"/>
    <dgm:cxn modelId="{CFFC2159-8C0E-45D9-8B6E-0FCF6CF5ABC8}" type="presParOf" srcId="{9C32A96D-B6DB-4D84-BBC7-B75BEF77A882}" destId="{55E24205-5EFA-45EA-BAD4-42CB98BE4C41}" srcOrd="2" destOrd="0" presId="urn:microsoft.com/office/officeart/2005/8/layout/cycle5"/>
    <dgm:cxn modelId="{9CA07692-5FC9-4390-A779-98E7F022CD1C}" type="presParOf" srcId="{9C32A96D-B6DB-4D84-BBC7-B75BEF77A882}" destId="{66E215FA-4B7D-435B-8A7F-FF5DF31FD0E3}" srcOrd="3" destOrd="0" presId="urn:microsoft.com/office/officeart/2005/8/layout/cycle5"/>
    <dgm:cxn modelId="{2DA19D2B-CD7F-4637-9ACD-D2ACAA6ADC27}" type="presParOf" srcId="{9C32A96D-B6DB-4D84-BBC7-B75BEF77A882}" destId="{3FED2F9C-9416-4490-B879-3FFBA0EEBD1E}" srcOrd="4" destOrd="0" presId="urn:microsoft.com/office/officeart/2005/8/layout/cycle5"/>
    <dgm:cxn modelId="{9900BB5F-68A7-4C5A-AC8F-1B3C2FD4F152}" type="presParOf" srcId="{9C32A96D-B6DB-4D84-BBC7-B75BEF77A882}" destId="{D9AF9968-02DE-4F5B-AC56-83F290A94D7F}" srcOrd="5" destOrd="0" presId="urn:microsoft.com/office/officeart/2005/8/layout/cycle5"/>
    <dgm:cxn modelId="{D59B899D-7AA4-4A38-AD62-B01CEF335C05}" type="presParOf" srcId="{9C32A96D-B6DB-4D84-BBC7-B75BEF77A882}" destId="{F636473C-079A-43B2-AE4E-273FCEF3D617}" srcOrd="6" destOrd="0" presId="urn:microsoft.com/office/officeart/2005/8/layout/cycle5"/>
    <dgm:cxn modelId="{9FF9D0E5-475D-49CD-A315-06F959C15CA7}" type="presParOf" srcId="{9C32A96D-B6DB-4D84-BBC7-B75BEF77A882}" destId="{77838691-268A-445B-A7DF-F1FC80432778}" srcOrd="7" destOrd="0" presId="urn:microsoft.com/office/officeart/2005/8/layout/cycle5"/>
    <dgm:cxn modelId="{520C4F49-C694-44EE-9002-D15EE96DDBDC}" type="presParOf" srcId="{9C32A96D-B6DB-4D84-BBC7-B75BEF77A882}" destId="{08953E16-9DF1-435D-8F1C-DA982F8EB1FC}" srcOrd="8" destOrd="0" presId="urn:microsoft.com/office/officeart/2005/8/layout/cycle5"/>
    <dgm:cxn modelId="{B9D14F4E-700C-4E9E-839C-18F281DD5DDE}" type="presParOf" srcId="{9C32A96D-B6DB-4D84-BBC7-B75BEF77A882}" destId="{2E08C901-984A-4A5F-A749-3CEC6E1356E2}" srcOrd="9" destOrd="0" presId="urn:microsoft.com/office/officeart/2005/8/layout/cycle5"/>
    <dgm:cxn modelId="{4A29D705-2449-4A6E-9E8B-7F35180CCFE6}" type="presParOf" srcId="{9C32A96D-B6DB-4D84-BBC7-B75BEF77A882}" destId="{51D15675-65A7-4290-A2DA-278A5AFB7343}" srcOrd="10" destOrd="0" presId="urn:microsoft.com/office/officeart/2005/8/layout/cycle5"/>
    <dgm:cxn modelId="{E4C3566B-FB05-413D-9557-3E4975E66103}" type="presParOf" srcId="{9C32A96D-B6DB-4D84-BBC7-B75BEF77A882}" destId="{E2F2833B-8168-4B2A-BC8F-ADFDF423FDFE}" srcOrd="11" destOrd="0" presId="urn:microsoft.com/office/officeart/2005/8/layout/cycle5"/>
    <dgm:cxn modelId="{279B8B89-CBBF-47CF-9D07-BF9A02B1831A}" type="presParOf" srcId="{9C32A96D-B6DB-4D84-BBC7-B75BEF77A882}" destId="{3235057F-DD66-4396-B726-27B24FFE05F6}" srcOrd="12" destOrd="0" presId="urn:microsoft.com/office/officeart/2005/8/layout/cycle5"/>
    <dgm:cxn modelId="{8D77C0B3-6FF4-4AA2-B10B-24AB6D848A23}" type="presParOf" srcId="{9C32A96D-B6DB-4D84-BBC7-B75BEF77A882}" destId="{EBAFD79B-CF95-4140-8E78-5AD3300A72B6}" srcOrd="13" destOrd="0" presId="urn:microsoft.com/office/officeart/2005/8/layout/cycle5"/>
    <dgm:cxn modelId="{91DDAC0E-62F8-4FE2-8002-B38457ADEADC}" type="presParOf" srcId="{9C32A96D-B6DB-4D84-BBC7-B75BEF77A882}" destId="{24DC4A70-DBD6-4375-B459-9730C797B864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74CC7A-1CA4-4CDD-9146-4F1D3385C491}">
      <dsp:nvSpPr>
        <dsp:cNvPr id="0" name=""/>
        <dsp:cNvSpPr/>
      </dsp:nvSpPr>
      <dsp:spPr>
        <a:xfrm>
          <a:off x="1517136" y="-75194"/>
          <a:ext cx="7001060" cy="7001060"/>
        </a:xfrm>
        <a:prstGeom prst="circularArrow">
          <a:avLst>
            <a:gd name="adj1" fmla="val 5544"/>
            <a:gd name="adj2" fmla="val 330680"/>
            <a:gd name="adj3" fmla="val 14744226"/>
            <a:gd name="adj4" fmla="val 1682054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31C61A-03DE-40DE-9B2A-C54E30343297}">
      <dsp:nvSpPr>
        <dsp:cNvPr id="0" name=""/>
        <dsp:cNvSpPr/>
      </dsp:nvSpPr>
      <dsp:spPr>
        <a:xfrm>
          <a:off x="4106254" y="1460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READY</a:t>
          </a:r>
        </a:p>
      </dsp:txBody>
      <dsp:txXfrm>
        <a:off x="4150745" y="45951"/>
        <a:ext cx="1733842" cy="822430"/>
      </dsp:txXfrm>
    </dsp:sp>
    <dsp:sp modelId="{988484F7-B6A6-4A16-AD66-D21782ECF31C}">
      <dsp:nvSpPr>
        <dsp:cNvPr id="0" name=""/>
        <dsp:cNvSpPr/>
      </dsp:nvSpPr>
      <dsp:spPr>
        <a:xfrm>
          <a:off x="6025314" y="699941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POWERED</a:t>
          </a:r>
        </a:p>
      </dsp:txBody>
      <dsp:txXfrm>
        <a:off x="6069805" y="744432"/>
        <a:ext cx="1733842" cy="822430"/>
      </dsp:txXfrm>
    </dsp:sp>
    <dsp:sp modelId="{AF2AA074-E89B-48A5-AD30-0DA0229E75C6}">
      <dsp:nvSpPr>
        <dsp:cNvPr id="0" name=""/>
        <dsp:cNvSpPr/>
      </dsp:nvSpPr>
      <dsp:spPr>
        <a:xfrm>
          <a:off x="7046424" y="2468556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WAIT_POWER</a:t>
          </a:r>
        </a:p>
      </dsp:txBody>
      <dsp:txXfrm>
        <a:off x="7090915" y="2513047"/>
        <a:ext cx="1733842" cy="822430"/>
      </dsp:txXfrm>
    </dsp:sp>
    <dsp:sp modelId="{644B73AA-9E71-4F0E-BCFD-BEB9402AE04B}">
      <dsp:nvSpPr>
        <dsp:cNvPr id="0" name=""/>
        <dsp:cNvSpPr/>
      </dsp:nvSpPr>
      <dsp:spPr>
        <a:xfrm>
          <a:off x="6691797" y="4479751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NOT_POWERED</a:t>
          </a:r>
        </a:p>
      </dsp:txBody>
      <dsp:txXfrm>
        <a:off x="6736288" y="4524242"/>
        <a:ext cx="1733842" cy="822430"/>
      </dsp:txXfrm>
    </dsp:sp>
    <dsp:sp modelId="{5480CEB0-EFAB-4F52-A3D9-4F37E02D3A47}">
      <dsp:nvSpPr>
        <dsp:cNvPr id="0" name=""/>
        <dsp:cNvSpPr/>
      </dsp:nvSpPr>
      <dsp:spPr>
        <a:xfrm>
          <a:off x="5127365" y="5792465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IN_VELOCITY_STATE</a:t>
          </a:r>
        </a:p>
      </dsp:txBody>
      <dsp:txXfrm>
        <a:off x="5171856" y="5836956"/>
        <a:ext cx="1733842" cy="822430"/>
      </dsp:txXfrm>
    </dsp:sp>
    <dsp:sp modelId="{22053685-591B-42E0-AC0E-2737731DC808}">
      <dsp:nvSpPr>
        <dsp:cNvPr id="0" name=""/>
        <dsp:cNvSpPr/>
      </dsp:nvSpPr>
      <dsp:spPr>
        <a:xfrm>
          <a:off x="3085144" y="5792465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MOVE_POSITION_STATE </a:t>
          </a:r>
        </a:p>
      </dsp:txBody>
      <dsp:txXfrm>
        <a:off x="3129635" y="5836956"/>
        <a:ext cx="1733842" cy="822430"/>
      </dsp:txXfrm>
    </dsp:sp>
    <dsp:sp modelId="{B8A9017B-8640-4520-AB0C-41F6B660C902}">
      <dsp:nvSpPr>
        <dsp:cNvPr id="0" name=""/>
        <dsp:cNvSpPr/>
      </dsp:nvSpPr>
      <dsp:spPr>
        <a:xfrm>
          <a:off x="1520712" y="4479751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MOVE_ADDITIVE_STATE </a:t>
          </a:r>
        </a:p>
      </dsp:txBody>
      <dsp:txXfrm>
        <a:off x="1565203" y="4524242"/>
        <a:ext cx="1733842" cy="822430"/>
      </dsp:txXfrm>
    </dsp:sp>
    <dsp:sp modelId="{C27E7590-D08B-44CB-A928-1093C11EAF89}">
      <dsp:nvSpPr>
        <dsp:cNvPr id="0" name=""/>
        <dsp:cNvSpPr/>
      </dsp:nvSpPr>
      <dsp:spPr>
        <a:xfrm>
          <a:off x="1166084" y="2468556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MOVE_VELOCITY_STATE </a:t>
          </a:r>
        </a:p>
      </dsp:txBody>
      <dsp:txXfrm>
        <a:off x="1210575" y="2513047"/>
        <a:ext cx="1733842" cy="822430"/>
      </dsp:txXfrm>
    </dsp:sp>
    <dsp:sp modelId="{376F9C54-F4DB-4981-883F-15EF360E4C69}">
      <dsp:nvSpPr>
        <dsp:cNvPr id="0" name=""/>
        <dsp:cNvSpPr/>
      </dsp:nvSpPr>
      <dsp:spPr>
        <a:xfrm>
          <a:off x="2187195" y="699941"/>
          <a:ext cx="1822824" cy="911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STOPPING</a:t>
          </a:r>
        </a:p>
      </dsp:txBody>
      <dsp:txXfrm>
        <a:off x="2231686" y="744432"/>
        <a:ext cx="1733842" cy="8224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993EA-E1FA-4C64-BCEE-CA308ABEC041}">
      <dsp:nvSpPr>
        <dsp:cNvPr id="0" name=""/>
        <dsp:cNvSpPr/>
      </dsp:nvSpPr>
      <dsp:spPr>
        <a:xfrm>
          <a:off x="2944134" y="1512"/>
          <a:ext cx="2034973" cy="20349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OFF_STATE (*the system is off*)</a:t>
          </a:r>
          <a:endParaRPr lang="en-US" sz="1300" kern="1200" dirty="0"/>
        </a:p>
      </dsp:txBody>
      <dsp:txXfrm>
        <a:off x="3242149" y="299527"/>
        <a:ext cx="1438943" cy="1438943"/>
      </dsp:txXfrm>
    </dsp:sp>
    <dsp:sp modelId="{05679FA7-9875-4F80-A0F6-BF0ACBD76D7B}">
      <dsp:nvSpPr>
        <dsp:cNvPr id="0" name=""/>
        <dsp:cNvSpPr/>
      </dsp:nvSpPr>
      <dsp:spPr>
        <a:xfrm rot="2160000">
          <a:off x="4914584" y="1564166"/>
          <a:ext cx="540094" cy="686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930056" y="1653908"/>
        <a:ext cx="378066" cy="412081"/>
      </dsp:txXfrm>
    </dsp:sp>
    <dsp:sp modelId="{D9859F9D-0E71-4ED3-AE5A-B50ED1762A1C}">
      <dsp:nvSpPr>
        <dsp:cNvPr id="0" name=""/>
        <dsp:cNvSpPr/>
      </dsp:nvSpPr>
      <dsp:spPr>
        <a:xfrm>
          <a:off x="5414887" y="1796619"/>
          <a:ext cx="2034973" cy="2034973"/>
        </a:xfrm>
        <a:prstGeom prst="ellipse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CONFIRM_INIT</a:t>
          </a:r>
          <a:r>
            <a:rPr lang="en-GB" sz="1300" kern="1200" dirty="0"/>
            <a:t>  (*Wait to be powered*)</a:t>
          </a:r>
          <a:endParaRPr lang="en-US" sz="1300" kern="1200" dirty="0"/>
        </a:p>
      </dsp:txBody>
      <dsp:txXfrm>
        <a:off x="5712902" y="2094634"/>
        <a:ext cx="1438943" cy="1438943"/>
      </dsp:txXfrm>
    </dsp:sp>
    <dsp:sp modelId="{5D881F7D-721E-4DD3-A542-3109D0641C04}">
      <dsp:nvSpPr>
        <dsp:cNvPr id="0" name=""/>
        <dsp:cNvSpPr/>
      </dsp:nvSpPr>
      <dsp:spPr>
        <a:xfrm rot="6480000">
          <a:off x="5695178" y="3908439"/>
          <a:ext cx="540094" cy="686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5801227" y="3968751"/>
        <a:ext cx="378066" cy="412081"/>
      </dsp:txXfrm>
    </dsp:sp>
    <dsp:sp modelId="{30885728-9F5E-468F-812D-6EDA18F42EC5}">
      <dsp:nvSpPr>
        <dsp:cNvPr id="0" name=""/>
        <dsp:cNvSpPr/>
      </dsp:nvSpPr>
      <dsp:spPr>
        <a:xfrm>
          <a:off x="4471143" y="4701164"/>
          <a:ext cx="2034973" cy="2034973"/>
        </a:xfrm>
        <a:prstGeom prst="ellips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CONVY_MV_STATE </a:t>
          </a:r>
          <a:r>
            <a:rPr lang="en-GB" sz="1300" kern="1200" dirty="0"/>
            <a:t>(*running state and waits for a triggered state or be turned off*)</a:t>
          </a:r>
          <a:endParaRPr lang="en-US" sz="1300" kern="1200" dirty="0"/>
        </a:p>
      </dsp:txBody>
      <dsp:txXfrm>
        <a:off x="4769158" y="4999179"/>
        <a:ext cx="1438943" cy="1438943"/>
      </dsp:txXfrm>
    </dsp:sp>
    <dsp:sp modelId="{258A0587-DC90-4CEB-9907-A40CEBABA4A8}">
      <dsp:nvSpPr>
        <dsp:cNvPr id="0" name=""/>
        <dsp:cNvSpPr/>
      </dsp:nvSpPr>
      <dsp:spPr>
        <a:xfrm rot="10800000">
          <a:off x="3706859" y="5375248"/>
          <a:ext cx="540094" cy="686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868887" y="5512609"/>
        <a:ext cx="378066" cy="412081"/>
      </dsp:txXfrm>
    </dsp:sp>
    <dsp:sp modelId="{E4A35043-EA95-4132-80D1-82A43F838DC4}">
      <dsp:nvSpPr>
        <dsp:cNvPr id="0" name=""/>
        <dsp:cNvSpPr/>
      </dsp:nvSpPr>
      <dsp:spPr>
        <a:xfrm>
          <a:off x="1417125" y="4701164"/>
          <a:ext cx="2034973" cy="2034973"/>
        </a:xfrm>
        <a:prstGeom prst="ellipse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SENSOR_DETECT </a:t>
          </a:r>
          <a:r>
            <a:rPr lang="en-GB" sz="1300" kern="1200" dirty="0"/>
            <a:t>(*the system has been triggered and is getting ready for the cutting action*)</a:t>
          </a:r>
          <a:endParaRPr lang="en-US" sz="1300" kern="1200" dirty="0"/>
        </a:p>
      </dsp:txBody>
      <dsp:txXfrm>
        <a:off x="1715140" y="4999179"/>
        <a:ext cx="1438943" cy="1438943"/>
      </dsp:txXfrm>
    </dsp:sp>
    <dsp:sp modelId="{B4CCA1A1-D06A-46DB-8809-E8B3AEC9D1E5}">
      <dsp:nvSpPr>
        <dsp:cNvPr id="0" name=""/>
        <dsp:cNvSpPr/>
      </dsp:nvSpPr>
      <dsp:spPr>
        <a:xfrm rot="15120000">
          <a:off x="1697416" y="3937514"/>
          <a:ext cx="540094" cy="686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1803465" y="4151924"/>
        <a:ext cx="378066" cy="412081"/>
      </dsp:txXfrm>
    </dsp:sp>
    <dsp:sp modelId="{6ADFFF6B-C8D2-4A10-B7AA-22918D89E200}">
      <dsp:nvSpPr>
        <dsp:cNvPr id="0" name=""/>
        <dsp:cNvSpPr/>
      </dsp:nvSpPr>
      <dsp:spPr>
        <a:xfrm>
          <a:off x="473381" y="1796619"/>
          <a:ext cx="2034973" cy="2034973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CUTTING_STATE (*the system performs the cut and gets ready to go back to running state*)</a:t>
          </a:r>
          <a:endParaRPr lang="en-US" sz="1300" kern="1200" dirty="0"/>
        </a:p>
      </dsp:txBody>
      <dsp:txXfrm>
        <a:off x="771396" y="2094634"/>
        <a:ext cx="1438943" cy="1438943"/>
      </dsp:txXfrm>
    </dsp:sp>
    <dsp:sp modelId="{E0727F3F-64FE-4059-9001-1A71214D813D}">
      <dsp:nvSpPr>
        <dsp:cNvPr id="0" name=""/>
        <dsp:cNvSpPr/>
      </dsp:nvSpPr>
      <dsp:spPr>
        <a:xfrm rot="19440000">
          <a:off x="2443831" y="1582135"/>
          <a:ext cx="540094" cy="6868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459303" y="1767115"/>
        <a:ext cx="378066" cy="4120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E3ED16-C86D-4531-8F37-18A01BD8D46A}">
      <dsp:nvSpPr>
        <dsp:cNvPr id="0" name=""/>
        <dsp:cNvSpPr/>
      </dsp:nvSpPr>
      <dsp:spPr>
        <a:xfrm>
          <a:off x="3120163" y="1147"/>
          <a:ext cx="1682915" cy="1682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OFF_STATE_CONVEYOR </a:t>
          </a:r>
          <a:r>
            <a:rPr lang="en-US" sz="800" kern="1200" dirty="0"/>
            <a:t> (*Off state*)</a:t>
          </a:r>
        </a:p>
      </dsp:txBody>
      <dsp:txXfrm>
        <a:off x="3366620" y="247604"/>
        <a:ext cx="1190001" cy="1190001"/>
      </dsp:txXfrm>
    </dsp:sp>
    <dsp:sp modelId="{4BDFED6F-3EE3-4EE9-80C2-4EC86FC863D4}">
      <dsp:nvSpPr>
        <dsp:cNvPr id="0" name=""/>
        <dsp:cNvSpPr/>
      </dsp:nvSpPr>
      <dsp:spPr>
        <a:xfrm rot="1800000">
          <a:off x="4821075" y="1183843"/>
          <a:ext cx="446951" cy="567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830057" y="1263919"/>
        <a:ext cx="312866" cy="340789"/>
      </dsp:txXfrm>
    </dsp:sp>
    <dsp:sp modelId="{5F0D79E6-BC22-46C8-99FD-474AA3205279}">
      <dsp:nvSpPr>
        <dsp:cNvPr id="0" name=""/>
        <dsp:cNvSpPr/>
      </dsp:nvSpPr>
      <dsp:spPr>
        <a:xfrm>
          <a:off x="5307934" y="1264257"/>
          <a:ext cx="1682915" cy="1682915"/>
        </a:xfrm>
        <a:prstGeom prst="ellipse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INIT_AXIS</a:t>
          </a:r>
          <a:r>
            <a:rPr lang="en-US" sz="800" kern="1200" dirty="0"/>
            <a:t> (*Initialization of the general axis*)</a:t>
          </a:r>
        </a:p>
      </dsp:txBody>
      <dsp:txXfrm>
        <a:off x="5554391" y="1510714"/>
        <a:ext cx="1190001" cy="1190001"/>
      </dsp:txXfrm>
    </dsp:sp>
    <dsp:sp modelId="{AB693B65-C799-4F99-803D-AC095416C0D4}">
      <dsp:nvSpPr>
        <dsp:cNvPr id="0" name=""/>
        <dsp:cNvSpPr/>
      </dsp:nvSpPr>
      <dsp:spPr>
        <a:xfrm rot="5400000">
          <a:off x="5925916" y="3072183"/>
          <a:ext cx="446951" cy="567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992959" y="3118738"/>
        <a:ext cx="312866" cy="340789"/>
      </dsp:txXfrm>
    </dsp:sp>
    <dsp:sp modelId="{82FC6D43-E0B3-4758-BEB9-2637BA5B83AD}">
      <dsp:nvSpPr>
        <dsp:cNvPr id="0" name=""/>
        <dsp:cNvSpPr/>
      </dsp:nvSpPr>
      <dsp:spPr>
        <a:xfrm>
          <a:off x="5307934" y="3790477"/>
          <a:ext cx="1682915" cy="1682915"/>
        </a:xfrm>
        <a:prstGeom prst="ellips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AXIS_ENABLED</a:t>
          </a:r>
        </a:p>
      </dsp:txBody>
      <dsp:txXfrm>
        <a:off x="5554391" y="4036934"/>
        <a:ext cx="1190001" cy="1190001"/>
      </dsp:txXfrm>
    </dsp:sp>
    <dsp:sp modelId="{DAD66258-545A-4E0D-9321-7BF25274517A}">
      <dsp:nvSpPr>
        <dsp:cNvPr id="0" name=""/>
        <dsp:cNvSpPr/>
      </dsp:nvSpPr>
      <dsp:spPr>
        <a:xfrm rot="9000000">
          <a:off x="4842985" y="4973173"/>
          <a:ext cx="446951" cy="567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 rot="10800000">
        <a:off x="4968088" y="5053249"/>
        <a:ext cx="312866" cy="340789"/>
      </dsp:txXfrm>
    </dsp:sp>
    <dsp:sp modelId="{92CC5560-320E-472A-A801-42B7D74F60B3}">
      <dsp:nvSpPr>
        <dsp:cNvPr id="0" name=""/>
        <dsp:cNvSpPr/>
      </dsp:nvSpPr>
      <dsp:spPr>
        <a:xfrm>
          <a:off x="3120163" y="5053587"/>
          <a:ext cx="1682915" cy="1682915"/>
        </a:xfrm>
        <a:prstGeom prst="ellipse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CONFIRM_CONV_MV </a:t>
          </a:r>
          <a:r>
            <a:rPr lang="en-US" sz="800" kern="1200" dirty="0"/>
            <a:t> (*Enabling of the axis relative to the conveyor*)</a:t>
          </a:r>
        </a:p>
      </dsp:txBody>
      <dsp:txXfrm>
        <a:off x="3366620" y="5300044"/>
        <a:ext cx="1190001" cy="1190001"/>
      </dsp:txXfrm>
    </dsp:sp>
    <dsp:sp modelId="{F7DB09A3-5BEF-4CF7-A2D7-87002881BC22}">
      <dsp:nvSpPr>
        <dsp:cNvPr id="0" name=""/>
        <dsp:cNvSpPr/>
      </dsp:nvSpPr>
      <dsp:spPr>
        <a:xfrm rot="12600000">
          <a:off x="2655214" y="4985823"/>
          <a:ext cx="446951" cy="567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780317" y="5132941"/>
        <a:ext cx="312866" cy="340789"/>
      </dsp:txXfrm>
    </dsp:sp>
    <dsp:sp modelId="{C42E6B3D-4B2C-4171-A614-15EA72F8CAB4}">
      <dsp:nvSpPr>
        <dsp:cNvPr id="0" name=""/>
        <dsp:cNvSpPr/>
      </dsp:nvSpPr>
      <dsp:spPr>
        <a:xfrm>
          <a:off x="932392" y="3790477"/>
          <a:ext cx="1682915" cy="1682915"/>
        </a:xfrm>
        <a:prstGeom prst="ellips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CONV_MOVING_STATE (*Initialization of the movement of the conveyor and relative variables*)</a:t>
          </a:r>
        </a:p>
      </dsp:txBody>
      <dsp:txXfrm>
        <a:off x="1178849" y="4036934"/>
        <a:ext cx="1190001" cy="1190001"/>
      </dsp:txXfrm>
    </dsp:sp>
    <dsp:sp modelId="{3F44DCD0-ABE0-422B-A13C-CBB14ED278C8}">
      <dsp:nvSpPr>
        <dsp:cNvPr id="0" name=""/>
        <dsp:cNvSpPr/>
      </dsp:nvSpPr>
      <dsp:spPr>
        <a:xfrm rot="16200000">
          <a:off x="1550374" y="3097482"/>
          <a:ext cx="446951" cy="567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17417" y="3278122"/>
        <a:ext cx="312866" cy="340789"/>
      </dsp:txXfrm>
    </dsp:sp>
    <dsp:sp modelId="{C146AACB-6ACA-4C68-8C79-277BDF4BAC1D}">
      <dsp:nvSpPr>
        <dsp:cNvPr id="0" name=""/>
        <dsp:cNvSpPr/>
      </dsp:nvSpPr>
      <dsp:spPr>
        <a:xfrm>
          <a:off x="932392" y="1264257"/>
          <a:ext cx="1682915" cy="1682915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CONV_STOPED, (*Stopping of the movement of the conveyor and setting of the relative variables*)</a:t>
          </a:r>
        </a:p>
      </dsp:txBody>
      <dsp:txXfrm>
        <a:off x="1178849" y="1510714"/>
        <a:ext cx="1190001" cy="1190001"/>
      </dsp:txXfrm>
    </dsp:sp>
    <dsp:sp modelId="{0750570B-1E23-4A7C-AB85-2BD1C1EE59F3}">
      <dsp:nvSpPr>
        <dsp:cNvPr id="0" name=""/>
        <dsp:cNvSpPr/>
      </dsp:nvSpPr>
      <dsp:spPr>
        <a:xfrm rot="19800000">
          <a:off x="2633304" y="1196492"/>
          <a:ext cx="446951" cy="567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642286" y="1343610"/>
        <a:ext cx="312866" cy="3407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F681B-D65E-4578-A38B-72F9AA175948}">
      <dsp:nvSpPr>
        <dsp:cNvPr id="0" name=""/>
        <dsp:cNvSpPr/>
      </dsp:nvSpPr>
      <dsp:spPr>
        <a:xfrm>
          <a:off x="3208861" y="21"/>
          <a:ext cx="2206618" cy="14343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OFF_STATE  (*Off state*)</a:t>
          </a:r>
          <a:endParaRPr lang="en-US" sz="1700" kern="1200" dirty="0"/>
        </a:p>
      </dsp:txBody>
      <dsp:txXfrm>
        <a:off x="3278878" y="70038"/>
        <a:ext cx="2066584" cy="1294268"/>
      </dsp:txXfrm>
    </dsp:sp>
    <dsp:sp modelId="{55E24205-5EFA-45EA-BAD4-42CB98BE4C41}">
      <dsp:nvSpPr>
        <dsp:cNvPr id="0" name=""/>
        <dsp:cNvSpPr/>
      </dsp:nvSpPr>
      <dsp:spPr>
        <a:xfrm>
          <a:off x="1441620" y="717172"/>
          <a:ext cx="5741100" cy="5741100"/>
        </a:xfrm>
        <a:custGeom>
          <a:avLst/>
          <a:gdLst/>
          <a:ahLst/>
          <a:cxnLst/>
          <a:rect l="0" t="0" r="0" b="0"/>
          <a:pathLst>
            <a:path>
              <a:moveTo>
                <a:pt x="4270685" y="364621"/>
              </a:moveTo>
              <a:arcTo wR="2870550" hR="2870550" stAng="17951602" swAng="1214449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E215FA-4B7D-435B-8A7F-FF5DF31FD0E3}">
      <dsp:nvSpPr>
        <dsp:cNvPr id="0" name=""/>
        <dsp:cNvSpPr/>
      </dsp:nvSpPr>
      <dsp:spPr>
        <a:xfrm>
          <a:off x="5938916" y="1983523"/>
          <a:ext cx="2206618" cy="14343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INIT_AXIS (*Initialization of the general axis*)</a:t>
          </a:r>
          <a:endParaRPr lang="en-US" sz="1700" kern="1200" dirty="0"/>
        </a:p>
      </dsp:txBody>
      <dsp:txXfrm>
        <a:off x="6008933" y="2053540"/>
        <a:ext cx="2066584" cy="1294268"/>
      </dsp:txXfrm>
    </dsp:sp>
    <dsp:sp modelId="{D9AF9968-02DE-4F5B-AC56-83F290A94D7F}">
      <dsp:nvSpPr>
        <dsp:cNvPr id="0" name=""/>
        <dsp:cNvSpPr/>
      </dsp:nvSpPr>
      <dsp:spPr>
        <a:xfrm>
          <a:off x="1441620" y="717172"/>
          <a:ext cx="5741100" cy="5741100"/>
        </a:xfrm>
        <a:custGeom>
          <a:avLst/>
          <a:gdLst/>
          <a:ahLst/>
          <a:cxnLst/>
          <a:rect l="0" t="0" r="0" b="0"/>
          <a:pathLst>
            <a:path>
              <a:moveTo>
                <a:pt x="5734269" y="3068460"/>
              </a:moveTo>
              <a:arcTo wR="2870550" hR="2870550" stAng="21837204" swAng="1361978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36473C-079A-43B2-AE4E-273FCEF3D617}">
      <dsp:nvSpPr>
        <dsp:cNvPr id="0" name=""/>
        <dsp:cNvSpPr/>
      </dsp:nvSpPr>
      <dsp:spPr>
        <a:xfrm>
          <a:off x="4896128" y="5192895"/>
          <a:ext cx="2206618" cy="14343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AXIS_ENABLED  (*Enabling of the axis relative to the conveyor*)</a:t>
          </a:r>
          <a:endParaRPr lang="en-US" sz="1700" kern="1200" dirty="0"/>
        </a:p>
      </dsp:txBody>
      <dsp:txXfrm>
        <a:off x="4966145" y="5262912"/>
        <a:ext cx="2066584" cy="1294268"/>
      </dsp:txXfrm>
    </dsp:sp>
    <dsp:sp modelId="{08953E16-9DF1-435D-8F1C-DA982F8EB1FC}">
      <dsp:nvSpPr>
        <dsp:cNvPr id="0" name=""/>
        <dsp:cNvSpPr/>
      </dsp:nvSpPr>
      <dsp:spPr>
        <a:xfrm>
          <a:off x="1441620" y="717172"/>
          <a:ext cx="5741100" cy="5741100"/>
        </a:xfrm>
        <a:custGeom>
          <a:avLst/>
          <a:gdLst/>
          <a:ahLst/>
          <a:cxnLst/>
          <a:rect l="0" t="0" r="0" b="0"/>
          <a:pathLst>
            <a:path>
              <a:moveTo>
                <a:pt x="3224129" y="5719240"/>
              </a:moveTo>
              <a:arcTo wR="2870550" hR="2870550" stAng="4975479" swAng="849043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08C901-984A-4A5F-A749-3CEC6E1356E2}">
      <dsp:nvSpPr>
        <dsp:cNvPr id="0" name=""/>
        <dsp:cNvSpPr/>
      </dsp:nvSpPr>
      <dsp:spPr>
        <a:xfrm>
          <a:off x="1521594" y="5192895"/>
          <a:ext cx="2206618" cy="14343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CUTTER_MV_DOWN</a:t>
          </a:r>
          <a:endParaRPr lang="en-US" sz="1700" kern="1200" dirty="0"/>
        </a:p>
      </dsp:txBody>
      <dsp:txXfrm>
        <a:off x="1591611" y="5262912"/>
        <a:ext cx="2066584" cy="1294268"/>
      </dsp:txXfrm>
    </dsp:sp>
    <dsp:sp modelId="{E2F2833B-8168-4B2A-BC8F-ADFDF423FDFE}">
      <dsp:nvSpPr>
        <dsp:cNvPr id="0" name=""/>
        <dsp:cNvSpPr/>
      </dsp:nvSpPr>
      <dsp:spPr>
        <a:xfrm>
          <a:off x="1441620" y="717172"/>
          <a:ext cx="5741100" cy="5741100"/>
        </a:xfrm>
        <a:custGeom>
          <a:avLst/>
          <a:gdLst/>
          <a:ahLst/>
          <a:cxnLst/>
          <a:rect l="0" t="0" r="0" b="0"/>
          <a:pathLst>
            <a:path>
              <a:moveTo>
                <a:pt x="305026" y="4158240"/>
              </a:moveTo>
              <a:arcTo wR="2870550" hR="2870550" stAng="9200818" swAng="1361978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35057F-DD66-4396-B726-27B24FFE05F6}">
      <dsp:nvSpPr>
        <dsp:cNvPr id="0" name=""/>
        <dsp:cNvSpPr/>
      </dsp:nvSpPr>
      <dsp:spPr>
        <a:xfrm>
          <a:off x="478805" y="1983523"/>
          <a:ext cx="2206618" cy="143430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CUTTER_MV_UP</a:t>
          </a:r>
          <a:endParaRPr lang="en-US" sz="1700" kern="1200" dirty="0"/>
        </a:p>
      </dsp:txBody>
      <dsp:txXfrm>
        <a:off x="548822" y="2053540"/>
        <a:ext cx="2066584" cy="1294268"/>
      </dsp:txXfrm>
    </dsp:sp>
    <dsp:sp modelId="{24DC4A70-DBD6-4375-B459-9730C797B864}">
      <dsp:nvSpPr>
        <dsp:cNvPr id="0" name=""/>
        <dsp:cNvSpPr/>
      </dsp:nvSpPr>
      <dsp:spPr>
        <a:xfrm>
          <a:off x="1441620" y="717172"/>
          <a:ext cx="5741100" cy="5741100"/>
        </a:xfrm>
        <a:custGeom>
          <a:avLst/>
          <a:gdLst/>
          <a:ahLst/>
          <a:cxnLst/>
          <a:rect l="0" t="0" r="0" b="0"/>
          <a:pathLst>
            <a:path>
              <a:moveTo>
                <a:pt x="689909" y="1003770"/>
              </a:moveTo>
              <a:arcTo wR="2870550" hR="2870550" stAng="13233949" swAng="1214449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19EB7-E56C-B2AB-27CA-1BA7A9B74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78E130-5F02-E5AE-B829-EAFC7AD40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62DAD-DF7D-02A9-AAAF-8799D132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B72DAC-F3C7-0B38-6299-93FFDC0A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3D13EA-2716-730E-4582-D88905A9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2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74E72-C8CE-F4EB-7EBA-9865AA55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9BEF23-488F-74E5-FCC3-482122358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47627-AF51-5BE4-ABB6-E7CC0F4C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12ACE-55BF-3681-9ED8-6DE21816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5E997-164D-C919-B9AB-D1C507B5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3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300D4-380F-63EB-3000-7F710603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3DF859-8237-10AE-1ADD-1E4C6D075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EDDBF-5CA5-54AB-1610-2CF87A4A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33DF8-4C34-5C67-90AD-864DE71E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0DC512-74AA-AA93-E62C-C0F9C57C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B58DD-4446-E51B-0BBD-1B7E99AE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B12AC3-0026-8AF0-49F2-C9823150A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BB2326-25D2-8AE0-A674-EC20241AD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CD4A85-FFCE-E4AB-ABC5-DA4FEEB0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91C0EF-DC23-1061-7B0D-EF92ED1B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492AE5-7518-D226-E074-8089485C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459B9-7544-4295-F889-27610148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783CAA-4AB6-5A86-8DA6-1343601BC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B3D4AF-2B17-2BF9-A921-1AB3C4350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B537B6-2795-8375-374D-4F4ED4B58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004D92-66E8-5A11-9CC3-A196AFFA6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EBE53B-C5FC-34E9-27C9-4E07F56D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D774DC-C351-FAF5-E2FA-152A93DD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2F46CC-9518-5D84-091B-03D13311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7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47FE3E-8327-6C90-753A-3993A398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5A8D03-D511-9532-D9C3-957C9DA7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0EE782-9076-7D4D-5F62-CD147F50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CBA431-2FB2-886B-FCDE-1BBE151D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7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B0CFAC-E81F-AFEB-D99C-631FB3101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D5AAC0-B61F-7DA0-012A-6292EFF7D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0D635E-0FAE-EADC-1C57-7FE79B86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8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A173D-DD44-AE57-9135-4DCFAD459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80B44-9216-EFBC-F758-AC4270B6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F549BD-F071-1C64-3C37-04A8D18DC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CC254F-1BEB-350B-A22B-2E7640F3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36F942-006D-E53A-B2D4-FD96459F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0482DB-30FD-ABA6-B8FE-A1F5993E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43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313B6-28B7-ABF9-32A2-772AE3D4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E21F63-B6CE-E2A2-9E37-2CAB5B4F6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83E5D6-52A2-45D7-B55B-369A2C2B1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516D45-B871-EF03-152A-3A1F77C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807732-EAEB-7103-2EDE-4D827DB0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6B3820-6E13-040B-2F37-08F7BB3B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2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CEC06-65F4-524F-B751-ABE0CCEC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9C1488-03CC-21F8-439E-DBC9CA6E3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51814-BECB-25D8-80B2-4F691572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D6CA-FDF4-A7CB-DF54-0A09562D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FB351-9AB1-A59E-CC10-A01F36F5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6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31320F-ED8E-CD02-3CA9-6EB112692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8DBC02-AB8B-FB57-26D4-7D1B03860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4198F-870F-77E4-29E3-95C1C43A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68165B-0D85-61B5-2201-D0129844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C59A3C-F256-5E23-2D1F-94D5F733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7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B86391-569B-0443-23A0-A98DA09B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E77951-7917-C4C1-A4AE-FCDFC196B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E5717F-4609-56ED-B512-2065EADED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E66C2-D51E-4CB6-808A-208495DA71F7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4DC9E-5B5B-EC15-9589-03D3F0053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D5BD53-F6BD-71BC-EC1C-111A2DBAA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D5B39-1303-4DA0-90F7-78656B3E3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3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79284-6698-775C-DE27-10CB93CC0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Motion Exercise 1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F10DF7-7CD6-F76E-D184-A7E4163F1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24898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b="1" dirty="0"/>
              <a:t>Positioning</a:t>
            </a:r>
          </a:p>
        </p:txBody>
      </p:sp>
    </p:spTree>
    <p:extLst>
      <p:ext uri="{BB962C8B-B14F-4D97-AF65-F5344CB8AC3E}">
        <p14:creationId xmlns:p14="http://schemas.microsoft.com/office/powerpoint/2010/main" val="130851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79BC2C-D305-73AA-D7E1-E757B7B9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0" y="1233714"/>
            <a:ext cx="11261279" cy="4775200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C76FF731-3ABC-07E8-56AE-93035A94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527" y="265339"/>
            <a:ext cx="10990944" cy="86677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Device used: 4 SIM. 10-01 and Inputs and Outputs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327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F8082E-1DE9-8A9F-F366-BF2A99DA6D1C}"/>
              </a:ext>
            </a:extLst>
          </p:cNvPr>
          <p:cNvSpPr/>
          <p:nvPr/>
        </p:nvSpPr>
        <p:spPr>
          <a:xfrm>
            <a:off x="188686" y="108857"/>
            <a:ext cx="11814627" cy="674914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566A4D-B7CE-C2A7-DEBD-C76FFF05BB79}"/>
              </a:ext>
            </a:extLst>
          </p:cNvPr>
          <p:cNvGrpSpPr/>
          <p:nvPr/>
        </p:nvGrpSpPr>
        <p:grpSpPr>
          <a:xfrm>
            <a:off x="748759" y="634466"/>
            <a:ext cx="10224040" cy="5697923"/>
            <a:chOff x="632645" y="942363"/>
            <a:chExt cx="10224040" cy="56979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6427CE-13EE-F565-77CF-600B5EAB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275" y="991086"/>
              <a:ext cx="10093410" cy="5649200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971AF13-20BE-7895-13A3-A50D32720B20}"/>
                </a:ext>
              </a:extLst>
            </p:cNvPr>
            <p:cNvGrpSpPr/>
            <p:nvPr/>
          </p:nvGrpSpPr>
          <p:grpSpPr>
            <a:xfrm>
              <a:off x="632645" y="942363"/>
              <a:ext cx="9977297" cy="4174629"/>
              <a:chOff x="632645" y="942363"/>
              <a:chExt cx="9977297" cy="4174629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AD64B0-0E72-B78F-2302-A5077F70B6FD}"/>
                  </a:ext>
                </a:extLst>
              </p:cNvPr>
              <p:cNvSpPr txBox="1"/>
              <p:nvPr/>
            </p:nvSpPr>
            <p:spPr>
              <a:xfrm>
                <a:off x="632645" y="942363"/>
                <a:ext cx="5177335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highlight>
                      <a:srgbClr val="00FF00"/>
                    </a:highlight>
                  </a:rPr>
                  <a:t>MACHINE_CONTROL</a:t>
                </a:r>
                <a:endParaRPr lang="en-US" sz="4000" dirty="0">
                  <a:highlight>
                    <a:srgbClr val="00FF00"/>
                  </a:highlight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BC2F36-6BD3-07A2-14CF-1BF26A77EA67}"/>
                  </a:ext>
                </a:extLst>
              </p:cNvPr>
              <p:cNvSpPr txBox="1"/>
              <p:nvPr/>
            </p:nvSpPr>
            <p:spPr>
              <a:xfrm>
                <a:off x="763275" y="4532217"/>
                <a:ext cx="451992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b="1" dirty="0">
                    <a:highlight>
                      <a:srgbClr val="FF00FF"/>
                    </a:highlight>
                  </a:rPr>
                  <a:t>CONVEYOR_CONTORL</a:t>
                </a:r>
                <a:endParaRPr lang="en-US" sz="3200" dirty="0">
                  <a:highlight>
                    <a:srgbClr val="FF00FF"/>
                  </a:highlight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79C074-08D7-24A6-1A84-285321C70AB4}"/>
                  </a:ext>
                </a:extLst>
              </p:cNvPr>
              <p:cNvSpPr txBox="1"/>
              <p:nvPr/>
            </p:nvSpPr>
            <p:spPr>
              <a:xfrm>
                <a:off x="6763654" y="1296306"/>
                <a:ext cx="38462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highlight>
                      <a:srgbClr val="FF0000"/>
                    </a:highlight>
                  </a:rPr>
                  <a:t>CUTTER_CONTOL</a:t>
                </a:r>
                <a:endParaRPr lang="en-US" sz="3600" dirty="0">
                  <a:highlight>
                    <a:srgbClr val="FF0000"/>
                  </a:highligh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91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D6495-0ABB-244C-31F8-A108A9C8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Generic Axis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8C72DA7-0C43-A787-DE0A-EF5E28840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986" y="1234651"/>
            <a:ext cx="8468781" cy="5623349"/>
          </a:xfrm>
        </p:spPr>
      </p:pic>
    </p:spTree>
    <p:extLst>
      <p:ext uri="{BB962C8B-B14F-4D97-AF65-F5344CB8AC3E}">
        <p14:creationId xmlns:p14="http://schemas.microsoft.com/office/powerpoint/2010/main" val="145866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A6824560-2177-AC72-8571-3F627315DF42}"/>
              </a:ext>
            </a:extLst>
          </p:cNvPr>
          <p:cNvSpPr/>
          <p:nvPr/>
        </p:nvSpPr>
        <p:spPr>
          <a:xfrm>
            <a:off x="3534270" y="866774"/>
            <a:ext cx="4965153" cy="5713907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CN" sz="2400" dirty="0"/>
              <a:t>VAR: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power_GA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MC_Power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home_GA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MC_Home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move_velocity_GA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MC_MoveVelocity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move_additive_GA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MC_MoveAdditive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move_position_GA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MC_MoveAbsolute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status_GA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MC_ReadStatus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position_GA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MC_ReadActualPosition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reset_GA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MC_Reset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read_axis_error_GA</a:t>
            </a:r>
            <a:r>
              <a:rPr lang="en-US" altLang="zh-CN" sz="1700" dirty="0"/>
              <a:t> :</a:t>
            </a:r>
            <a:r>
              <a:rPr lang="en-US" altLang="zh-CN" sz="1700" dirty="0" err="1"/>
              <a:t>MC_ReadAxisError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old_command</a:t>
            </a:r>
            <a:r>
              <a:rPr lang="en-US" altLang="zh-CN" sz="1700" dirty="0"/>
              <a:t> : STRING[80];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mc_stop_GA</a:t>
            </a:r>
            <a:r>
              <a:rPr lang="en-US" altLang="zh-CN" sz="1700" dirty="0"/>
              <a:t> : </a:t>
            </a:r>
            <a:r>
              <a:rPr lang="en-US" altLang="zh-CN" sz="1700" dirty="0" err="1"/>
              <a:t>MC_Stop</a:t>
            </a:r>
            <a:r>
              <a:rPr lang="en-US" altLang="zh-CN" sz="1700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700" dirty="0" err="1"/>
              <a:t>old_velocity</a:t>
            </a:r>
            <a:r>
              <a:rPr lang="en-US" altLang="zh-CN" sz="1700" dirty="0"/>
              <a:t> : REAL;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E39751-371A-7C7E-31AE-849DD31B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45" y="0"/>
            <a:ext cx="10515600" cy="86677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highlight>
                  <a:srgbClr val="00FF00"/>
                </a:highlight>
              </a:rPr>
              <a:t>Function Block : Generic Axis and </a:t>
            </a:r>
            <a:r>
              <a:rPr lang="en-GB" sz="4400" dirty="0" err="1">
                <a:highlight>
                  <a:srgbClr val="00FF00"/>
                </a:highlight>
              </a:rPr>
              <a:t>PLCopen</a:t>
            </a:r>
            <a:r>
              <a:rPr lang="en-GB" sz="4400" dirty="0">
                <a:highlight>
                  <a:srgbClr val="00FF00"/>
                </a:highlight>
              </a:rPr>
              <a:t> used</a:t>
            </a:r>
            <a:endParaRPr lang="zh-CN" altLang="en-US" dirty="0">
              <a:highlight>
                <a:srgbClr val="00FF00"/>
              </a:highlight>
            </a:endParaRPr>
          </a:p>
        </p:txBody>
      </p:sp>
      <p:sp>
        <p:nvSpPr>
          <p:cNvPr id="9" name="Flowchart: Delay 8">
            <a:extLst>
              <a:ext uri="{FF2B5EF4-FFF2-40B4-BE49-F238E27FC236}">
                <a16:creationId xmlns:a16="http://schemas.microsoft.com/office/drawing/2014/main" id="{D68D54A5-036C-A2BD-C4B7-A39F1381E860}"/>
              </a:ext>
            </a:extLst>
          </p:cNvPr>
          <p:cNvSpPr/>
          <p:nvPr/>
        </p:nvSpPr>
        <p:spPr>
          <a:xfrm>
            <a:off x="46989" y="1684012"/>
            <a:ext cx="3438927" cy="3705630"/>
          </a:xfrm>
          <a:prstGeom prst="flowChartDe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CN" sz="2400" dirty="0"/>
              <a:t>Inputs: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/>
              <a:t>velocity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/>
              <a:t>acceleration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axis_enable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axis_command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/>
              <a:t>distance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axis_address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/>
              <a:t>position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400" dirty="0"/>
              <a:t>direction</a:t>
            </a:r>
          </a:p>
          <a:p>
            <a:pPr algn="ctr"/>
            <a:endParaRPr lang="en-US" dirty="0"/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7DC88B41-2B38-CFE3-CC96-A6F6DF74696D}"/>
              </a:ext>
            </a:extLst>
          </p:cNvPr>
          <p:cNvSpPr/>
          <p:nvPr/>
        </p:nvSpPr>
        <p:spPr>
          <a:xfrm>
            <a:off x="8657731" y="1952563"/>
            <a:ext cx="3534269" cy="3043004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CN" sz="2400" dirty="0"/>
              <a:t>Outputs: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err="1"/>
              <a:t>actual_position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err="1"/>
              <a:t>axis_error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err="1"/>
              <a:t>error_id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err="1"/>
              <a:t>axis_state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err="1"/>
              <a:t>command_executed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9608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E0D6495-0ABB-244C-31F8-A108A9C8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Generic Axis States</a:t>
            </a:r>
          </a:p>
        </p:txBody>
      </p:sp>
      <p:graphicFrame>
        <p:nvGraphicFramePr>
          <p:cNvPr id="17" name="TextBox 4">
            <a:extLst>
              <a:ext uri="{FF2B5EF4-FFF2-40B4-BE49-F238E27FC236}">
                <a16:creationId xmlns:a16="http://schemas.microsoft.com/office/drawing/2014/main" id="{6D109939-E594-1B5C-226A-2D75F944B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308723"/>
              </p:ext>
            </p:extLst>
          </p:nvPr>
        </p:nvGraphicFramePr>
        <p:xfrm>
          <a:off x="2983243" y="85240"/>
          <a:ext cx="10035334" cy="670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949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558AE-B2B5-E1A4-B85B-E5C6FACE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Machine Variables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6916A3-DED9-4DF9-E310-58BCA0A4A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2734F3-ADA9-D4B2-7CE2-A394356A5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9452466" cy="363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5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D558AE-B2B5-E1A4-B85B-E5C6FACE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15" y="3222885"/>
            <a:ext cx="3796651" cy="8211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kern="1200" dirty="0">
                <a:solidFill>
                  <a:schemeClr val="tx1"/>
                </a:solidFill>
                <a:highlight>
                  <a:srgbClr val="00FF00"/>
                </a:highlight>
                <a:latin typeface="+mj-lt"/>
                <a:ea typeface="+mj-ea"/>
                <a:cs typeface="+mj-cs"/>
              </a:rPr>
              <a:t>Machine States</a:t>
            </a:r>
          </a:p>
        </p:txBody>
      </p:sp>
      <p:graphicFrame>
        <p:nvGraphicFramePr>
          <p:cNvPr id="22" name="内容占位符 3">
            <a:extLst>
              <a:ext uri="{FF2B5EF4-FFF2-40B4-BE49-F238E27FC236}">
                <a16:creationId xmlns:a16="http://schemas.microsoft.com/office/drawing/2014/main" id="{54B4B851-2B1E-E4B2-75FD-7D0076281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4999017"/>
              </p:ext>
            </p:extLst>
          </p:nvPr>
        </p:nvGraphicFramePr>
        <p:xfrm>
          <a:off x="4143840" y="119921"/>
          <a:ext cx="7923242" cy="673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E7D0809A-5F12-BD1C-ACE4-F0AEBC50AB58}"/>
              </a:ext>
            </a:extLst>
          </p:cNvPr>
          <p:cNvGrpSpPr/>
          <p:nvPr/>
        </p:nvGrpSpPr>
        <p:grpSpPr>
          <a:xfrm>
            <a:off x="7219507" y="2714018"/>
            <a:ext cx="2030819" cy="1974940"/>
            <a:chOff x="3282477" y="2627436"/>
            <a:chExt cx="1570720" cy="157072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36FE28C-14F0-B07E-A5EB-089C7C9B109D}"/>
                </a:ext>
              </a:extLst>
            </p:cNvPr>
            <p:cNvSpPr/>
            <p:nvPr/>
          </p:nvSpPr>
          <p:spPr>
            <a:xfrm>
              <a:off x="3282477" y="2627436"/>
              <a:ext cx="1570720" cy="157072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798D6A0D-72AA-BD87-613B-9EAD9A1761E1}"/>
                </a:ext>
              </a:extLst>
            </p:cNvPr>
            <p:cNvSpPr txBox="1"/>
            <p:nvPr/>
          </p:nvSpPr>
          <p:spPr>
            <a:xfrm>
              <a:off x="3512504" y="2857463"/>
              <a:ext cx="1110666" cy="11106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000" kern="1200" dirty="0"/>
                <a:t>FAULT_STATE (Fault either in Conveyor axis or Cutter axis )</a:t>
              </a:r>
              <a:endParaRPr lang="en-US" sz="1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147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3B82-22D1-9582-5CA3-75C25D64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73052" cy="848949"/>
          </a:xfrm>
        </p:spPr>
        <p:txBody>
          <a:bodyPr/>
          <a:lstStyle/>
          <a:p>
            <a:r>
              <a:rPr lang="en-US" dirty="0">
                <a:highlight>
                  <a:srgbClr val="00FF00"/>
                </a:highlight>
              </a:rPr>
              <a:t>Machine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E752-6CC8-3A33-AB9C-06D30AAAB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A9030D0-7E1F-F0D8-AF69-BB5D1564DA34}"/>
              </a:ext>
            </a:extLst>
          </p:cNvPr>
          <p:cNvSpPr/>
          <p:nvPr/>
        </p:nvSpPr>
        <p:spPr>
          <a:xfrm>
            <a:off x="2387066" y="1992431"/>
            <a:ext cx="1694046" cy="77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4BD18-5265-F25F-81E3-30CAA6E8266A}"/>
              </a:ext>
            </a:extLst>
          </p:cNvPr>
          <p:cNvSpPr txBox="1"/>
          <p:nvPr/>
        </p:nvSpPr>
        <p:spPr>
          <a:xfrm>
            <a:off x="2142444" y="2204370"/>
            <a:ext cx="1372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button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599B1-6E78-CDC2-6F8C-A04692D061B1}"/>
              </a:ext>
            </a:extLst>
          </p:cNvPr>
          <p:cNvSpPr txBox="1"/>
          <p:nvPr/>
        </p:nvSpPr>
        <p:spPr>
          <a:xfrm>
            <a:off x="3708852" y="1589358"/>
            <a:ext cx="1834477" cy="371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/>
              <a:t>CONFIRM_INT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AE59928-A99E-E56D-D6DF-996697169869}"/>
              </a:ext>
            </a:extLst>
          </p:cNvPr>
          <p:cNvSpPr/>
          <p:nvPr/>
        </p:nvSpPr>
        <p:spPr>
          <a:xfrm>
            <a:off x="5248977" y="1982991"/>
            <a:ext cx="1694046" cy="77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C6C7F-A43D-C18F-5DDD-3C7EADC22C22}"/>
              </a:ext>
            </a:extLst>
          </p:cNvPr>
          <p:cNvSpPr txBox="1"/>
          <p:nvPr/>
        </p:nvSpPr>
        <p:spPr>
          <a:xfrm>
            <a:off x="5502576" y="1714852"/>
            <a:ext cx="1246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 Conv </a:t>
            </a:r>
            <a:r>
              <a:rPr lang="en-US" sz="1400" dirty="0" err="1"/>
              <a:t>init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57929-AD70-5E1D-637E-73F95F77614D}"/>
              </a:ext>
            </a:extLst>
          </p:cNvPr>
          <p:cNvSpPr txBox="1"/>
          <p:nvPr/>
        </p:nvSpPr>
        <p:spPr>
          <a:xfrm>
            <a:off x="5534186" y="2069433"/>
            <a:ext cx="1183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 </a:t>
            </a:r>
            <a:r>
              <a:rPr lang="en-US" sz="1400" dirty="0" err="1"/>
              <a:t>Cutt</a:t>
            </a:r>
            <a:r>
              <a:rPr lang="en-US" sz="1400" dirty="0"/>
              <a:t> </a:t>
            </a:r>
            <a:r>
              <a:rPr lang="en-US" sz="1400" dirty="0" err="1"/>
              <a:t>init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B5625-3CF4-2569-617F-A105634C3A97}"/>
              </a:ext>
            </a:extLst>
          </p:cNvPr>
          <p:cNvSpPr txBox="1"/>
          <p:nvPr/>
        </p:nvSpPr>
        <p:spPr>
          <a:xfrm>
            <a:off x="6628495" y="1617882"/>
            <a:ext cx="2125838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/>
              <a:t>CONVY_MV_STATE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4B895D6-5291-E8B7-5258-3DBF4E1B2A0A}"/>
              </a:ext>
            </a:extLst>
          </p:cNvPr>
          <p:cNvSpPr/>
          <p:nvPr/>
        </p:nvSpPr>
        <p:spPr>
          <a:xfrm>
            <a:off x="8343710" y="1992431"/>
            <a:ext cx="1694046" cy="77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B52BB-B2B3-3F2B-F2BA-F02F3188D293}"/>
              </a:ext>
            </a:extLst>
          </p:cNvPr>
          <p:cNvSpPr txBox="1"/>
          <p:nvPr/>
        </p:nvSpPr>
        <p:spPr>
          <a:xfrm>
            <a:off x="8570627" y="2105443"/>
            <a:ext cx="1543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White_Button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F1F5A8-3048-17D5-5320-173A176EA3DC}"/>
              </a:ext>
            </a:extLst>
          </p:cNvPr>
          <p:cNvSpPr txBox="1"/>
          <p:nvPr/>
        </p:nvSpPr>
        <p:spPr>
          <a:xfrm>
            <a:off x="10035716" y="1590255"/>
            <a:ext cx="200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SENSOR_DETECT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86B42A-23BD-AA98-BF50-2D16C0AF8120}"/>
              </a:ext>
            </a:extLst>
          </p:cNvPr>
          <p:cNvSpPr txBox="1"/>
          <p:nvPr/>
        </p:nvSpPr>
        <p:spPr>
          <a:xfrm>
            <a:off x="264377" y="3683542"/>
            <a:ext cx="2345707" cy="371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2000" b="1" dirty="0"/>
              <a:t>CONVY_MV_STATE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21B07C0-3048-BEF0-9636-2A34F2A24E85}"/>
              </a:ext>
            </a:extLst>
          </p:cNvPr>
          <p:cNvSpPr/>
          <p:nvPr/>
        </p:nvSpPr>
        <p:spPr>
          <a:xfrm>
            <a:off x="2570125" y="3797046"/>
            <a:ext cx="1755609" cy="1480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E155F2-FBCC-A4A2-B30D-F9250E26E64F}"/>
              </a:ext>
            </a:extLst>
          </p:cNvPr>
          <p:cNvSpPr txBox="1"/>
          <p:nvPr/>
        </p:nvSpPr>
        <p:spPr>
          <a:xfrm>
            <a:off x="2593809" y="3981089"/>
            <a:ext cx="1411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activate_cut</a:t>
            </a:r>
            <a:endParaRPr lang="en-US" altLang="zh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7A2CC9-C730-69D0-A706-877CB4700C94}"/>
              </a:ext>
            </a:extLst>
          </p:cNvPr>
          <p:cNvSpPr txBox="1"/>
          <p:nvPr/>
        </p:nvSpPr>
        <p:spPr>
          <a:xfrm>
            <a:off x="4194464" y="3469976"/>
            <a:ext cx="2205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SENSOR_DETECT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56BA5B0-75EF-9825-EE2F-2EF657FC08BD}"/>
              </a:ext>
            </a:extLst>
          </p:cNvPr>
          <p:cNvSpPr/>
          <p:nvPr/>
        </p:nvSpPr>
        <p:spPr>
          <a:xfrm>
            <a:off x="6242340" y="3813030"/>
            <a:ext cx="1755609" cy="1480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0FE929-06FC-02BC-2356-A466066C501B}"/>
              </a:ext>
            </a:extLst>
          </p:cNvPr>
          <p:cNvSpPr txBox="1"/>
          <p:nvPr/>
        </p:nvSpPr>
        <p:spPr>
          <a:xfrm>
            <a:off x="6325695" y="3981089"/>
            <a:ext cx="169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</a:t>
            </a:r>
            <a:r>
              <a:rPr lang="en-US" dirty="0" err="1"/>
              <a:t>conv_stop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4DC680-46F1-0E86-FDC5-B6FBA93CFEF4}"/>
              </a:ext>
            </a:extLst>
          </p:cNvPr>
          <p:cNvSpPr txBox="1"/>
          <p:nvPr/>
        </p:nvSpPr>
        <p:spPr>
          <a:xfrm>
            <a:off x="7856106" y="3501308"/>
            <a:ext cx="2058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CUTTING_STATE</a:t>
            </a:r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0AC4759D-91AD-8489-2511-DBAA1539C7FA}"/>
              </a:ext>
            </a:extLst>
          </p:cNvPr>
          <p:cNvSpPr/>
          <p:nvPr/>
        </p:nvSpPr>
        <p:spPr>
          <a:xfrm flipH="1">
            <a:off x="1419205" y="4148276"/>
            <a:ext cx="7151421" cy="618457"/>
          </a:xfrm>
          <a:prstGeom prst="bentUpArrow">
            <a:avLst>
              <a:gd name="adj1" fmla="val 20893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F5A81B83-B736-5320-1BC9-6349268A8C45}"/>
              </a:ext>
            </a:extLst>
          </p:cNvPr>
          <p:cNvSpPr/>
          <p:nvPr/>
        </p:nvSpPr>
        <p:spPr>
          <a:xfrm>
            <a:off x="8336120" y="3981089"/>
            <a:ext cx="234506" cy="6904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57B7BC-2E30-00B7-857C-ACAD7479B945}"/>
              </a:ext>
            </a:extLst>
          </p:cNvPr>
          <p:cNvSpPr txBox="1"/>
          <p:nvPr/>
        </p:nvSpPr>
        <p:spPr>
          <a:xfrm>
            <a:off x="4619157" y="4929708"/>
            <a:ext cx="1894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NOT </a:t>
            </a:r>
            <a:r>
              <a:rPr lang="en-US" altLang="zh-CN" dirty="0" err="1"/>
              <a:t>activate_cut</a:t>
            </a:r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DDF36-19AC-D363-F240-BD69D1492FFA}"/>
              </a:ext>
            </a:extLst>
          </p:cNvPr>
          <p:cNvSpPr txBox="1"/>
          <p:nvPr/>
        </p:nvSpPr>
        <p:spPr>
          <a:xfrm>
            <a:off x="808348" y="1624571"/>
            <a:ext cx="1876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b="1" dirty="0"/>
              <a:t>OFF_STATE</a:t>
            </a:r>
          </a:p>
        </p:txBody>
      </p:sp>
    </p:spTree>
    <p:extLst>
      <p:ext uri="{BB962C8B-B14F-4D97-AF65-F5344CB8AC3E}">
        <p14:creationId xmlns:p14="http://schemas.microsoft.com/office/powerpoint/2010/main" val="2425068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558AE-B2B5-E1A4-B85B-E5C6FACE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Conveyor Variables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AA143E-9B0A-FBA9-052C-42E63D3D7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F2B137-8DA3-5EA9-B78B-4B0C6098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411614" cy="285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9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D558AE-B2B5-E1A4-B85B-E5C6FACE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15" y="3222885"/>
            <a:ext cx="3796651" cy="8211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altLang="zh-CN" kern="1200" dirty="0">
                <a:solidFill>
                  <a:schemeClr val="tx1"/>
                </a:solidFill>
                <a:highlight>
                  <a:srgbClr val="00FF00"/>
                </a:highlight>
                <a:latin typeface="+mj-lt"/>
                <a:ea typeface="+mj-ea"/>
                <a:cs typeface="+mj-cs"/>
              </a:rPr>
              <a:t>Conveyor States</a:t>
            </a:r>
          </a:p>
        </p:txBody>
      </p:sp>
      <p:graphicFrame>
        <p:nvGraphicFramePr>
          <p:cNvPr id="22" name="内容占位符 3">
            <a:extLst>
              <a:ext uri="{FF2B5EF4-FFF2-40B4-BE49-F238E27FC236}">
                <a16:creationId xmlns:a16="http://schemas.microsoft.com/office/drawing/2014/main" id="{54B4B851-2B1E-E4B2-75FD-7D0076281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2692101"/>
              </p:ext>
            </p:extLst>
          </p:nvPr>
        </p:nvGraphicFramePr>
        <p:xfrm>
          <a:off x="4143840" y="119921"/>
          <a:ext cx="7923242" cy="673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E7D0809A-5F12-BD1C-ACE4-F0AEBC50AB58}"/>
              </a:ext>
            </a:extLst>
          </p:cNvPr>
          <p:cNvGrpSpPr/>
          <p:nvPr/>
        </p:nvGrpSpPr>
        <p:grpSpPr>
          <a:xfrm>
            <a:off x="7363864" y="2703385"/>
            <a:ext cx="1570720" cy="1570720"/>
            <a:chOff x="3282477" y="2627436"/>
            <a:chExt cx="1570720" cy="157072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36FE28C-14F0-B07E-A5EB-089C7C9B109D}"/>
                </a:ext>
              </a:extLst>
            </p:cNvPr>
            <p:cNvSpPr/>
            <p:nvPr/>
          </p:nvSpPr>
          <p:spPr>
            <a:xfrm>
              <a:off x="3282477" y="2627436"/>
              <a:ext cx="1570720" cy="157072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798D6A0D-72AA-BD87-613B-9EAD9A1761E1}"/>
                </a:ext>
              </a:extLst>
            </p:cNvPr>
            <p:cNvSpPr txBox="1"/>
            <p:nvPr/>
          </p:nvSpPr>
          <p:spPr>
            <a:xfrm>
              <a:off x="3512504" y="2857463"/>
              <a:ext cx="1110666" cy="11106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FAULT_STATE_CONVETOR</a:t>
              </a:r>
            </a:p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(Fault either in Conveyor axis or Cutter axis )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364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E1E4EE-6570-68C2-889C-8978F64F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Conveyor workflow(Master)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E2383-EE07-3EE4-EE31-79788C827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13C3014-5310-0B1A-6F8A-995AD3F8BB4C}"/>
              </a:ext>
            </a:extLst>
          </p:cNvPr>
          <p:cNvSpPr/>
          <p:nvPr/>
        </p:nvSpPr>
        <p:spPr>
          <a:xfrm>
            <a:off x="2645228" y="2055417"/>
            <a:ext cx="1709057" cy="108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A69FD-FDCC-03F6-87F5-D48F1E455105}"/>
              </a:ext>
            </a:extLst>
          </p:cNvPr>
          <p:cNvSpPr txBox="1"/>
          <p:nvPr/>
        </p:nvSpPr>
        <p:spPr>
          <a:xfrm>
            <a:off x="2852057" y="1729632"/>
            <a:ext cx="105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Conv 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2CEF6-9DC3-0020-5FDA-01C671758AD9}"/>
              </a:ext>
            </a:extLst>
          </p:cNvPr>
          <p:cNvSpPr txBox="1"/>
          <p:nvPr/>
        </p:nvSpPr>
        <p:spPr>
          <a:xfrm>
            <a:off x="4408896" y="1786681"/>
            <a:ext cx="639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</a:t>
            </a:r>
          </a:p>
          <a:p>
            <a:r>
              <a:rPr lang="en-US" dirty="0"/>
              <a:t>AXIS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E918E-36A9-1F93-1557-379AD728CCF1}"/>
              </a:ext>
            </a:extLst>
          </p:cNvPr>
          <p:cNvSpPr txBox="1"/>
          <p:nvPr/>
        </p:nvSpPr>
        <p:spPr>
          <a:xfrm>
            <a:off x="1308720" y="1963967"/>
            <a:ext cx="1233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OFF STATE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1A4EC33-329C-018B-995B-15776EC7E238}"/>
              </a:ext>
            </a:extLst>
          </p:cNvPr>
          <p:cNvSpPr/>
          <p:nvPr/>
        </p:nvSpPr>
        <p:spPr>
          <a:xfrm>
            <a:off x="5048558" y="2055417"/>
            <a:ext cx="1775754" cy="108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2B593C-5B6E-80C8-D76A-FCDB331C07EB}"/>
              </a:ext>
            </a:extLst>
          </p:cNvPr>
          <p:cNvSpPr txBox="1"/>
          <p:nvPr/>
        </p:nvSpPr>
        <p:spPr>
          <a:xfrm>
            <a:off x="5161008" y="2240083"/>
            <a:ext cx="197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</a:t>
            </a:r>
            <a:r>
              <a:rPr lang="en-US" dirty="0" err="1"/>
              <a:t>axis_enabled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68FD18-34F8-5688-148D-4265D252476C}"/>
              </a:ext>
            </a:extLst>
          </p:cNvPr>
          <p:cNvSpPr txBox="1"/>
          <p:nvPr/>
        </p:nvSpPr>
        <p:spPr>
          <a:xfrm>
            <a:off x="6571871" y="1717321"/>
            <a:ext cx="1655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AXIS ENABLED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AB9C777-9E5D-472A-80CC-ED958FC9C8E8}"/>
              </a:ext>
            </a:extLst>
          </p:cNvPr>
          <p:cNvSpPr/>
          <p:nvPr/>
        </p:nvSpPr>
        <p:spPr>
          <a:xfrm>
            <a:off x="7744002" y="2109846"/>
            <a:ext cx="1505876" cy="54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1306-FB99-26B2-210A-33A7AEB199EC}"/>
              </a:ext>
            </a:extLst>
          </p:cNvPr>
          <p:cNvSpPr txBox="1"/>
          <p:nvPr/>
        </p:nvSpPr>
        <p:spPr>
          <a:xfrm>
            <a:off x="7944168" y="2167556"/>
            <a:ext cx="1068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move_conv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17365-6D48-4E8F-5AF1-B3DB41D7CB4B}"/>
              </a:ext>
            </a:extLst>
          </p:cNvPr>
          <p:cNvSpPr txBox="1"/>
          <p:nvPr/>
        </p:nvSpPr>
        <p:spPr>
          <a:xfrm>
            <a:off x="9384559" y="1928242"/>
            <a:ext cx="233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CONFIRM_CONV_MV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29AA51DD-8E27-0FF3-622B-CD2911ADA38D}"/>
              </a:ext>
            </a:extLst>
          </p:cNvPr>
          <p:cNvSpPr/>
          <p:nvPr/>
        </p:nvSpPr>
        <p:spPr>
          <a:xfrm>
            <a:off x="10183528" y="2321444"/>
            <a:ext cx="134754" cy="10088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3C773-A45F-A85E-DF59-D6FB863E629C}"/>
              </a:ext>
            </a:extLst>
          </p:cNvPr>
          <p:cNvSpPr txBox="1"/>
          <p:nvPr/>
        </p:nvSpPr>
        <p:spPr>
          <a:xfrm>
            <a:off x="10481912" y="2598821"/>
            <a:ext cx="119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Cmd_exct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3497C-13F4-906B-3893-48DCA1B8D9D7}"/>
              </a:ext>
            </a:extLst>
          </p:cNvPr>
          <p:cNvSpPr txBox="1"/>
          <p:nvPr/>
        </p:nvSpPr>
        <p:spPr>
          <a:xfrm>
            <a:off x="9770055" y="3429000"/>
            <a:ext cx="233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CONV_MOVING_MV</a:t>
            </a:r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B7973403-4399-8C9A-AF70-F3E5CF462642}"/>
              </a:ext>
            </a:extLst>
          </p:cNvPr>
          <p:cNvSpPr/>
          <p:nvPr/>
        </p:nvSpPr>
        <p:spPr>
          <a:xfrm>
            <a:off x="7744002" y="3697736"/>
            <a:ext cx="1505876" cy="5442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68D894-42D4-2B5F-FB82-351C60425BEC}"/>
              </a:ext>
            </a:extLst>
          </p:cNvPr>
          <p:cNvSpPr txBox="1"/>
          <p:nvPr/>
        </p:nvSpPr>
        <p:spPr>
          <a:xfrm>
            <a:off x="7835798" y="3767005"/>
            <a:ext cx="124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Conv_stop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00102E-11C5-3D0E-463D-AA073C869693}"/>
              </a:ext>
            </a:extLst>
          </p:cNvPr>
          <p:cNvSpPr txBox="1"/>
          <p:nvPr/>
        </p:nvSpPr>
        <p:spPr>
          <a:xfrm>
            <a:off x="5995555" y="3543191"/>
            <a:ext cx="171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CONV_STOPED</a:t>
            </a:r>
          </a:p>
        </p:txBody>
      </p:sp>
    </p:spTree>
    <p:extLst>
      <p:ext uri="{BB962C8B-B14F-4D97-AF65-F5344CB8AC3E}">
        <p14:creationId xmlns:p14="http://schemas.microsoft.com/office/powerpoint/2010/main" val="2061626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E27CD-0EB0-40DE-E4BC-FCC437BB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Cutter Variables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B65A300-0882-11AD-0584-080A4FE33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6077"/>
            <a:ext cx="10218853" cy="3985845"/>
          </a:xfrm>
        </p:spPr>
      </p:pic>
    </p:spTree>
    <p:extLst>
      <p:ext uri="{BB962C8B-B14F-4D97-AF65-F5344CB8AC3E}">
        <p14:creationId xmlns:p14="http://schemas.microsoft.com/office/powerpoint/2010/main" val="69073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D558AE-B2B5-E1A4-B85B-E5C6FACE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accent2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Cutter States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FE85F04-9E98-DE2B-7F15-1D7B3C25F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503487"/>
              </p:ext>
            </p:extLst>
          </p:nvPr>
        </p:nvGraphicFramePr>
        <p:xfrm>
          <a:off x="3567658" y="134911"/>
          <a:ext cx="8624341" cy="6723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0529B7D-276E-14D7-02F7-5B6B54421DAD}"/>
              </a:ext>
            </a:extLst>
          </p:cNvPr>
          <p:cNvGrpSpPr/>
          <p:nvPr/>
        </p:nvGrpSpPr>
        <p:grpSpPr>
          <a:xfrm>
            <a:off x="7229212" y="3073554"/>
            <a:ext cx="1861625" cy="1200733"/>
            <a:chOff x="3480800" y="2311503"/>
            <a:chExt cx="1301231" cy="8458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E655EB8-3972-7859-CC09-9C89E2DC7B3B}"/>
                </a:ext>
              </a:extLst>
            </p:cNvPr>
            <p:cNvSpPr/>
            <p:nvPr/>
          </p:nvSpPr>
          <p:spPr>
            <a:xfrm>
              <a:off x="3480800" y="2311503"/>
              <a:ext cx="1301231" cy="845800"/>
            </a:xfrm>
            <a:prstGeom prst="round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53140071-4CBA-341C-2B98-75736CB87CA8}"/>
                </a:ext>
              </a:extLst>
            </p:cNvPr>
            <p:cNvSpPr txBox="1"/>
            <p:nvPr/>
          </p:nvSpPr>
          <p:spPr>
            <a:xfrm>
              <a:off x="3522089" y="2352792"/>
              <a:ext cx="1218653" cy="7632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 dirty="0"/>
                <a:t>FAULT_STATE_CUTTER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4073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D9AD1-52AF-3C6A-9D5B-ED74E9CE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1399"/>
            <a:ext cx="5695763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/>
              <a:t>Cutter workflow(slave)</a:t>
            </a:r>
          </a:p>
        </p:txBody>
      </p:sp>
      <p:pic>
        <p:nvPicPr>
          <p:cNvPr id="6" name="内容占位符 5" descr="日程表&#10;&#10;描述已自动生成">
            <a:extLst>
              <a:ext uri="{FF2B5EF4-FFF2-40B4-BE49-F238E27FC236}">
                <a16:creationId xmlns:a16="http://schemas.microsoft.com/office/drawing/2014/main" id="{D3E8F8AE-2074-1F20-A24C-82188AA83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7" r="1" b="12885"/>
          <a:stretch/>
        </p:blipFill>
        <p:spPr>
          <a:xfrm>
            <a:off x="640080" y="1164735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41970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1117-1648-ADDC-4353-DB35F50D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4" y="1563329"/>
            <a:ext cx="3547172" cy="106925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CAM </a:t>
            </a:r>
            <a:br>
              <a:rPr lang="en-US" altLang="zh-CN" dirty="0"/>
            </a:br>
            <a:r>
              <a:rPr lang="en-US" altLang="zh-CN" dirty="0"/>
              <a:t>PROFILE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FD36B-C5C7-C91B-A52C-4ACC3B290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982" y="398974"/>
            <a:ext cx="8267700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8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1B96D6F-051C-FA91-50CB-91F0AFCB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403" y="773811"/>
            <a:ext cx="4538927" cy="151684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400" b="1" dirty="0">
                <a:highlight>
                  <a:srgbClr val="00FF00"/>
                </a:highlight>
              </a:rPr>
              <a:t>Error Management</a:t>
            </a:r>
          </a:p>
        </p:txBody>
      </p:sp>
      <p:pic>
        <p:nvPicPr>
          <p:cNvPr id="29" name="Picture 28" descr="Computer script on a screen">
            <a:extLst>
              <a:ext uri="{FF2B5EF4-FFF2-40B4-BE49-F238E27FC236}">
                <a16:creationId xmlns:a16="http://schemas.microsoft.com/office/drawing/2014/main" id="{281072F9-C075-B117-0E4F-0D13B36C2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" r="40219" b="-2"/>
          <a:stretch/>
        </p:blipFill>
        <p:spPr>
          <a:xfrm>
            <a:off x="0" y="-2"/>
            <a:ext cx="5186598" cy="685800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FB8A6C-110A-D46A-F421-BC719814A1D7}"/>
              </a:ext>
            </a:extLst>
          </p:cNvPr>
          <p:cNvSpPr/>
          <p:nvPr/>
        </p:nvSpPr>
        <p:spPr>
          <a:xfrm>
            <a:off x="5651292" y="3317036"/>
            <a:ext cx="5765122" cy="279429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</a:rPr>
              <a:t> MACHINE_CONTROL:</a:t>
            </a: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</a:rPr>
              <a:t> IF(</a:t>
            </a:r>
            <a:r>
              <a:rPr lang="en-US" sz="2000" b="1" dirty="0" err="1">
                <a:solidFill>
                  <a:schemeClr val="tx1"/>
                </a:solidFill>
              </a:rPr>
              <a:t>ConveyorError</a:t>
            </a:r>
            <a:r>
              <a:rPr lang="en-US" sz="2000" b="1" dirty="0">
                <a:solidFill>
                  <a:schemeClr val="tx1"/>
                </a:solidFill>
              </a:rPr>
              <a:t> OR </a:t>
            </a:r>
            <a:r>
              <a:rPr lang="en-US" sz="2000" b="1" dirty="0" err="1">
                <a:solidFill>
                  <a:schemeClr val="tx1"/>
                </a:solidFill>
              </a:rPr>
              <a:t>CutterError</a:t>
            </a:r>
            <a:r>
              <a:rPr lang="en-US" sz="2000" b="1" dirty="0">
                <a:solidFill>
                  <a:schemeClr val="tx1"/>
                </a:solidFill>
              </a:rPr>
              <a:t>) THEN</a:t>
            </a: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</a:rPr>
              <a:t>     FAULT := TRUE;</a:t>
            </a: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</a:rPr>
              <a:t>     </a:t>
            </a:r>
            <a:r>
              <a:rPr lang="en-US" sz="2000" b="1" dirty="0" err="1">
                <a:solidFill>
                  <a:schemeClr val="tx1"/>
                </a:solidFill>
              </a:rPr>
              <a:t>stop_machine</a:t>
            </a:r>
            <a:r>
              <a:rPr lang="en-US" sz="2000" b="1" dirty="0">
                <a:solidFill>
                  <a:schemeClr val="tx1"/>
                </a:solidFill>
              </a:rPr>
              <a:t> := TRUE;</a:t>
            </a: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</a:rPr>
              <a:t>     MACHINE_STATE:= FUALT_STATE;</a:t>
            </a: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/>
                </a:solidFill>
              </a:rPr>
              <a:t>END_IF;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2B07BE-53D4-AE28-241B-41D6F36604BE}"/>
              </a:ext>
            </a:extLst>
          </p:cNvPr>
          <p:cNvSpPr/>
          <p:nvPr/>
        </p:nvSpPr>
        <p:spPr>
          <a:xfrm>
            <a:off x="-29682" y="2263515"/>
            <a:ext cx="5216280" cy="210704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CONVEYOR_CONTORL: 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IF(FAULT) THEN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       </a:t>
            </a:r>
            <a:r>
              <a:rPr lang="en-US" b="1" dirty="0" err="1"/>
              <a:t>axis_command</a:t>
            </a:r>
            <a:r>
              <a:rPr lang="en-US" b="1" dirty="0"/>
              <a:t> := ‘STOP’;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       </a:t>
            </a:r>
            <a:r>
              <a:rPr lang="en-US" b="1" dirty="0" err="1"/>
              <a:t>conveyor_state</a:t>
            </a:r>
            <a:r>
              <a:rPr lang="en-US" b="1" dirty="0"/>
              <a:t> :=      FUALT_STATE_CONVEYOR;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END_IF;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139D75-2900-964E-70BF-9284E33046D2}"/>
              </a:ext>
            </a:extLst>
          </p:cNvPr>
          <p:cNvSpPr/>
          <p:nvPr/>
        </p:nvSpPr>
        <p:spPr>
          <a:xfrm>
            <a:off x="4847" y="5194252"/>
            <a:ext cx="5181752" cy="164738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CUTTER_CONTOL: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IF(FAULT) THEN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       </a:t>
            </a:r>
            <a:r>
              <a:rPr lang="en-US" b="1" dirty="0" err="1"/>
              <a:t>axis_command</a:t>
            </a:r>
            <a:r>
              <a:rPr lang="en-US" b="1" dirty="0"/>
              <a:t> := ‘STOP’;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       </a:t>
            </a:r>
            <a:r>
              <a:rPr lang="en-US" b="1" dirty="0" err="1"/>
              <a:t>cutter_state</a:t>
            </a:r>
            <a:r>
              <a:rPr lang="en-US" b="1" dirty="0"/>
              <a:t> := FUALT_STATE_CUTTER;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b="1" dirty="0"/>
              <a:t>END_IF;</a:t>
            </a:r>
          </a:p>
        </p:txBody>
      </p:sp>
    </p:spTree>
    <p:extLst>
      <p:ext uri="{BB962C8B-B14F-4D97-AF65-F5344CB8AC3E}">
        <p14:creationId xmlns:p14="http://schemas.microsoft.com/office/powerpoint/2010/main" val="213105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639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主题​​</vt:lpstr>
      <vt:lpstr>Motion Exercise 1</vt:lpstr>
      <vt:lpstr>Device used: 4 SIM. 10-01 and Inputs and Outputs</vt:lpstr>
      <vt:lpstr>PowerPoint Presentation</vt:lpstr>
      <vt:lpstr>Generic Axis</vt:lpstr>
      <vt:lpstr>Function Block : Generic Axis and PLCopen used</vt:lpstr>
      <vt:lpstr>Generic Axis States</vt:lpstr>
      <vt:lpstr>Machine Variables</vt:lpstr>
      <vt:lpstr>Machine States</vt:lpstr>
      <vt:lpstr>Machine workflow</vt:lpstr>
      <vt:lpstr>Conveyor Variables</vt:lpstr>
      <vt:lpstr>Conveyor States</vt:lpstr>
      <vt:lpstr>Conveyor workflow(Master)</vt:lpstr>
      <vt:lpstr>Cutter Variables</vt:lpstr>
      <vt:lpstr>Cutter States</vt:lpstr>
      <vt:lpstr>Cutter workflow(slave)</vt:lpstr>
      <vt:lpstr>CAM  PROFILE</vt:lpstr>
      <vt:lpstr>Error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 Liu - xiao.liu2@studio.unibo.it</dc:creator>
  <cp:lastModifiedBy>明达 张</cp:lastModifiedBy>
  <cp:revision>41</cp:revision>
  <dcterms:created xsi:type="dcterms:W3CDTF">2024-06-09T14:50:21Z</dcterms:created>
  <dcterms:modified xsi:type="dcterms:W3CDTF">2024-09-12T02:35:49Z</dcterms:modified>
</cp:coreProperties>
</file>