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9" r:id="rId6"/>
    <p:sldId id="293" r:id="rId7"/>
    <p:sldId id="274" r:id="rId8"/>
    <p:sldId id="292" r:id="rId9"/>
    <p:sldId id="275" r:id="rId10"/>
    <p:sldId id="290" r:id="rId11"/>
    <p:sldId id="276" r:id="rId12"/>
    <p:sldId id="291" r:id="rId13"/>
    <p:sldId id="270" r:id="rId14"/>
    <p:sldId id="277" r:id="rId15"/>
    <p:sldId id="279" r:id="rId16"/>
    <p:sldId id="266" r:id="rId17"/>
    <p:sldId id="271" r:id="rId18"/>
    <p:sldId id="265" r:id="rId19"/>
    <p:sldId id="280" r:id="rId20"/>
    <p:sldId id="283" r:id="rId21"/>
    <p:sldId id="257" r:id="rId22"/>
    <p:sldId id="258" r:id="rId23"/>
    <p:sldId id="287" r:id="rId24"/>
    <p:sldId id="273" r:id="rId25"/>
    <p:sldId id="272" r:id="rId26"/>
    <p:sldId id="267" r:id="rId27"/>
    <p:sldId id="268" r:id="rId28"/>
    <p:sldId id="263" r:id="rId29"/>
    <p:sldId id="26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60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8259F2-D688-4040-BF0F-3C24CF12A183}" type="doc">
      <dgm:prSet loTypeId="urn:microsoft.com/office/officeart/2005/8/layout/vList2" loCatId="list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50901B0-5989-4953-AB25-3948E52349AA}">
      <dgm:prSet/>
      <dgm:spPr/>
      <dgm:t>
        <a:bodyPr/>
        <a:lstStyle/>
        <a:p>
          <a:r>
            <a:rPr lang="en-US" dirty="0"/>
            <a:t>WAIT_START</a:t>
          </a:r>
        </a:p>
      </dgm:t>
    </dgm:pt>
    <dgm:pt modelId="{B6164AD8-71E0-4355-A4D0-9A0A05B8A0EF}" type="parTrans" cxnId="{E936B6D2-1CA1-4E36-BC9F-1AA7F218D226}">
      <dgm:prSet/>
      <dgm:spPr/>
      <dgm:t>
        <a:bodyPr/>
        <a:lstStyle/>
        <a:p>
          <a:endParaRPr lang="en-US"/>
        </a:p>
      </dgm:t>
    </dgm:pt>
    <dgm:pt modelId="{4F19808E-20B4-4CDD-93D0-3B20245A14A7}" type="sibTrans" cxnId="{E936B6D2-1CA1-4E36-BC9F-1AA7F218D226}">
      <dgm:prSet/>
      <dgm:spPr/>
      <dgm:t>
        <a:bodyPr/>
        <a:lstStyle/>
        <a:p>
          <a:endParaRPr lang="en-US"/>
        </a:p>
      </dgm:t>
    </dgm:pt>
    <dgm:pt modelId="{E4098B3A-CBA0-4AE7-BE36-47720661DCCC}">
      <dgm:prSet/>
      <dgm:spPr/>
      <dgm:t>
        <a:bodyPr/>
        <a:lstStyle/>
        <a:p>
          <a:r>
            <a:rPr lang="en-US" dirty="0"/>
            <a:t>BOX_ON_FEEDER</a:t>
          </a:r>
        </a:p>
      </dgm:t>
    </dgm:pt>
    <dgm:pt modelId="{0D9E3460-3BAA-4DEE-AFC9-08620497F36B}" type="parTrans" cxnId="{2EE07C4B-5142-498C-9D6B-37266E82C3FA}">
      <dgm:prSet/>
      <dgm:spPr/>
      <dgm:t>
        <a:bodyPr/>
        <a:lstStyle/>
        <a:p>
          <a:endParaRPr lang="en-US"/>
        </a:p>
      </dgm:t>
    </dgm:pt>
    <dgm:pt modelId="{F6E585B1-1765-46E8-952E-4597AC5847C5}" type="sibTrans" cxnId="{2EE07C4B-5142-498C-9D6B-37266E82C3FA}">
      <dgm:prSet/>
      <dgm:spPr/>
      <dgm:t>
        <a:bodyPr/>
        <a:lstStyle/>
        <a:p>
          <a:endParaRPr lang="en-US"/>
        </a:p>
      </dgm:t>
    </dgm:pt>
    <dgm:pt modelId="{FD44D8CC-5C32-47D4-A428-46B35E70B81C}">
      <dgm:prSet/>
      <dgm:spPr/>
      <dgm:t>
        <a:bodyPr/>
        <a:lstStyle/>
        <a:p>
          <a:r>
            <a:rPr lang="en-US" dirty="0"/>
            <a:t>BOX_ON_CRANE </a:t>
          </a:r>
        </a:p>
      </dgm:t>
    </dgm:pt>
    <dgm:pt modelId="{E4F73D6E-72FA-4F83-A9B8-28D524D2555B}" type="parTrans" cxnId="{D0C4D19C-0DE9-458F-B062-9CE554951BFB}">
      <dgm:prSet/>
      <dgm:spPr/>
      <dgm:t>
        <a:bodyPr/>
        <a:lstStyle/>
        <a:p>
          <a:endParaRPr lang="en-US"/>
        </a:p>
      </dgm:t>
    </dgm:pt>
    <dgm:pt modelId="{9088F18E-E5A7-46AB-A9CF-EA0ECE7391FE}" type="sibTrans" cxnId="{D0C4D19C-0DE9-458F-B062-9CE554951BFB}">
      <dgm:prSet/>
      <dgm:spPr/>
      <dgm:t>
        <a:bodyPr/>
        <a:lstStyle/>
        <a:p>
          <a:endParaRPr lang="en-US"/>
        </a:p>
      </dgm:t>
    </dgm:pt>
    <dgm:pt modelId="{BCA1AD7F-9925-496B-9CED-8B26B045ED71}">
      <dgm:prSet/>
      <dgm:spPr/>
      <dgm:t>
        <a:bodyPr/>
        <a:lstStyle/>
        <a:p>
          <a:r>
            <a:rPr lang="en-US" dirty="0"/>
            <a:t>HOLD_PALLET_READY </a:t>
          </a:r>
        </a:p>
      </dgm:t>
    </dgm:pt>
    <dgm:pt modelId="{A1853071-7E5E-435C-A481-F8C7A4779162}" type="parTrans" cxnId="{5DACB340-E86F-401B-92E8-7F4E01C57BDC}">
      <dgm:prSet/>
      <dgm:spPr/>
      <dgm:t>
        <a:bodyPr/>
        <a:lstStyle/>
        <a:p>
          <a:endParaRPr lang="en-US"/>
        </a:p>
      </dgm:t>
    </dgm:pt>
    <dgm:pt modelId="{59C51E50-8A9C-4C60-BE01-F299CA49DB89}" type="sibTrans" cxnId="{5DACB340-E86F-401B-92E8-7F4E01C57BDC}">
      <dgm:prSet/>
      <dgm:spPr/>
      <dgm:t>
        <a:bodyPr/>
        <a:lstStyle/>
        <a:p>
          <a:endParaRPr lang="en-US"/>
        </a:p>
      </dgm:t>
    </dgm:pt>
    <dgm:pt modelId="{5F8F829C-1EF4-499E-A12C-D1B9CBD15719}">
      <dgm:prSet/>
      <dgm:spPr/>
      <dgm:t>
        <a:bodyPr/>
        <a:lstStyle/>
        <a:p>
          <a:r>
            <a:rPr lang="en-US" dirty="0"/>
            <a:t>BOX_ON_PALLET </a:t>
          </a:r>
        </a:p>
      </dgm:t>
    </dgm:pt>
    <dgm:pt modelId="{485D98A8-B113-4656-BD9D-270DFB033086}" type="parTrans" cxnId="{F17C56B3-87AA-4838-8D85-549B84FDF161}">
      <dgm:prSet/>
      <dgm:spPr/>
      <dgm:t>
        <a:bodyPr/>
        <a:lstStyle/>
        <a:p>
          <a:endParaRPr lang="en-US"/>
        </a:p>
      </dgm:t>
    </dgm:pt>
    <dgm:pt modelId="{C559C98C-05A8-47EC-A691-89739C1F6819}" type="sibTrans" cxnId="{F17C56B3-87AA-4838-8D85-549B84FDF161}">
      <dgm:prSet/>
      <dgm:spPr/>
      <dgm:t>
        <a:bodyPr/>
        <a:lstStyle/>
        <a:p>
          <a:endParaRPr lang="en-US"/>
        </a:p>
      </dgm:t>
    </dgm:pt>
    <dgm:pt modelId="{1A0A258E-0ACF-400A-A7F5-DCD7677741D9}">
      <dgm:prSet/>
      <dgm:spPr/>
      <dgm:t>
        <a:bodyPr/>
        <a:lstStyle/>
        <a:p>
          <a:r>
            <a:rPr lang="en-US" dirty="0"/>
            <a:t>PALLET_ON_EXIT </a:t>
          </a:r>
        </a:p>
      </dgm:t>
    </dgm:pt>
    <dgm:pt modelId="{65D49CD4-4707-45FF-8669-77BC247B7D84}" type="parTrans" cxnId="{8FA506D3-4196-4A73-8D46-A46D3B6C02C9}">
      <dgm:prSet/>
      <dgm:spPr/>
      <dgm:t>
        <a:bodyPr/>
        <a:lstStyle/>
        <a:p>
          <a:endParaRPr lang="en-US"/>
        </a:p>
      </dgm:t>
    </dgm:pt>
    <dgm:pt modelId="{C4905681-5090-4133-8A13-AC7B3AFB1C24}" type="sibTrans" cxnId="{8FA506D3-4196-4A73-8D46-A46D3B6C02C9}">
      <dgm:prSet/>
      <dgm:spPr/>
      <dgm:t>
        <a:bodyPr/>
        <a:lstStyle/>
        <a:p>
          <a:endParaRPr lang="en-US"/>
        </a:p>
      </dgm:t>
    </dgm:pt>
    <dgm:pt modelId="{C6698017-C127-4450-88B1-31CC3841F22A}" type="pres">
      <dgm:prSet presAssocID="{B08259F2-D688-4040-BF0F-3C24CF12A183}" presName="linear" presStyleCnt="0">
        <dgm:presLayoutVars>
          <dgm:animLvl val="lvl"/>
          <dgm:resizeHandles val="exact"/>
        </dgm:presLayoutVars>
      </dgm:prSet>
      <dgm:spPr/>
    </dgm:pt>
    <dgm:pt modelId="{DF1B0291-B6F7-4A5E-B21A-84F1BBE6CCD4}" type="pres">
      <dgm:prSet presAssocID="{350901B0-5989-4953-AB25-3948E52349AA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09F2D88D-4283-4610-83BA-BBAC6FA9B8D8}" type="pres">
      <dgm:prSet presAssocID="{4F19808E-20B4-4CDD-93D0-3B20245A14A7}" presName="spacer" presStyleCnt="0"/>
      <dgm:spPr/>
    </dgm:pt>
    <dgm:pt modelId="{F9EEFF54-7263-42C6-B68A-CC077D81A430}" type="pres">
      <dgm:prSet presAssocID="{E4098B3A-CBA0-4AE7-BE36-47720661DCCC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85FCDEBC-44C0-4DAD-B39C-27C023BA5A1E}" type="pres">
      <dgm:prSet presAssocID="{F6E585B1-1765-46E8-952E-4597AC5847C5}" presName="spacer" presStyleCnt="0"/>
      <dgm:spPr/>
    </dgm:pt>
    <dgm:pt modelId="{52ED0F3A-D87A-42C0-8DDA-21E7B6F1B610}" type="pres">
      <dgm:prSet presAssocID="{FD44D8CC-5C32-47D4-A428-46B35E70B81C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70659C93-EC00-40A1-B4FD-DAC346DF5D7B}" type="pres">
      <dgm:prSet presAssocID="{9088F18E-E5A7-46AB-A9CF-EA0ECE7391FE}" presName="spacer" presStyleCnt="0"/>
      <dgm:spPr/>
    </dgm:pt>
    <dgm:pt modelId="{65210314-9CB3-4465-9518-3077C45C62A0}" type="pres">
      <dgm:prSet presAssocID="{BCA1AD7F-9925-496B-9CED-8B26B045ED7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0D0E062-42F1-4DD4-9F2C-7F5884833E15}" type="pres">
      <dgm:prSet presAssocID="{59C51E50-8A9C-4C60-BE01-F299CA49DB89}" presName="spacer" presStyleCnt="0"/>
      <dgm:spPr/>
    </dgm:pt>
    <dgm:pt modelId="{5035B359-D162-4C78-9F24-00EB51D416F1}" type="pres">
      <dgm:prSet presAssocID="{5F8F829C-1EF4-499E-A12C-D1B9CBD1571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D946DBF-B200-4A71-9A67-7116CA5341E6}" type="pres">
      <dgm:prSet presAssocID="{C559C98C-05A8-47EC-A691-89739C1F6819}" presName="spacer" presStyleCnt="0"/>
      <dgm:spPr/>
    </dgm:pt>
    <dgm:pt modelId="{D258558A-02C9-4988-AD36-9F49DBE221E2}" type="pres">
      <dgm:prSet presAssocID="{1A0A258E-0ACF-400A-A7F5-DCD7677741D9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5E3A50B-8659-4362-8E92-0AFB2FB15124}" type="presOf" srcId="{B08259F2-D688-4040-BF0F-3C24CF12A183}" destId="{C6698017-C127-4450-88B1-31CC3841F22A}" srcOrd="0" destOrd="0" presId="urn:microsoft.com/office/officeart/2005/8/layout/vList2"/>
    <dgm:cxn modelId="{5DACB340-E86F-401B-92E8-7F4E01C57BDC}" srcId="{B08259F2-D688-4040-BF0F-3C24CF12A183}" destId="{BCA1AD7F-9925-496B-9CED-8B26B045ED71}" srcOrd="3" destOrd="0" parTransId="{A1853071-7E5E-435C-A481-F8C7A4779162}" sibTransId="{59C51E50-8A9C-4C60-BE01-F299CA49DB89}"/>
    <dgm:cxn modelId="{8BBD0063-3072-4F6C-BBD8-7A95FED93041}" type="presOf" srcId="{FD44D8CC-5C32-47D4-A428-46B35E70B81C}" destId="{52ED0F3A-D87A-42C0-8DDA-21E7B6F1B610}" srcOrd="0" destOrd="0" presId="urn:microsoft.com/office/officeart/2005/8/layout/vList2"/>
    <dgm:cxn modelId="{2EE07C4B-5142-498C-9D6B-37266E82C3FA}" srcId="{B08259F2-D688-4040-BF0F-3C24CF12A183}" destId="{E4098B3A-CBA0-4AE7-BE36-47720661DCCC}" srcOrd="1" destOrd="0" parTransId="{0D9E3460-3BAA-4DEE-AFC9-08620497F36B}" sibTransId="{F6E585B1-1765-46E8-952E-4597AC5847C5}"/>
    <dgm:cxn modelId="{374F3590-61A4-4969-8CFB-8112F1FA521E}" type="presOf" srcId="{5F8F829C-1EF4-499E-A12C-D1B9CBD15719}" destId="{5035B359-D162-4C78-9F24-00EB51D416F1}" srcOrd="0" destOrd="0" presId="urn:microsoft.com/office/officeart/2005/8/layout/vList2"/>
    <dgm:cxn modelId="{D0C4D19C-0DE9-458F-B062-9CE554951BFB}" srcId="{B08259F2-D688-4040-BF0F-3C24CF12A183}" destId="{FD44D8CC-5C32-47D4-A428-46B35E70B81C}" srcOrd="2" destOrd="0" parTransId="{E4F73D6E-72FA-4F83-A9B8-28D524D2555B}" sibTransId="{9088F18E-E5A7-46AB-A9CF-EA0ECE7391FE}"/>
    <dgm:cxn modelId="{A668DEB2-04E0-4431-9275-BCF8C35627C1}" type="presOf" srcId="{BCA1AD7F-9925-496B-9CED-8B26B045ED71}" destId="{65210314-9CB3-4465-9518-3077C45C62A0}" srcOrd="0" destOrd="0" presId="urn:microsoft.com/office/officeart/2005/8/layout/vList2"/>
    <dgm:cxn modelId="{F17C56B3-87AA-4838-8D85-549B84FDF161}" srcId="{B08259F2-D688-4040-BF0F-3C24CF12A183}" destId="{5F8F829C-1EF4-499E-A12C-D1B9CBD15719}" srcOrd="4" destOrd="0" parTransId="{485D98A8-B113-4656-BD9D-270DFB033086}" sibTransId="{C559C98C-05A8-47EC-A691-89739C1F6819}"/>
    <dgm:cxn modelId="{E936B6D2-1CA1-4E36-BC9F-1AA7F218D226}" srcId="{B08259F2-D688-4040-BF0F-3C24CF12A183}" destId="{350901B0-5989-4953-AB25-3948E52349AA}" srcOrd="0" destOrd="0" parTransId="{B6164AD8-71E0-4355-A4D0-9A0A05B8A0EF}" sibTransId="{4F19808E-20B4-4CDD-93D0-3B20245A14A7}"/>
    <dgm:cxn modelId="{8FA506D3-4196-4A73-8D46-A46D3B6C02C9}" srcId="{B08259F2-D688-4040-BF0F-3C24CF12A183}" destId="{1A0A258E-0ACF-400A-A7F5-DCD7677741D9}" srcOrd="5" destOrd="0" parTransId="{65D49CD4-4707-45FF-8669-77BC247B7D84}" sibTransId="{C4905681-5090-4133-8A13-AC7B3AFB1C24}"/>
    <dgm:cxn modelId="{77592ED3-D264-4AEE-A18F-A8EB4780D88F}" type="presOf" srcId="{350901B0-5989-4953-AB25-3948E52349AA}" destId="{DF1B0291-B6F7-4A5E-B21A-84F1BBE6CCD4}" srcOrd="0" destOrd="0" presId="urn:microsoft.com/office/officeart/2005/8/layout/vList2"/>
    <dgm:cxn modelId="{64BFC6E0-C716-4E92-832F-35F6DBF81D4D}" type="presOf" srcId="{E4098B3A-CBA0-4AE7-BE36-47720661DCCC}" destId="{F9EEFF54-7263-42C6-B68A-CC077D81A430}" srcOrd="0" destOrd="0" presId="urn:microsoft.com/office/officeart/2005/8/layout/vList2"/>
    <dgm:cxn modelId="{F9DD5CF9-B151-470E-872F-9BB93E2AFA69}" type="presOf" srcId="{1A0A258E-0ACF-400A-A7F5-DCD7677741D9}" destId="{D258558A-02C9-4988-AD36-9F49DBE221E2}" srcOrd="0" destOrd="0" presId="urn:microsoft.com/office/officeart/2005/8/layout/vList2"/>
    <dgm:cxn modelId="{C315F0F7-4B32-4307-8A28-6E060708BACE}" type="presParOf" srcId="{C6698017-C127-4450-88B1-31CC3841F22A}" destId="{DF1B0291-B6F7-4A5E-B21A-84F1BBE6CCD4}" srcOrd="0" destOrd="0" presId="urn:microsoft.com/office/officeart/2005/8/layout/vList2"/>
    <dgm:cxn modelId="{4BFAD429-D028-45E6-AD10-AEDA6D62C2BD}" type="presParOf" srcId="{C6698017-C127-4450-88B1-31CC3841F22A}" destId="{09F2D88D-4283-4610-83BA-BBAC6FA9B8D8}" srcOrd="1" destOrd="0" presId="urn:microsoft.com/office/officeart/2005/8/layout/vList2"/>
    <dgm:cxn modelId="{3C7E0A63-3FBA-4431-BDDB-88ECA6EDB999}" type="presParOf" srcId="{C6698017-C127-4450-88B1-31CC3841F22A}" destId="{F9EEFF54-7263-42C6-B68A-CC077D81A430}" srcOrd="2" destOrd="0" presId="urn:microsoft.com/office/officeart/2005/8/layout/vList2"/>
    <dgm:cxn modelId="{72A57C7D-E01C-47B5-93BC-D7764D6BFD6D}" type="presParOf" srcId="{C6698017-C127-4450-88B1-31CC3841F22A}" destId="{85FCDEBC-44C0-4DAD-B39C-27C023BA5A1E}" srcOrd="3" destOrd="0" presId="urn:microsoft.com/office/officeart/2005/8/layout/vList2"/>
    <dgm:cxn modelId="{8E2F27DF-8463-49BD-8031-8E56851A1C48}" type="presParOf" srcId="{C6698017-C127-4450-88B1-31CC3841F22A}" destId="{52ED0F3A-D87A-42C0-8DDA-21E7B6F1B610}" srcOrd="4" destOrd="0" presId="urn:microsoft.com/office/officeart/2005/8/layout/vList2"/>
    <dgm:cxn modelId="{D31BAFA9-A9FE-43FB-BAF9-D409F69BFC11}" type="presParOf" srcId="{C6698017-C127-4450-88B1-31CC3841F22A}" destId="{70659C93-EC00-40A1-B4FD-DAC346DF5D7B}" srcOrd="5" destOrd="0" presId="urn:microsoft.com/office/officeart/2005/8/layout/vList2"/>
    <dgm:cxn modelId="{2F2506FC-1FB1-4A0C-8CFE-84822E5345C3}" type="presParOf" srcId="{C6698017-C127-4450-88B1-31CC3841F22A}" destId="{65210314-9CB3-4465-9518-3077C45C62A0}" srcOrd="6" destOrd="0" presId="urn:microsoft.com/office/officeart/2005/8/layout/vList2"/>
    <dgm:cxn modelId="{8B9FC9AE-513D-4B6B-987E-27BC4A999441}" type="presParOf" srcId="{C6698017-C127-4450-88B1-31CC3841F22A}" destId="{60D0E062-42F1-4DD4-9F2C-7F5884833E15}" srcOrd="7" destOrd="0" presId="urn:microsoft.com/office/officeart/2005/8/layout/vList2"/>
    <dgm:cxn modelId="{F70E9AE8-E3C8-4B93-998C-1D267D9C5B11}" type="presParOf" srcId="{C6698017-C127-4450-88B1-31CC3841F22A}" destId="{5035B359-D162-4C78-9F24-00EB51D416F1}" srcOrd="8" destOrd="0" presId="urn:microsoft.com/office/officeart/2005/8/layout/vList2"/>
    <dgm:cxn modelId="{56E3FDB3-7F49-4179-8DA9-0B0774E3EF3F}" type="presParOf" srcId="{C6698017-C127-4450-88B1-31CC3841F22A}" destId="{0D946DBF-B200-4A71-9A67-7116CA5341E6}" srcOrd="9" destOrd="0" presId="urn:microsoft.com/office/officeart/2005/8/layout/vList2"/>
    <dgm:cxn modelId="{6937723D-BE27-428D-A77E-E20E9C34012E}" type="presParOf" srcId="{C6698017-C127-4450-88B1-31CC3841F22A}" destId="{D258558A-02C9-4988-AD36-9F49DBE221E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8259F2-D688-4040-BF0F-3C24CF12A183}" type="doc">
      <dgm:prSet loTypeId="urn:microsoft.com/office/officeart/2005/8/layout/arrow5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E69EB2-E7AD-4750-B2DE-1AB1C5DFCBBE}">
      <dgm:prSet/>
      <dgm:spPr/>
      <dgm:t>
        <a:bodyPr/>
        <a:lstStyle/>
        <a:p>
          <a:r>
            <a:rPr lang="en-US" dirty="0"/>
            <a:t>WAIT_START</a:t>
          </a:r>
        </a:p>
      </dgm:t>
    </dgm:pt>
    <dgm:pt modelId="{FD7B5F27-556F-4554-9FA3-F84A41B3227A}" type="parTrans" cxnId="{0B3D61BC-8B27-47A1-A0AD-A884FDCCF613}">
      <dgm:prSet/>
      <dgm:spPr/>
      <dgm:t>
        <a:bodyPr/>
        <a:lstStyle/>
        <a:p>
          <a:endParaRPr lang="en-US"/>
        </a:p>
      </dgm:t>
    </dgm:pt>
    <dgm:pt modelId="{5C729F4C-ED6E-4081-AE95-DB7729C457E1}" type="sibTrans" cxnId="{0B3D61BC-8B27-47A1-A0AD-A884FDCCF613}">
      <dgm:prSet/>
      <dgm:spPr/>
      <dgm:t>
        <a:bodyPr/>
        <a:lstStyle/>
        <a:p>
          <a:endParaRPr lang="en-US"/>
        </a:p>
      </dgm:t>
    </dgm:pt>
    <dgm:pt modelId="{EFE625E0-E1CA-4348-889E-9177E833BF68}">
      <dgm:prSet/>
      <dgm:spPr/>
      <dgm:t>
        <a:bodyPr/>
        <a:lstStyle/>
        <a:p>
          <a:r>
            <a:rPr lang="en-US" dirty="0"/>
            <a:t>BOX_ON_FEEDER</a:t>
          </a:r>
        </a:p>
      </dgm:t>
    </dgm:pt>
    <dgm:pt modelId="{AE6A26A8-783A-44DA-A8AA-BFC30D43125C}" type="parTrans" cxnId="{F5752222-CAA4-43A8-B205-640924BD809F}">
      <dgm:prSet/>
      <dgm:spPr/>
      <dgm:t>
        <a:bodyPr/>
        <a:lstStyle/>
        <a:p>
          <a:endParaRPr lang="en-US"/>
        </a:p>
      </dgm:t>
    </dgm:pt>
    <dgm:pt modelId="{0155849B-DA73-47E7-9B02-B22FDE68FBEF}" type="sibTrans" cxnId="{F5752222-CAA4-43A8-B205-640924BD809F}">
      <dgm:prSet/>
      <dgm:spPr/>
      <dgm:t>
        <a:bodyPr/>
        <a:lstStyle/>
        <a:p>
          <a:endParaRPr lang="en-US"/>
        </a:p>
      </dgm:t>
    </dgm:pt>
    <dgm:pt modelId="{787B90FE-A750-4905-8267-1001198E0131}">
      <dgm:prSet/>
      <dgm:spPr/>
      <dgm:t>
        <a:bodyPr/>
        <a:lstStyle/>
        <a:p>
          <a:r>
            <a:rPr lang="en-US" dirty="0"/>
            <a:t>BOX_ON_CRANE </a:t>
          </a:r>
        </a:p>
      </dgm:t>
    </dgm:pt>
    <dgm:pt modelId="{121CB145-2840-4D4A-A022-8DD9918995AB}" type="parTrans" cxnId="{388DC605-CAF1-4888-A0D0-7EF2A2555E4D}">
      <dgm:prSet/>
      <dgm:spPr/>
      <dgm:t>
        <a:bodyPr/>
        <a:lstStyle/>
        <a:p>
          <a:endParaRPr lang="en-US"/>
        </a:p>
      </dgm:t>
    </dgm:pt>
    <dgm:pt modelId="{F7607329-4A53-4778-AD0D-2F454F7A8835}" type="sibTrans" cxnId="{388DC605-CAF1-4888-A0D0-7EF2A2555E4D}">
      <dgm:prSet/>
      <dgm:spPr/>
      <dgm:t>
        <a:bodyPr/>
        <a:lstStyle/>
        <a:p>
          <a:endParaRPr lang="en-US"/>
        </a:p>
      </dgm:t>
    </dgm:pt>
    <dgm:pt modelId="{548F55C6-CEF5-4D9F-BDDF-144D7A1B383E}">
      <dgm:prSet/>
      <dgm:spPr/>
      <dgm:t>
        <a:bodyPr/>
        <a:lstStyle/>
        <a:p>
          <a:r>
            <a:rPr lang="en-US" dirty="0"/>
            <a:t>HOLD_PALLET_READY </a:t>
          </a:r>
        </a:p>
      </dgm:t>
    </dgm:pt>
    <dgm:pt modelId="{199F94FC-377A-4471-93CE-9B4A2D9DFAF9}" type="parTrans" cxnId="{F4584045-DD8A-405E-A4C3-F2B9626C5F4A}">
      <dgm:prSet/>
      <dgm:spPr/>
      <dgm:t>
        <a:bodyPr/>
        <a:lstStyle/>
        <a:p>
          <a:endParaRPr lang="en-US"/>
        </a:p>
      </dgm:t>
    </dgm:pt>
    <dgm:pt modelId="{A043A461-8779-404B-AB92-2612BEFF3A85}" type="sibTrans" cxnId="{F4584045-DD8A-405E-A4C3-F2B9626C5F4A}">
      <dgm:prSet/>
      <dgm:spPr/>
      <dgm:t>
        <a:bodyPr/>
        <a:lstStyle/>
        <a:p>
          <a:endParaRPr lang="en-US"/>
        </a:p>
      </dgm:t>
    </dgm:pt>
    <dgm:pt modelId="{F82C1A4D-CC91-4E90-9B3E-4151FC62D9C6}">
      <dgm:prSet/>
      <dgm:spPr/>
      <dgm:t>
        <a:bodyPr/>
        <a:lstStyle/>
        <a:p>
          <a:r>
            <a:rPr lang="en-US" dirty="0"/>
            <a:t>BOX_ON_PALLET </a:t>
          </a:r>
        </a:p>
      </dgm:t>
    </dgm:pt>
    <dgm:pt modelId="{068D2AC5-703F-4FEF-BFD0-97EF49D45F8B}" type="parTrans" cxnId="{A3DAD79F-77C5-4D79-9227-E185F8BF6A83}">
      <dgm:prSet/>
      <dgm:spPr/>
      <dgm:t>
        <a:bodyPr/>
        <a:lstStyle/>
        <a:p>
          <a:endParaRPr lang="en-US"/>
        </a:p>
      </dgm:t>
    </dgm:pt>
    <dgm:pt modelId="{DA1A6A29-5B6B-4EE1-B070-F0F188713B6A}" type="sibTrans" cxnId="{A3DAD79F-77C5-4D79-9227-E185F8BF6A83}">
      <dgm:prSet/>
      <dgm:spPr/>
      <dgm:t>
        <a:bodyPr/>
        <a:lstStyle/>
        <a:p>
          <a:endParaRPr lang="en-US"/>
        </a:p>
      </dgm:t>
    </dgm:pt>
    <dgm:pt modelId="{FA71A120-AAEB-4FDC-947B-103C740D5EE4}">
      <dgm:prSet/>
      <dgm:spPr/>
      <dgm:t>
        <a:bodyPr/>
        <a:lstStyle/>
        <a:p>
          <a:r>
            <a:rPr lang="en-US" dirty="0"/>
            <a:t>PALLET_ON_EXIT </a:t>
          </a:r>
        </a:p>
      </dgm:t>
    </dgm:pt>
    <dgm:pt modelId="{3A83B70E-0A76-45B2-83E8-A4F831BE34DA}" type="parTrans" cxnId="{DCF10419-367B-49EC-BDA0-2CC195EF35EC}">
      <dgm:prSet/>
      <dgm:spPr/>
      <dgm:t>
        <a:bodyPr/>
        <a:lstStyle/>
        <a:p>
          <a:endParaRPr lang="en-US"/>
        </a:p>
      </dgm:t>
    </dgm:pt>
    <dgm:pt modelId="{6D374FAF-A365-4CEE-9B7D-CC9EA9F7CFD4}" type="sibTrans" cxnId="{DCF10419-367B-49EC-BDA0-2CC195EF35EC}">
      <dgm:prSet/>
      <dgm:spPr/>
      <dgm:t>
        <a:bodyPr/>
        <a:lstStyle/>
        <a:p>
          <a:endParaRPr lang="en-US"/>
        </a:p>
      </dgm:t>
    </dgm:pt>
    <dgm:pt modelId="{57FED6A8-179B-4570-9A51-4773603B8B04}" type="pres">
      <dgm:prSet presAssocID="{B08259F2-D688-4040-BF0F-3C24CF12A183}" presName="diagram" presStyleCnt="0">
        <dgm:presLayoutVars>
          <dgm:dir/>
          <dgm:resizeHandles val="exact"/>
        </dgm:presLayoutVars>
      </dgm:prSet>
      <dgm:spPr/>
    </dgm:pt>
    <dgm:pt modelId="{3B22CB3C-6EC6-4515-9A19-768FB71BB609}" type="pres">
      <dgm:prSet presAssocID="{7EE69EB2-E7AD-4750-B2DE-1AB1C5DFCBBE}" presName="arrow" presStyleLbl="node1" presStyleIdx="0" presStyleCnt="6">
        <dgm:presLayoutVars>
          <dgm:bulletEnabled val="1"/>
        </dgm:presLayoutVars>
      </dgm:prSet>
      <dgm:spPr/>
    </dgm:pt>
    <dgm:pt modelId="{A733D018-D415-49F2-8B9D-FE8DE563ACFB}" type="pres">
      <dgm:prSet presAssocID="{EFE625E0-E1CA-4348-889E-9177E833BF68}" presName="arrow" presStyleLbl="node1" presStyleIdx="1" presStyleCnt="6">
        <dgm:presLayoutVars>
          <dgm:bulletEnabled val="1"/>
        </dgm:presLayoutVars>
      </dgm:prSet>
      <dgm:spPr/>
    </dgm:pt>
    <dgm:pt modelId="{CF963B51-AEEC-475A-A03A-AB24BB2936A3}" type="pres">
      <dgm:prSet presAssocID="{787B90FE-A750-4905-8267-1001198E0131}" presName="arrow" presStyleLbl="node1" presStyleIdx="2" presStyleCnt="6">
        <dgm:presLayoutVars>
          <dgm:bulletEnabled val="1"/>
        </dgm:presLayoutVars>
      </dgm:prSet>
      <dgm:spPr/>
    </dgm:pt>
    <dgm:pt modelId="{2908D888-6EE8-46E8-A64C-B58C751FBAF7}" type="pres">
      <dgm:prSet presAssocID="{548F55C6-CEF5-4D9F-BDDF-144D7A1B383E}" presName="arrow" presStyleLbl="node1" presStyleIdx="3" presStyleCnt="6">
        <dgm:presLayoutVars>
          <dgm:bulletEnabled val="1"/>
        </dgm:presLayoutVars>
      </dgm:prSet>
      <dgm:spPr/>
    </dgm:pt>
    <dgm:pt modelId="{6C5EA162-807C-4110-96BB-7CB4509CDE0F}" type="pres">
      <dgm:prSet presAssocID="{F82C1A4D-CC91-4E90-9B3E-4151FC62D9C6}" presName="arrow" presStyleLbl="node1" presStyleIdx="4" presStyleCnt="6">
        <dgm:presLayoutVars>
          <dgm:bulletEnabled val="1"/>
        </dgm:presLayoutVars>
      </dgm:prSet>
      <dgm:spPr/>
    </dgm:pt>
    <dgm:pt modelId="{EACA237D-0003-45BA-BD3C-089EA46D9076}" type="pres">
      <dgm:prSet presAssocID="{FA71A120-AAEB-4FDC-947B-103C740D5EE4}" presName="arrow" presStyleLbl="node1" presStyleIdx="5" presStyleCnt="6">
        <dgm:presLayoutVars>
          <dgm:bulletEnabled val="1"/>
        </dgm:presLayoutVars>
      </dgm:prSet>
      <dgm:spPr/>
    </dgm:pt>
  </dgm:ptLst>
  <dgm:cxnLst>
    <dgm:cxn modelId="{388DC605-CAF1-4888-A0D0-7EF2A2555E4D}" srcId="{B08259F2-D688-4040-BF0F-3C24CF12A183}" destId="{787B90FE-A750-4905-8267-1001198E0131}" srcOrd="2" destOrd="0" parTransId="{121CB145-2840-4D4A-A022-8DD9918995AB}" sibTransId="{F7607329-4A53-4778-AD0D-2F454F7A8835}"/>
    <dgm:cxn modelId="{DCF10419-367B-49EC-BDA0-2CC195EF35EC}" srcId="{B08259F2-D688-4040-BF0F-3C24CF12A183}" destId="{FA71A120-AAEB-4FDC-947B-103C740D5EE4}" srcOrd="5" destOrd="0" parTransId="{3A83B70E-0A76-45B2-83E8-A4F831BE34DA}" sibTransId="{6D374FAF-A365-4CEE-9B7D-CC9EA9F7CFD4}"/>
    <dgm:cxn modelId="{F5752222-CAA4-43A8-B205-640924BD809F}" srcId="{B08259F2-D688-4040-BF0F-3C24CF12A183}" destId="{EFE625E0-E1CA-4348-889E-9177E833BF68}" srcOrd="1" destOrd="0" parTransId="{AE6A26A8-783A-44DA-A8AA-BFC30D43125C}" sibTransId="{0155849B-DA73-47E7-9B02-B22FDE68FBEF}"/>
    <dgm:cxn modelId="{98AD723D-752D-4D52-8FDB-272FBF3D0584}" type="presOf" srcId="{7EE69EB2-E7AD-4750-B2DE-1AB1C5DFCBBE}" destId="{3B22CB3C-6EC6-4515-9A19-768FB71BB609}" srcOrd="0" destOrd="0" presId="urn:microsoft.com/office/officeart/2005/8/layout/arrow5"/>
    <dgm:cxn modelId="{B97BD840-A3AC-43D8-9A25-7543C3B4BEE2}" type="presOf" srcId="{B08259F2-D688-4040-BF0F-3C24CF12A183}" destId="{57FED6A8-179B-4570-9A51-4773603B8B04}" srcOrd="0" destOrd="0" presId="urn:microsoft.com/office/officeart/2005/8/layout/arrow5"/>
    <dgm:cxn modelId="{F4584045-DD8A-405E-A4C3-F2B9626C5F4A}" srcId="{B08259F2-D688-4040-BF0F-3C24CF12A183}" destId="{548F55C6-CEF5-4D9F-BDDF-144D7A1B383E}" srcOrd="3" destOrd="0" parTransId="{199F94FC-377A-4471-93CE-9B4A2D9DFAF9}" sibTransId="{A043A461-8779-404B-AB92-2612BEFF3A85}"/>
    <dgm:cxn modelId="{CFC83846-E292-43F4-8BB8-5159141368A1}" type="presOf" srcId="{F82C1A4D-CC91-4E90-9B3E-4151FC62D9C6}" destId="{6C5EA162-807C-4110-96BB-7CB4509CDE0F}" srcOrd="0" destOrd="0" presId="urn:microsoft.com/office/officeart/2005/8/layout/arrow5"/>
    <dgm:cxn modelId="{BEC64E71-9E11-49AB-8429-8C0B3236AD21}" type="presOf" srcId="{EFE625E0-E1CA-4348-889E-9177E833BF68}" destId="{A733D018-D415-49F2-8B9D-FE8DE563ACFB}" srcOrd="0" destOrd="0" presId="urn:microsoft.com/office/officeart/2005/8/layout/arrow5"/>
    <dgm:cxn modelId="{A3DAD79F-77C5-4D79-9227-E185F8BF6A83}" srcId="{B08259F2-D688-4040-BF0F-3C24CF12A183}" destId="{F82C1A4D-CC91-4E90-9B3E-4151FC62D9C6}" srcOrd="4" destOrd="0" parTransId="{068D2AC5-703F-4FEF-BFD0-97EF49D45F8B}" sibTransId="{DA1A6A29-5B6B-4EE1-B070-F0F188713B6A}"/>
    <dgm:cxn modelId="{DB3286A4-C43E-4630-914A-FD8E41341450}" type="presOf" srcId="{548F55C6-CEF5-4D9F-BDDF-144D7A1B383E}" destId="{2908D888-6EE8-46E8-A64C-B58C751FBAF7}" srcOrd="0" destOrd="0" presId="urn:microsoft.com/office/officeart/2005/8/layout/arrow5"/>
    <dgm:cxn modelId="{2EA0D1AF-74FE-4CD5-8385-FEC4F899DB7B}" type="presOf" srcId="{787B90FE-A750-4905-8267-1001198E0131}" destId="{CF963B51-AEEC-475A-A03A-AB24BB2936A3}" srcOrd="0" destOrd="0" presId="urn:microsoft.com/office/officeart/2005/8/layout/arrow5"/>
    <dgm:cxn modelId="{0B3D61BC-8B27-47A1-A0AD-A884FDCCF613}" srcId="{B08259F2-D688-4040-BF0F-3C24CF12A183}" destId="{7EE69EB2-E7AD-4750-B2DE-1AB1C5DFCBBE}" srcOrd="0" destOrd="0" parTransId="{FD7B5F27-556F-4554-9FA3-F84A41B3227A}" sibTransId="{5C729F4C-ED6E-4081-AE95-DB7729C457E1}"/>
    <dgm:cxn modelId="{C56175C8-2CA7-4787-99D1-D8B9882CB292}" type="presOf" srcId="{FA71A120-AAEB-4FDC-947B-103C740D5EE4}" destId="{EACA237D-0003-45BA-BD3C-089EA46D9076}" srcOrd="0" destOrd="0" presId="urn:microsoft.com/office/officeart/2005/8/layout/arrow5"/>
    <dgm:cxn modelId="{3CEA8D97-BF1F-4428-996C-52FA6FADB896}" type="presParOf" srcId="{57FED6A8-179B-4570-9A51-4773603B8B04}" destId="{3B22CB3C-6EC6-4515-9A19-768FB71BB609}" srcOrd="0" destOrd="0" presId="urn:microsoft.com/office/officeart/2005/8/layout/arrow5"/>
    <dgm:cxn modelId="{55FF47B3-881C-4EFB-9A0E-B3FA7FB10DFC}" type="presParOf" srcId="{57FED6A8-179B-4570-9A51-4773603B8B04}" destId="{A733D018-D415-49F2-8B9D-FE8DE563ACFB}" srcOrd="1" destOrd="0" presId="urn:microsoft.com/office/officeart/2005/8/layout/arrow5"/>
    <dgm:cxn modelId="{FF2DBBC2-7B99-40EF-9423-D8D96BD2D472}" type="presParOf" srcId="{57FED6A8-179B-4570-9A51-4773603B8B04}" destId="{CF963B51-AEEC-475A-A03A-AB24BB2936A3}" srcOrd="2" destOrd="0" presId="urn:microsoft.com/office/officeart/2005/8/layout/arrow5"/>
    <dgm:cxn modelId="{0AEDD168-0F4B-441D-BBB5-296A132CABC9}" type="presParOf" srcId="{57FED6A8-179B-4570-9A51-4773603B8B04}" destId="{2908D888-6EE8-46E8-A64C-B58C751FBAF7}" srcOrd="3" destOrd="0" presId="urn:microsoft.com/office/officeart/2005/8/layout/arrow5"/>
    <dgm:cxn modelId="{339492FE-69F2-4C28-A81E-6986D23A9F4E}" type="presParOf" srcId="{57FED6A8-179B-4570-9A51-4773603B8B04}" destId="{6C5EA162-807C-4110-96BB-7CB4509CDE0F}" srcOrd="4" destOrd="0" presId="urn:microsoft.com/office/officeart/2005/8/layout/arrow5"/>
    <dgm:cxn modelId="{504E9845-6980-48E0-9CAA-711B774633DD}" type="presParOf" srcId="{57FED6A8-179B-4570-9A51-4773603B8B04}" destId="{EACA237D-0003-45BA-BD3C-089EA46D9076}" srcOrd="5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DF72B21-273B-436D-95E5-7912F3518968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BCD1210-D9B2-45E0-A171-E8691388130E}">
      <dgm:prSet/>
      <dgm:spPr/>
      <dgm:t>
        <a:bodyPr/>
        <a:lstStyle/>
        <a:p>
          <a:r>
            <a:rPr lang="en-US" dirty="0"/>
            <a:t>WAIT_START</a:t>
          </a:r>
        </a:p>
      </dgm:t>
    </dgm:pt>
    <dgm:pt modelId="{27DC0763-8B83-4C7B-BF60-CB018CF75138}" type="parTrans" cxnId="{B669AB43-5361-4BE5-907D-8D405217F342}">
      <dgm:prSet/>
      <dgm:spPr/>
      <dgm:t>
        <a:bodyPr/>
        <a:lstStyle/>
        <a:p>
          <a:endParaRPr lang="en-US"/>
        </a:p>
      </dgm:t>
    </dgm:pt>
    <dgm:pt modelId="{964134E3-C3AE-4BB8-9B3C-5E15D88D8F74}" type="sibTrans" cxnId="{B669AB43-5361-4BE5-907D-8D405217F342}">
      <dgm:prSet/>
      <dgm:spPr/>
      <dgm:t>
        <a:bodyPr/>
        <a:lstStyle/>
        <a:p>
          <a:endParaRPr lang="en-US"/>
        </a:p>
      </dgm:t>
    </dgm:pt>
    <dgm:pt modelId="{300E62A9-8A9B-4A72-BCE6-D1567CF943B2}">
      <dgm:prSet/>
      <dgm:spPr/>
      <dgm:t>
        <a:bodyPr/>
        <a:lstStyle/>
        <a:p>
          <a:r>
            <a:rPr lang="en-US" dirty="0"/>
            <a:t>CONVY_IF_START</a:t>
          </a:r>
        </a:p>
      </dgm:t>
    </dgm:pt>
    <dgm:pt modelId="{9DBA2413-1623-4BFC-8176-E1E831C34490}" type="parTrans" cxnId="{0F4AAAA4-BC65-4BE6-8F1C-67EE584CDB62}">
      <dgm:prSet/>
      <dgm:spPr/>
      <dgm:t>
        <a:bodyPr/>
        <a:lstStyle/>
        <a:p>
          <a:endParaRPr lang="en-US"/>
        </a:p>
      </dgm:t>
    </dgm:pt>
    <dgm:pt modelId="{2791DC7E-2133-4342-B69B-55866EB355F8}" type="sibTrans" cxnId="{0F4AAAA4-BC65-4BE6-8F1C-67EE584CDB62}">
      <dgm:prSet/>
      <dgm:spPr/>
      <dgm:t>
        <a:bodyPr/>
        <a:lstStyle/>
        <a:p>
          <a:endParaRPr lang="en-US"/>
        </a:p>
      </dgm:t>
    </dgm:pt>
    <dgm:pt modelId="{0EE1EFBA-BE29-437A-9AB2-5A7E7F54E17D}">
      <dgm:prSet/>
      <dgm:spPr/>
      <dgm:t>
        <a:bodyPr/>
        <a:lstStyle/>
        <a:p>
          <a:r>
            <a:rPr lang="en-US" dirty="0"/>
            <a:t>LASER_SENSOR_IR_1</a:t>
          </a:r>
        </a:p>
      </dgm:t>
    </dgm:pt>
    <dgm:pt modelId="{3AFBA333-2142-4A7B-B299-6DDE3AA7FB12}" type="parTrans" cxnId="{35492CB0-9E9B-4EFD-A367-BEB0DF02D5C8}">
      <dgm:prSet/>
      <dgm:spPr/>
      <dgm:t>
        <a:bodyPr/>
        <a:lstStyle/>
        <a:p>
          <a:endParaRPr lang="en-US"/>
        </a:p>
      </dgm:t>
    </dgm:pt>
    <dgm:pt modelId="{B6109E5D-EAF6-4756-84D5-8CF82B49A354}" type="sibTrans" cxnId="{35492CB0-9E9B-4EFD-A367-BEB0DF02D5C8}">
      <dgm:prSet/>
      <dgm:spPr/>
      <dgm:t>
        <a:bodyPr/>
        <a:lstStyle/>
        <a:p>
          <a:endParaRPr lang="en-US"/>
        </a:p>
      </dgm:t>
    </dgm:pt>
    <dgm:pt modelId="{AE19265B-B090-45CB-84D6-3BFD1BDFA5C1}">
      <dgm:prSet/>
      <dgm:spPr/>
      <dgm:t>
        <a:bodyPr/>
        <a:lstStyle/>
        <a:p>
          <a:r>
            <a:rPr lang="en-US" dirty="0"/>
            <a:t>PUSHER_ENABLE_STATE</a:t>
          </a:r>
        </a:p>
      </dgm:t>
    </dgm:pt>
    <dgm:pt modelId="{3FB90620-175B-4EA2-AD25-71CAD39DBAB8}" type="parTrans" cxnId="{9AC21576-C1A0-41E2-9BD1-C3C4698E0AE3}">
      <dgm:prSet/>
      <dgm:spPr/>
      <dgm:t>
        <a:bodyPr/>
        <a:lstStyle/>
        <a:p>
          <a:endParaRPr lang="en-US"/>
        </a:p>
      </dgm:t>
    </dgm:pt>
    <dgm:pt modelId="{3FE51871-27C8-4259-B54D-A8530AA64449}" type="sibTrans" cxnId="{9AC21576-C1A0-41E2-9BD1-C3C4698E0AE3}">
      <dgm:prSet/>
      <dgm:spPr/>
      <dgm:t>
        <a:bodyPr/>
        <a:lstStyle/>
        <a:p>
          <a:endParaRPr lang="en-US"/>
        </a:p>
      </dgm:t>
    </dgm:pt>
    <dgm:pt modelId="{F81D723D-013B-4CF4-83DF-F90D081217CF}">
      <dgm:prSet/>
      <dgm:spPr/>
      <dgm:t>
        <a:bodyPr/>
        <a:lstStyle/>
        <a:p>
          <a:r>
            <a:rPr lang="en-US" dirty="0"/>
            <a:t>PUSHER_DISABLE_STATE</a:t>
          </a:r>
        </a:p>
      </dgm:t>
    </dgm:pt>
    <dgm:pt modelId="{55C41269-3CC8-4EBD-A83E-09A2CCD7292D}" type="parTrans" cxnId="{8BC569F1-905F-4BFD-89F7-E74C76F76F93}">
      <dgm:prSet/>
      <dgm:spPr/>
      <dgm:t>
        <a:bodyPr/>
        <a:lstStyle/>
        <a:p>
          <a:endParaRPr lang="en-US"/>
        </a:p>
      </dgm:t>
    </dgm:pt>
    <dgm:pt modelId="{35A94538-3EF3-4C84-861A-DAE360174A69}" type="sibTrans" cxnId="{8BC569F1-905F-4BFD-89F7-E74C76F76F93}">
      <dgm:prSet/>
      <dgm:spPr/>
      <dgm:t>
        <a:bodyPr/>
        <a:lstStyle/>
        <a:p>
          <a:endParaRPr lang="en-US"/>
        </a:p>
      </dgm:t>
    </dgm:pt>
    <dgm:pt modelId="{2F2C50D8-7000-4F6A-8F42-0C738C37BDB7}">
      <dgm:prSet/>
      <dgm:spPr/>
      <dgm:t>
        <a:bodyPr/>
        <a:lstStyle/>
        <a:p>
          <a:r>
            <a:rPr lang="en-GB" dirty="0"/>
            <a:t>CONFIRM_TURN_PUSHER_DISABLE</a:t>
          </a:r>
          <a:endParaRPr lang="en-US" dirty="0" err="1"/>
        </a:p>
      </dgm:t>
    </dgm:pt>
    <dgm:pt modelId="{7315FC78-2C7A-4E48-A1D8-BF8028A62074}" type="parTrans" cxnId="{3C5266B2-ADAA-4DE3-A471-7528AD50BA32}">
      <dgm:prSet/>
      <dgm:spPr/>
      <dgm:t>
        <a:bodyPr/>
        <a:lstStyle/>
        <a:p>
          <a:endParaRPr lang="en-US"/>
        </a:p>
      </dgm:t>
    </dgm:pt>
    <dgm:pt modelId="{7CBDD7BE-AAD7-436E-8119-65D1666CFC4F}" type="sibTrans" cxnId="{3C5266B2-ADAA-4DE3-A471-7528AD50BA32}">
      <dgm:prSet/>
      <dgm:spPr/>
      <dgm:t>
        <a:bodyPr/>
        <a:lstStyle/>
        <a:p>
          <a:endParaRPr lang="en-US"/>
        </a:p>
      </dgm:t>
    </dgm:pt>
    <dgm:pt modelId="{32FB6819-52F0-4F0B-8A7B-916078D00F85}">
      <dgm:prSet/>
      <dgm:spPr/>
      <dgm:t>
        <a:bodyPr/>
        <a:lstStyle/>
        <a:p>
          <a:r>
            <a:rPr lang="en-GB" dirty="0"/>
            <a:t>CONFIRM_TURN_PUSHER_ENABLE</a:t>
          </a:r>
          <a:endParaRPr lang="en-US" dirty="0" err="1"/>
        </a:p>
      </dgm:t>
    </dgm:pt>
    <dgm:pt modelId="{A7DAEA60-356C-45E1-AEF8-EE807C0722E5}" type="parTrans" cxnId="{FA3899AE-F8D1-41FF-B0DD-287E21CE13F4}">
      <dgm:prSet/>
      <dgm:spPr/>
      <dgm:t>
        <a:bodyPr/>
        <a:lstStyle/>
        <a:p>
          <a:endParaRPr lang="en-US"/>
        </a:p>
      </dgm:t>
    </dgm:pt>
    <dgm:pt modelId="{3A4A5A45-6626-403F-BB1C-20C9172B4338}" type="sibTrans" cxnId="{FA3899AE-F8D1-41FF-B0DD-287E21CE13F4}">
      <dgm:prSet/>
      <dgm:spPr/>
      <dgm:t>
        <a:bodyPr/>
        <a:lstStyle/>
        <a:p>
          <a:endParaRPr lang="en-US"/>
        </a:p>
      </dgm:t>
    </dgm:pt>
    <dgm:pt modelId="{89134FEC-9CB9-43B0-8DE9-09FC33898F81}">
      <dgm:prSet/>
      <dgm:spPr/>
      <dgm:t>
        <a:bodyPr/>
        <a:lstStyle/>
        <a:p>
          <a:r>
            <a:rPr lang="en-US" dirty="0"/>
            <a:t>PUSHER_STATE</a:t>
          </a:r>
        </a:p>
      </dgm:t>
    </dgm:pt>
    <dgm:pt modelId="{BCE0DA33-4897-4549-A11B-69E1799E1649}" type="parTrans" cxnId="{3509D13A-B986-4D5A-8FF0-7BFD84C6D3C8}">
      <dgm:prSet/>
      <dgm:spPr/>
      <dgm:t>
        <a:bodyPr/>
        <a:lstStyle/>
        <a:p>
          <a:endParaRPr lang="en-US"/>
        </a:p>
      </dgm:t>
    </dgm:pt>
    <dgm:pt modelId="{B5B3CFB4-B75A-46DC-BA87-3671CB789B84}" type="sibTrans" cxnId="{3509D13A-B986-4D5A-8FF0-7BFD84C6D3C8}">
      <dgm:prSet/>
      <dgm:spPr/>
      <dgm:t>
        <a:bodyPr/>
        <a:lstStyle/>
        <a:p>
          <a:endParaRPr lang="en-US"/>
        </a:p>
      </dgm:t>
    </dgm:pt>
    <dgm:pt modelId="{D2595510-E9E5-4CEE-A399-64A90A1A23BC}">
      <dgm:prSet/>
      <dgm:spPr/>
      <dgm:t>
        <a:bodyPr/>
        <a:lstStyle/>
        <a:p>
          <a:r>
            <a:rPr lang="en-GB" dirty="0"/>
            <a:t>CONFIRM_CONVY_TURN_AND_END</a:t>
          </a:r>
          <a:endParaRPr lang="en-US" dirty="0" err="1"/>
        </a:p>
      </dgm:t>
    </dgm:pt>
    <dgm:pt modelId="{732A6223-A610-4358-B2AF-68CD5AF89C70}" type="parTrans" cxnId="{6B7D7714-3751-4119-9BB6-2C1CA9B0CFA5}">
      <dgm:prSet/>
      <dgm:spPr/>
      <dgm:t>
        <a:bodyPr/>
        <a:lstStyle/>
        <a:p>
          <a:endParaRPr lang="en-US"/>
        </a:p>
      </dgm:t>
    </dgm:pt>
    <dgm:pt modelId="{9AA7BA76-2313-4176-A3E3-C25BFB099937}" type="sibTrans" cxnId="{6B7D7714-3751-4119-9BB6-2C1CA9B0CFA5}">
      <dgm:prSet/>
      <dgm:spPr/>
      <dgm:t>
        <a:bodyPr/>
        <a:lstStyle/>
        <a:p>
          <a:endParaRPr lang="en-US"/>
        </a:p>
      </dgm:t>
    </dgm:pt>
    <dgm:pt modelId="{D9276041-C3BA-447E-AA62-EA26EE455A3B}">
      <dgm:prSet/>
      <dgm:spPr/>
      <dgm:t>
        <a:bodyPr/>
        <a:lstStyle/>
        <a:p>
          <a:r>
            <a:rPr lang="en-US" dirty="0"/>
            <a:t>LASER_SENSOR_IR_2</a:t>
          </a:r>
        </a:p>
      </dgm:t>
    </dgm:pt>
    <dgm:pt modelId="{9773958B-A29E-4431-9C83-3A3F1CC3AB2F}" type="parTrans" cxnId="{89B0F9E1-77B3-478C-BB43-EE6139895057}">
      <dgm:prSet/>
      <dgm:spPr/>
      <dgm:t>
        <a:bodyPr/>
        <a:lstStyle/>
        <a:p>
          <a:endParaRPr lang="en-US"/>
        </a:p>
      </dgm:t>
    </dgm:pt>
    <dgm:pt modelId="{1A91716C-CAAC-4D95-9DF4-582441272AF9}" type="sibTrans" cxnId="{89B0F9E1-77B3-478C-BB43-EE6139895057}">
      <dgm:prSet/>
      <dgm:spPr/>
      <dgm:t>
        <a:bodyPr/>
        <a:lstStyle/>
        <a:p>
          <a:endParaRPr lang="en-US"/>
        </a:p>
      </dgm:t>
    </dgm:pt>
    <dgm:pt modelId="{8854E549-8229-4845-8B9C-A6C390E75FA4}">
      <dgm:prSet/>
      <dgm:spPr/>
      <dgm:t>
        <a:bodyPr/>
        <a:lstStyle/>
        <a:p>
          <a:r>
            <a:rPr lang="en-GB" dirty="0"/>
            <a:t>WAIT_FOR_NUMBER_OF_BX</a:t>
          </a:r>
          <a:endParaRPr lang="en-US" dirty="0" err="1"/>
        </a:p>
      </dgm:t>
    </dgm:pt>
    <dgm:pt modelId="{77D9EC31-06F9-4978-BD71-F18E1620E8DF}" type="parTrans" cxnId="{4C21167F-3EF7-489C-B5D4-36D627F52542}">
      <dgm:prSet/>
      <dgm:spPr/>
      <dgm:t>
        <a:bodyPr/>
        <a:lstStyle/>
        <a:p>
          <a:endParaRPr lang="en-US"/>
        </a:p>
      </dgm:t>
    </dgm:pt>
    <dgm:pt modelId="{4DBD9EB7-2905-43E4-81BA-29502E6A0E6C}" type="sibTrans" cxnId="{4C21167F-3EF7-489C-B5D4-36D627F52542}">
      <dgm:prSet/>
      <dgm:spPr/>
      <dgm:t>
        <a:bodyPr/>
        <a:lstStyle/>
        <a:p>
          <a:endParaRPr lang="en-US"/>
        </a:p>
      </dgm:t>
    </dgm:pt>
    <dgm:pt modelId="{64DA0AD9-BCF4-40DF-8461-E568296A1A6C}">
      <dgm:prSet/>
      <dgm:spPr/>
      <dgm:t>
        <a:bodyPr/>
        <a:lstStyle/>
        <a:p>
          <a:r>
            <a:rPr lang="en-GB" dirty="0"/>
            <a:t>PUSH_NUMBER_OF_BOXES</a:t>
          </a:r>
          <a:endParaRPr lang="en-US" dirty="0" err="1"/>
        </a:p>
      </dgm:t>
    </dgm:pt>
    <dgm:pt modelId="{66732059-76FA-4862-9C77-A412D4E9B3C1}" type="parTrans" cxnId="{12C3FF8C-1744-4740-B200-F02BC5DC3859}">
      <dgm:prSet/>
      <dgm:spPr/>
      <dgm:t>
        <a:bodyPr/>
        <a:lstStyle/>
        <a:p>
          <a:endParaRPr lang="en-US"/>
        </a:p>
      </dgm:t>
    </dgm:pt>
    <dgm:pt modelId="{46CF95C6-AEFA-416E-ACC9-EC9E325AA947}" type="sibTrans" cxnId="{12C3FF8C-1744-4740-B200-F02BC5DC3859}">
      <dgm:prSet/>
      <dgm:spPr/>
      <dgm:t>
        <a:bodyPr/>
        <a:lstStyle/>
        <a:p>
          <a:endParaRPr lang="en-US"/>
        </a:p>
      </dgm:t>
    </dgm:pt>
    <dgm:pt modelId="{2A517721-51F9-44DE-9C5B-76360752CC84}">
      <dgm:prSet/>
      <dgm:spPr/>
      <dgm:t>
        <a:bodyPr/>
        <a:lstStyle/>
        <a:p>
          <a:r>
            <a:rPr lang="en-GB" dirty="0"/>
            <a:t>CONFIRM_CONVY_END_STOPPED</a:t>
          </a:r>
          <a:endParaRPr lang="en-US" dirty="0" err="1"/>
        </a:p>
      </dgm:t>
    </dgm:pt>
    <dgm:pt modelId="{57E71A53-8786-44FF-B9C7-C788BA466DC3}" type="parTrans" cxnId="{AC860995-3845-4858-8505-3C8E87D6CFA2}">
      <dgm:prSet/>
      <dgm:spPr/>
      <dgm:t>
        <a:bodyPr/>
        <a:lstStyle/>
        <a:p>
          <a:endParaRPr lang="en-US"/>
        </a:p>
      </dgm:t>
    </dgm:pt>
    <dgm:pt modelId="{F2B4C0B6-E412-4766-9CEA-0B0E9A9DB04B}" type="sibTrans" cxnId="{AC860995-3845-4858-8505-3C8E87D6CFA2}">
      <dgm:prSet/>
      <dgm:spPr/>
      <dgm:t>
        <a:bodyPr/>
        <a:lstStyle/>
        <a:p>
          <a:endParaRPr lang="en-US"/>
        </a:p>
      </dgm:t>
    </dgm:pt>
    <dgm:pt modelId="{FE58B779-DDC3-428B-9C94-D25C4DEBE137}">
      <dgm:prSet/>
      <dgm:spPr/>
      <dgm:t>
        <a:bodyPr/>
        <a:lstStyle/>
        <a:p>
          <a:r>
            <a:rPr lang="en-US" dirty="0"/>
            <a:t>PLACE_BOXES_ON_CRANE</a:t>
          </a:r>
        </a:p>
      </dgm:t>
    </dgm:pt>
    <dgm:pt modelId="{26394E42-5CB8-42C1-A99C-76F1FD6182B0}" type="parTrans" cxnId="{25C5B9C5-6B54-4221-B314-B1AF2BF928EC}">
      <dgm:prSet/>
      <dgm:spPr/>
      <dgm:t>
        <a:bodyPr/>
        <a:lstStyle/>
        <a:p>
          <a:endParaRPr lang="en-US"/>
        </a:p>
      </dgm:t>
    </dgm:pt>
    <dgm:pt modelId="{2CB0F9A5-D45C-43F5-A5E6-18079CF7BC46}" type="sibTrans" cxnId="{25C5B9C5-6B54-4221-B314-B1AF2BF928EC}">
      <dgm:prSet/>
      <dgm:spPr/>
      <dgm:t>
        <a:bodyPr/>
        <a:lstStyle/>
        <a:p>
          <a:endParaRPr lang="en-US"/>
        </a:p>
      </dgm:t>
    </dgm:pt>
    <dgm:pt modelId="{3E5ED280-1575-4E6A-8308-D72682154303}">
      <dgm:prSet/>
      <dgm:spPr/>
      <dgm:t>
        <a:bodyPr/>
        <a:lstStyle/>
        <a:p>
          <a:r>
            <a:rPr lang="en-US" dirty="0"/>
            <a:t>CONFIRM_CARRIAGE_REACHED</a:t>
          </a:r>
        </a:p>
      </dgm:t>
    </dgm:pt>
    <dgm:pt modelId="{CCE443AE-296A-4C11-9CE2-8DD6D4E8AD94}" type="parTrans" cxnId="{36B0B871-6E64-4D65-8F04-C62AE58F5CB0}">
      <dgm:prSet/>
      <dgm:spPr/>
      <dgm:t>
        <a:bodyPr/>
        <a:lstStyle/>
        <a:p>
          <a:endParaRPr lang="en-US"/>
        </a:p>
      </dgm:t>
    </dgm:pt>
    <dgm:pt modelId="{807090E7-9411-4292-A9C6-8FB55DA4C45C}" type="sibTrans" cxnId="{36B0B871-6E64-4D65-8F04-C62AE58F5CB0}">
      <dgm:prSet/>
      <dgm:spPr/>
      <dgm:t>
        <a:bodyPr/>
        <a:lstStyle/>
        <a:p>
          <a:endParaRPr lang="en-US"/>
        </a:p>
      </dgm:t>
    </dgm:pt>
    <dgm:pt modelId="{AB712D79-259B-40AD-A778-1CDB7DE2F614}">
      <dgm:prSet/>
      <dgm:spPr/>
      <dgm:t>
        <a:bodyPr/>
        <a:lstStyle/>
        <a:p>
          <a:r>
            <a:rPr lang="en-US" dirty="0"/>
            <a:t>RESTART_RETURN_CARRIAGE</a:t>
          </a:r>
        </a:p>
      </dgm:t>
    </dgm:pt>
    <dgm:pt modelId="{B9BF49FE-2B05-45BE-8788-E871A09AA7D0}" type="parTrans" cxnId="{80A8F045-1C72-4348-B4D8-8123AF85C7DC}">
      <dgm:prSet/>
      <dgm:spPr/>
      <dgm:t>
        <a:bodyPr/>
        <a:lstStyle/>
        <a:p>
          <a:endParaRPr lang="en-US"/>
        </a:p>
      </dgm:t>
    </dgm:pt>
    <dgm:pt modelId="{3D336F94-309B-4CD9-8C96-4E1887A94718}" type="sibTrans" cxnId="{80A8F045-1C72-4348-B4D8-8123AF85C7DC}">
      <dgm:prSet/>
      <dgm:spPr/>
      <dgm:t>
        <a:bodyPr/>
        <a:lstStyle/>
        <a:p>
          <a:endParaRPr lang="en-US"/>
        </a:p>
      </dgm:t>
    </dgm:pt>
    <dgm:pt modelId="{792C9DCD-5D68-483B-BF56-99B7C4A7DB11}">
      <dgm:prSet/>
      <dgm:spPr/>
      <dgm:t>
        <a:bodyPr/>
        <a:lstStyle/>
        <a:p>
          <a:r>
            <a:rPr lang="en-US" dirty="0"/>
            <a:t>CONFIRM_CARRIAGE_RETURN</a:t>
          </a:r>
        </a:p>
      </dgm:t>
    </dgm:pt>
    <dgm:pt modelId="{12B5D5CF-206D-4636-A342-60D2E486ABC8}" type="parTrans" cxnId="{5680F41D-3ADC-4204-BCD0-A40FC2A3A51F}">
      <dgm:prSet/>
      <dgm:spPr/>
      <dgm:t>
        <a:bodyPr/>
        <a:lstStyle/>
        <a:p>
          <a:endParaRPr lang="en-US"/>
        </a:p>
      </dgm:t>
    </dgm:pt>
    <dgm:pt modelId="{C0EE0573-5366-4ADE-A0B4-DB1A78A9C5E3}" type="sibTrans" cxnId="{5680F41D-3ADC-4204-BCD0-A40FC2A3A51F}">
      <dgm:prSet/>
      <dgm:spPr/>
      <dgm:t>
        <a:bodyPr/>
        <a:lstStyle/>
        <a:p>
          <a:endParaRPr lang="en-US"/>
        </a:p>
      </dgm:t>
    </dgm:pt>
    <dgm:pt modelId="{6BE56D10-7258-4EBB-AE8C-4381B9F9FD76}">
      <dgm:prSet/>
      <dgm:spPr/>
      <dgm:t>
        <a:bodyPr/>
        <a:lstStyle/>
        <a:p>
          <a:r>
            <a:rPr lang="en-GB" dirty="0"/>
            <a:t>CONFIRM_CONVY_TURN_STOPPED</a:t>
          </a:r>
          <a:endParaRPr lang="en-US" dirty="0" err="1"/>
        </a:p>
      </dgm:t>
    </dgm:pt>
    <dgm:pt modelId="{737E938A-F91D-4A21-B01A-187E9F017DAB}" type="parTrans" cxnId="{0AD0DA87-57ED-41EE-AE7B-A7F603A1ED1E}">
      <dgm:prSet/>
      <dgm:spPr/>
      <dgm:t>
        <a:bodyPr/>
        <a:lstStyle/>
        <a:p>
          <a:endParaRPr lang="en-US"/>
        </a:p>
      </dgm:t>
    </dgm:pt>
    <dgm:pt modelId="{81E5C09C-9C4C-44AA-9EA9-2F1A3869975E}" type="sibTrans" cxnId="{0AD0DA87-57ED-41EE-AE7B-A7F603A1ED1E}">
      <dgm:prSet/>
      <dgm:spPr/>
      <dgm:t>
        <a:bodyPr/>
        <a:lstStyle/>
        <a:p>
          <a:endParaRPr lang="en-US"/>
        </a:p>
      </dgm:t>
    </dgm:pt>
    <dgm:pt modelId="{64159813-3226-4CC3-A524-BCC994DFB77E}" type="pres">
      <dgm:prSet presAssocID="{EDF72B21-273B-436D-95E5-7912F3518968}" presName="Name0" presStyleCnt="0">
        <dgm:presLayoutVars>
          <dgm:dir/>
          <dgm:resizeHandles val="exact"/>
        </dgm:presLayoutVars>
      </dgm:prSet>
      <dgm:spPr/>
    </dgm:pt>
    <dgm:pt modelId="{705FCA50-EAD7-4C08-9527-C67F33399246}" type="pres">
      <dgm:prSet presAssocID="{DBCD1210-D9B2-45E0-A171-E8691388130E}" presName="node" presStyleLbl="node1" presStyleIdx="0" presStyleCnt="18">
        <dgm:presLayoutVars>
          <dgm:bulletEnabled val="1"/>
        </dgm:presLayoutVars>
      </dgm:prSet>
      <dgm:spPr/>
    </dgm:pt>
    <dgm:pt modelId="{34584138-B0A9-45B2-B521-134FAB79029A}" type="pres">
      <dgm:prSet presAssocID="{964134E3-C3AE-4BB8-9B3C-5E15D88D8F74}" presName="sibTrans" presStyleLbl="sibTrans1D1" presStyleIdx="0" presStyleCnt="17"/>
      <dgm:spPr/>
    </dgm:pt>
    <dgm:pt modelId="{EA799D03-7A0A-4E37-86A8-1B104F90F86A}" type="pres">
      <dgm:prSet presAssocID="{964134E3-C3AE-4BB8-9B3C-5E15D88D8F74}" presName="connectorText" presStyleLbl="sibTrans1D1" presStyleIdx="0" presStyleCnt="17"/>
      <dgm:spPr/>
    </dgm:pt>
    <dgm:pt modelId="{51EB7A58-FF52-41A9-AF77-71F74974BA9B}" type="pres">
      <dgm:prSet presAssocID="{300E62A9-8A9B-4A72-BCE6-D1567CF943B2}" presName="node" presStyleLbl="node1" presStyleIdx="1" presStyleCnt="18">
        <dgm:presLayoutVars>
          <dgm:bulletEnabled val="1"/>
        </dgm:presLayoutVars>
      </dgm:prSet>
      <dgm:spPr/>
    </dgm:pt>
    <dgm:pt modelId="{4EE85033-856A-4945-9DB8-B6C8C1D73460}" type="pres">
      <dgm:prSet presAssocID="{2791DC7E-2133-4342-B69B-55866EB355F8}" presName="sibTrans" presStyleLbl="sibTrans1D1" presStyleIdx="1" presStyleCnt="17"/>
      <dgm:spPr/>
    </dgm:pt>
    <dgm:pt modelId="{8D84BCC0-1CFE-4BBA-9762-92FF0CAB2C19}" type="pres">
      <dgm:prSet presAssocID="{2791DC7E-2133-4342-B69B-55866EB355F8}" presName="connectorText" presStyleLbl="sibTrans1D1" presStyleIdx="1" presStyleCnt="17"/>
      <dgm:spPr/>
    </dgm:pt>
    <dgm:pt modelId="{CDF582ED-04C1-447C-A227-74C62019F237}" type="pres">
      <dgm:prSet presAssocID="{0EE1EFBA-BE29-437A-9AB2-5A7E7F54E17D}" presName="node" presStyleLbl="node1" presStyleIdx="2" presStyleCnt="18">
        <dgm:presLayoutVars>
          <dgm:bulletEnabled val="1"/>
        </dgm:presLayoutVars>
      </dgm:prSet>
      <dgm:spPr/>
    </dgm:pt>
    <dgm:pt modelId="{249560A1-F38A-4DC8-9315-AC0D3801D144}" type="pres">
      <dgm:prSet presAssocID="{B6109E5D-EAF6-4756-84D5-8CF82B49A354}" presName="sibTrans" presStyleLbl="sibTrans1D1" presStyleIdx="2" presStyleCnt="17"/>
      <dgm:spPr/>
    </dgm:pt>
    <dgm:pt modelId="{F8734312-C143-4262-8BB5-F7CBB1F1C355}" type="pres">
      <dgm:prSet presAssocID="{B6109E5D-EAF6-4756-84D5-8CF82B49A354}" presName="connectorText" presStyleLbl="sibTrans1D1" presStyleIdx="2" presStyleCnt="17"/>
      <dgm:spPr/>
    </dgm:pt>
    <dgm:pt modelId="{77622009-E465-48F6-A886-2DC910D254F1}" type="pres">
      <dgm:prSet presAssocID="{AE19265B-B090-45CB-84D6-3BFD1BDFA5C1}" presName="node" presStyleLbl="node1" presStyleIdx="3" presStyleCnt="18">
        <dgm:presLayoutVars>
          <dgm:bulletEnabled val="1"/>
        </dgm:presLayoutVars>
      </dgm:prSet>
      <dgm:spPr/>
    </dgm:pt>
    <dgm:pt modelId="{7FE3F7C0-7914-415D-96A6-DC51DC7B6ED6}" type="pres">
      <dgm:prSet presAssocID="{3FE51871-27C8-4259-B54D-A8530AA64449}" presName="sibTrans" presStyleLbl="sibTrans1D1" presStyleIdx="3" presStyleCnt="17"/>
      <dgm:spPr/>
    </dgm:pt>
    <dgm:pt modelId="{655EC532-E3A5-4544-A65F-6F023A5A71FA}" type="pres">
      <dgm:prSet presAssocID="{3FE51871-27C8-4259-B54D-A8530AA64449}" presName="connectorText" presStyleLbl="sibTrans1D1" presStyleIdx="3" presStyleCnt="17"/>
      <dgm:spPr/>
    </dgm:pt>
    <dgm:pt modelId="{F33F5571-5F0E-40B1-8BCD-BC125DB0902F}" type="pres">
      <dgm:prSet presAssocID="{F81D723D-013B-4CF4-83DF-F90D081217CF}" presName="node" presStyleLbl="node1" presStyleIdx="4" presStyleCnt="18">
        <dgm:presLayoutVars>
          <dgm:bulletEnabled val="1"/>
        </dgm:presLayoutVars>
      </dgm:prSet>
      <dgm:spPr/>
    </dgm:pt>
    <dgm:pt modelId="{F282DD3D-B67C-4F0D-94B7-F03A5EA0D7AE}" type="pres">
      <dgm:prSet presAssocID="{35A94538-3EF3-4C84-861A-DAE360174A69}" presName="sibTrans" presStyleLbl="sibTrans1D1" presStyleIdx="4" presStyleCnt="17"/>
      <dgm:spPr/>
    </dgm:pt>
    <dgm:pt modelId="{B16CE5D0-8DE7-4F77-9CF6-563E2E0A698C}" type="pres">
      <dgm:prSet presAssocID="{35A94538-3EF3-4C84-861A-DAE360174A69}" presName="connectorText" presStyleLbl="sibTrans1D1" presStyleIdx="4" presStyleCnt="17"/>
      <dgm:spPr/>
    </dgm:pt>
    <dgm:pt modelId="{E5E614E0-5226-488D-8EFD-A5E6D610FFE5}" type="pres">
      <dgm:prSet presAssocID="{2F2C50D8-7000-4F6A-8F42-0C738C37BDB7}" presName="node" presStyleLbl="node1" presStyleIdx="5" presStyleCnt="18">
        <dgm:presLayoutVars>
          <dgm:bulletEnabled val="1"/>
        </dgm:presLayoutVars>
      </dgm:prSet>
      <dgm:spPr/>
    </dgm:pt>
    <dgm:pt modelId="{4AB48A9B-6E9F-4FBB-87E8-6C13FC02002D}" type="pres">
      <dgm:prSet presAssocID="{7CBDD7BE-AAD7-436E-8119-65D1666CFC4F}" presName="sibTrans" presStyleLbl="sibTrans1D1" presStyleIdx="5" presStyleCnt="17"/>
      <dgm:spPr/>
    </dgm:pt>
    <dgm:pt modelId="{48CD04A9-C017-49A6-95A0-03AAF53BBE66}" type="pres">
      <dgm:prSet presAssocID="{7CBDD7BE-AAD7-436E-8119-65D1666CFC4F}" presName="connectorText" presStyleLbl="sibTrans1D1" presStyleIdx="5" presStyleCnt="17"/>
      <dgm:spPr/>
    </dgm:pt>
    <dgm:pt modelId="{B4DBE70A-123C-4C2E-8659-AFF7DE3C8C18}" type="pres">
      <dgm:prSet presAssocID="{32FB6819-52F0-4F0B-8A7B-916078D00F85}" presName="node" presStyleLbl="node1" presStyleIdx="6" presStyleCnt="18">
        <dgm:presLayoutVars>
          <dgm:bulletEnabled val="1"/>
        </dgm:presLayoutVars>
      </dgm:prSet>
      <dgm:spPr/>
    </dgm:pt>
    <dgm:pt modelId="{789EC962-A1DE-42F3-9D5F-03E5ECB930BA}" type="pres">
      <dgm:prSet presAssocID="{3A4A5A45-6626-403F-BB1C-20C9172B4338}" presName="sibTrans" presStyleLbl="sibTrans1D1" presStyleIdx="6" presStyleCnt="17"/>
      <dgm:spPr/>
    </dgm:pt>
    <dgm:pt modelId="{EB6D06E6-B8A2-4ABF-A2FB-D1DDDD188CC8}" type="pres">
      <dgm:prSet presAssocID="{3A4A5A45-6626-403F-BB1C-20C9172B4338}" presName="connectorText" presStyleLbl="sibTrans1D1" presStyleIdx="6" presStyleCnt="17"/>
      <dgm:spPr/>
    </dgm:pt>
    <dgm:pt modelId="{7043A9B5-B9E9-47FE-9338-5F0AD04B5F20}" type="pres">
      <dgm:prSet presAssocID="{89134FEC-9CB9-43B0-8DE9-09FC33898F81}" presName="node" presStyleLbl="node1" presStyleIdx="7" presStyleCnt="18">
        <dgm:presLayoutVars>
          <dgm:bulletEnabled val="1"/>
        </dgm:presLayoutVars>
      </dgm:prSet>
      <dgm:spPr/>
    </dgm:pt>
    <dgm:pt modelId="{273B037F-708D-426B-AA45-61A628D6F1C2}" type="pres">
      <dgm:prSet presAssocID="{B5B3CFB4-B75A-46DC-BA87-3671CB789B84}" presName="sibTrans" presStyleLbl="sibTrans1D1" presStyleIdx="7" presStyleCnt="17"/>
      <dgm:spPr/>
    </dgm:pt>
    <dgm:pt modelId="{8719EF9A-9774-41AF-B5A4-2B6964D10ABE}" type="pres">
      <dgm:prSet presAssocID="{B5B3CFB4-B75A-46DC-BA87-3671CB789B84}" presName="connectorText" presStyleLbl="sibTrans1D1" presStyleIdx="7" presStyleCnt="17"/>
      <dgm:spPr/>
    </dgm:pt>
    <dgm:pt modelId="{0D934B57-6B0F-45B6-B7CE-F2AC989AA167}" type="pres">
      <dgm:prSet presAssocID="{D2595510-E9E5-4CEE-A399-64A90A1A23BC}" presName="node" presStyleLbl="node1" presStyleIdx="8" presStyleCnt="18">
        <dgm:presLayoutVars>
          <dgm:bulletEnabled val="1"/>
        </dgm:presLayoutVars>
      </dgm:prSet>
      <dgm:spPr/>
    </dgm:pt>
    <dgm:pt modelId="{95BD22DD-55C0-4604-8AE1-016079C126D6}" type="pres">
      <dgm:prSet presAssocID="{9AA7BA76-2313-4176-A3E3-C25BFB099937}" presName="sibTrans" presStyleLbl="sibTrans1D1" presStyleIdx="8" presStyleCnt="17"/>
      <dgm:spPr/>
    </dgm:pt>
    <dgm:pt modelId="{97E1A564-B48A-47AD-A0F1-8439FB787E78}" type="pres">
      <dgm:prSet presAssocID="{9AA7BA76-2313-4176-A3E3-C25BFB099937}" presName="connectorText" presStyleLbl="sibTrans1D1" presStyleIdx="8" presStyleCnt="17"/>
      <dgm:spPr/>
    </dgm:pt>
    <dgm:pt modelId="{E2A914F3-BC2E-42C0-8388-304C7539430D}" type="pres">
      <dgm:prSet presAssocID="{D9276041-C3BA-447E-AA62-EA26EE455A3B}" presName="node" presStyleLbl="node1" presStyleIdx="9" presStyleCnt="18">
        <dgm:presLayoutVars>
          <dgm:bulletEnabled val="1"/>
        </dgm:presLayoutVars>
      </dgm:prSet>
      <dgm:spPr/>
    </dgm:pt>
    <dgm:pt modelId="{B4948425-85D8-40BE-890B-6DE32348A1AC}" type="pres">
      <dgm:prSet presAssocID="{1A91716C-CAAC-4D95-9DF4-582441272AF9}" presName="sibTrans" presStyleLbl="sibTrans1D1" presStyleIdx="9" presStyleCnt="17"/>
      <dgm:spPr/>
    </dgm:pt>
    <dgm:pt modelId="{6563F354-A2BD-46EE-9E87-F6C8530D9473}" type="pres">
      <dgm:prSet presAssocID="{1A91716C-CAAC-4D95-9DF4-582441272AF9}" presName="connectorText" presStyleLbl="sibTrans1D1" presStyleIdx="9" presStyleCnt="17"/>
      <dgm:spPr/>
    </dgm:pt>
    <dgm:pt modelId="{5E5E0423-FE81-4F2F-8234-59F2FDE5F443}" type="pres">
      <dgm:prSet presAssocID="{8854E549-8229-4845-8B9C-A6C390E75FA4}" presName="node" presStyleLbl="node1" presStyleIdx="10" presStyleCnt="18">
        <dgm:presLayoutVars>
          <dgm:bulletEnabled val="1"/>
        </dgm:presLayoutVars>
      </dgm:prSet>
      <dgm:spPr/>
    </dgm:pt>
    <dgm:pt modelId="{AA49EE79-13DB-4AFF-8CC3-6F4FD190CF11}" type="pres">
      <dgm:prSet presAssocID="{4DBD9EB7-2905-43E4-81BA-29502E6A0E6C}" presName="sibTrans" presStyleLbl="sibTrans1D1" presStyleIdx="10" presStyleCnt="17"/>
      <dgm:spPr/>
    </dgm:pt>
    <dgm:pt modelId="{D2A81299-E29E-467C-AF9A-C7E0E0F33E80}" type="pres">
      <dgm:prSet presAssocID="{4DBD9EB7-2905-43E4-81BA-29502E6A0E6C}" presName="connectorText" presStyleLbl="sibTrans1D1" presStyleIdx="10" presStyleCnt="17"/>
      <dgm:spPr/>
    </dgm:pt>
    <dgm:pt modelId="{AFCDB71B-56BF-497C-A4A9-C695D463F2E6}" type="pres">
      <dgm:prSet presAssocID="{64DA0AD9-BCF4-40DF-8461-E568296A1A6C}" presName="node" presStyleLbl="node1" presStyleIdx="11" presStyleCnt="18">
        <dgm:presLayoutVars>
          <dgm:bulletEnabled val="1"/>
        </dgm:presLayoutVars>
      </dgm:prSet>
      <dgm:spPr/>
    </dgm:pt>
    <dgm:pt modelId="{02D3616E-73BB-483D-B0A9-EDEB1DFD5011}" type="pres">
      <dgm:prSet presAssocID="{46CF95C6-AEFA-416E-ACC9-EC9E325AA947}" presName="sibTrans" presStyleLbl="sibTrans1D1" presStyleIdx="11" presStyleCnt="17"/>
      <dgm:spPr/>
    </dgm:pt>
    <dgm:pt modelId="{8393D21D-7C31-48BA-BBC5-2423A8419231}" type="pres">
      <dgm:prSet presAssocID="{46CF95C6-AEFA-416E-ACC9-EC9E325AA947}" presName="connectorText" presStyleLbl="sibTrans1D1" presStyleIdx="11" presStyleCnt="17"/>
      <dgm:spPr/>
    </dgm:pt>
    <dgm:pt modelId="{1DCE7B1C-4138-47E2-B284-CC07681024CD}" type="pres">
      <dgm:prSet presAssocID="{2A517721-51F9-44DE-9C5B-76360752CC84}" presName="node" presStyleLbl="node1" presStyleIdx="12" presStyleCnt="18">
        <dgm:presLayoutVars>
          <dgm:bulletEnabled val="1"/>
        </dgm:presLayoutVars>
      </dgm:prSet>
      <dgm:spPr/>
    </dgm:pt>
    <dgm:pt modelId="{F8587453-2DAD-4692-8D36-1A6DFAA93055}" type="pres">
      <dgm:prSet presAssocID="{F2B4C0B6-E412-4766-9CEA-0B0E9A9DB04B}" presName="sibTrans" presStyleLbl="sibTrans1D1" presStyleIdx="12" presStyleCnt="17"/>
      <dgm:spPr/>
    </dgm:pt>
    <dgm:pt modelId="{7E713275-51B6-4C11-8C20-992434D453B7}" type="pres">
      <dgm:prSet presAssocID="{F2B4C0B6-E412-4766-9CEA-0B0E9A9DB04B}" presName="connectorText" presStyleLbl="sibTrans1D1" presStyleIdx="12" presStyleCnt="17"/>
      <dgm:spPr/>
    </dgm:pt>
    <dgm:pt modelId="{10AD0505-C085-4E6D-93B0-8AAB3B5A70D9}" type="pres">
      <dgm:prSet presAssocID="{FE58B779-DDC3-428B-9C94-D25C4DEBE137}" presName="node" presStyleLbl="node1" presStyleIdx="13" presStyleCnt="18">
        <dgm:presLayoutVars>
          <dgm:bulletEnabled val="1"/>
        </dgm:presLayoutVars>
      </dgm:prSet>
      <dgm:spPr/>
    </dgm:pt>
    <dgm:pt modelId="{DCE8D78E-E94F-4331-987A-762665248530}" type="pres">
      <dgm:prSet presAssocID="{2CB0F9A5-D45C-43F5-A5E6-18079CF7BC46}" presName="sibTrans" presStyleLbl="sibTrans1D1" presStyleIdx="13" presStyleCnt="17"/>
      <dgm:spPr/>
    </dgm:pt>
    <dgm:pt modelId="{0189BCA2-4921-41CE-8A41-5587E683D1F5}" type="pres">
      <dgm:prSet presAssocID="{2CB0F9A5-D45C-43F5-A5E6-18079CF7BC46}" presName="connectorText" presStyleLbl="sibTrans1D1" presStyleIdx="13" presStyleCnt="17"/>
      <dgm:spPr/>
    </dgm:pt>
    <dgm:pt modelId="{48F30AC9-42E9-40B2-B1E7-1FBD5B40912B}" type="pres">
      <dgm:prSet presAssocID="{3E5ED280-1575-4E6A-8308-D72682154303}" presName="node" presStyleLbl="node1" presStyleIdx="14" presStyleCnt="18">
        <dgm:presLayoutVars>
          <dgm:bulletEnabled val="1"/>
        </dgm:presLayoutVars>
      </dgm:prSet>
      <dgm:spPr/>
    </dgm:pt>
    <dgm:pt modelId="{8448BCFF-2940-47A3-838D-8E864F1DD401}" type="pres">
      <dgm:prSet presAssocID="{807090E7-9411-4292-A9C6-8FB55DA4C45C}" presName="sibTrans" presStyleLbl="sibTrans1D1" presStyleIdx="14" presStyleCnt="17"/>
      <dgm:spPr/>
    </dgm:pt>
    <dgm:pt modelId="{3A03A184-1D83-43F8-BF16-0AE9C863E676}" type="pres">
      <dgm:prSet presAssocID="{807090E7-9411-4292-A9C6-8FB55DA4C45C}" presName="connectorText" presStyleLbl="sibTrans1D1" presStyleIdx="14" presStyleCnt="17"/>
      <dgm:spPr/>
    </dgm:pt>
    <dgm:pt modelId="{6F03E918-9E74-48D0-BA98-C6039A601596}" type="pres">
      <dgm:prSet presAssocID="{AB712D79-259B-40AD-A778-1CDB7DE2F614}" presName="node" presStyleLbl="node1" presStyleIdx="15" presStyleCnt="18">
        <dgm:presLayoutVars>
          <dgm:bulletEnabled val="1"/>
        </dgm:presLayoutVars>
      </dgm:prSet>
      <dgm:spPr/>
    </dgm:pt>
    <dgm:pt modelId="{24ADA12C-E37D-4889-8052-FFF893E4775F}" type="pres">
      <dgm:prSet presAssocID="{3D336F94-309B-4CD9-8C96-4E1887A94718}" presName="sibTrans" presStyleLbl="sibTrans1D1" presStyleIdx="15" presStyleCnt="17"/>
      <dgm:spPr/>
    </dgm:pt>
    <dgm:pt modelId="{CF9985E8-02E5-4A92-AC05-F9570FB83282}" type="pres">
      <dgm:prSet presAssocID="{3D336F94-309B-4CD9-8C96-4E1887A94718}" presName="connectorText" presStyleLbl="sibTrans1D1" presStyleIdx="15" presStyleCnt="17"/>
      <dgm:spPr/>
    </dgm:pt>
    <dgm:pt modelId="{D7841600-B689-4599-B08C-BA5A6E39FCC4}" type="pres">
      <dgm:prSet presAssocID="{792C9DCD-5D68-483B-BF56-99B7C4A7DB11}" presName="node" presStyleLbl="node1" presStyleIdx="16" presStyleCnt="18">
        <dgm:presLayoutVars>
          <dgm:bulletEnabled val="1"/>
        </dgm:presLayoutVars>
      </dgm:prSet>
      <dgm:spPr/>
    </dgm:pt>
    <dgm:pt modelId="{CEE8E6A1-BB6F-4EC7-99CF-F122611C6E93}" type="pres">
      <dgm:prSet presAssocID="{C0EE0573-5366-4ADE-A0B4-DB1A78A9C5E3}" presName="sibTrans" presStyleLbl="sibTrans1D1" presStyleIdx="16" presStyleCnt="17"/>
      <dgm:spPr/>
    </dgm:pt>
    <dgm:pt modelId="{A516273E-3141-4CC1-BA50-D16951DA7B39}" type="pres">
      <dgm:prSet presAssocID="{C0EE0573-5366-4ADE-A0B4-DB1A78A9C5E3}" presName="connectorText" presStyleLbl="sibTrans1D1" presStyleIdx="16" presStyleCnt="17"/>
      <dgm:spPr/>
    </dgm:pt>
    <dgm:pt modelId="{4B5EF657-7153-486B-9AE7-D7DD0C0C1584}" type="pres">
      <dgm:prSet presAssocID="{6BE56D10-7258-4EBB-AE8C-4381B9F9FD76}" presName="node" presStyleLbl="node1" presStyleIdx="17" presStyleCnt="18">
        <dgm:presLayoutVars>
          <dgm:bulletEnabled val="1"/>
        </dgm:presLayoutVars>
      </dgm:prSet>
      <dgm:spPr/>
    </dgm:pt>
  </dgm:ptLst>
  <dgm:cxnLst>
    <dgm:cxn modelId="{10ADD410-22CE-4139-9741-5F53283503AF}" type="presOf" srcId="{300E62A9-8A9B-4A72-BCE6-D1567CF943B2}" destId="{51EB7A58-FF52-41A9-AF77-71F74974BA9B}" srcOrd="0" destOrd="0" presId="urn:microsoft.com/office/officeart/2016/7/layout/RepeatingBendingProcessNew"/>
    <dgm:cxn modelId="{E032BF12-9900-4176-9697-89F95E0F0878}" type="presOf" srcId="{35A94538-3EF3-4C84-861A-DAE360174A69}" destId="{B16CE5D0-8DE7-4F77-9CF6-563E2E0A698C}" srcOrd="1" destOrd="0" presId="urn:microsoft.com/office/officeart/2016/7/layout/RepeatingBendingProcessNew"/>
    <dgm:cxn modelId="{1A023D13-1721-4F53-B1E3-17FE059495F0}" type="presOf" srcId="{807090E7-9411-4292-A9C6-8FB55DA4C45C}" destId="{3A03A184-1D83-43F8-BF16-0AE9C863E676}" srcOrd="1" destOrd="0" presId="urn:microsoft.com/office/officeart/2016/7/layout/RepeatingBendingProcessNew"/>
    <dgm:cxn modelId="{6B7D7714-3751-4119-9BB6-2C1CA9B0CFA5}" srcId="{EDF72B21-273B-436D-95E5-7912F3518968}" destId="{D2595510-E9E5-4CEE-A399-64A90A1A23BC}" srcOrd="8" destOrd="0" parTransId="{732A6223-A610-4358-B2AF-68CD5AF89C70}" sibTransId="{9AA7BA76-2313-4176-A3E3-C25BFB099937}"/>
    <dgm:cxn modelId="{5DD8A114-65B1-4214-9DAF-41C590BFF8ED}" type="presOf" srcId="{AB712D79-259B-40AD-A778-1CDB7DE2F614}" destId="{6F03E918-9E74-48D0-BA98-C6039A601596}" srcOrd="0" destOrd="0" presId="urn:microsoft.com/office/officeart/2016/7/layout/RepeatingBendingProcessNew"/>
    <dgm:cxn modelId="{88F4F717-09E9-4AA2-B05F-215B85C5871A}" type="presOf" srcId="{35A94538-3EF3-4C84-861A-DAE360174A69}" destId="{F282DD3D-B67C-4F0D-94B7-F03A5EA0D7AE}" srcOrd="0" destOrd="0" presId="urn:microsoft.com/office/officeart/2016/7/layout/RepeatingBendingProcessNew"/>
    <dgm:cxn modelId="{5680F41D-3ADC-4204-BCD0-A40FC2A3A51F}" srcId="{EDF72B21-273B-436D-95E5-7912F3518968}" destId="{792C9DCD-5D68-483B-BF56-99B7C4A7DB11}" srcOrd="16" destOrd="0" parTransId="{12B5D5CF-206D-4636-A342-60D2E486ABC8}" sibTransId="{C0EE0573-5366-4ADE-A0B4-DB1A78A9C5E3}"/>
    <dgm:cxn modelId="{03C27F23-448B-4C18-A3D7-EE08F0D6B0E4}" type="presOf" srcId="{2791DC7E-2133-4342-B69B-55866EB355F8}" destId="{8D84BCC0-1CFE-4BBA-9762-92FF0CAB2C19}" srcOrd="1" destOrd="0" presId="urn:microsoft.com/office/officeart/2016/7/layout/RepeatingBendingProcessNew"/>
    <dgm:cxn modelId="{5B134E28-7A87-4820-A49B-361D9268E65B}" type="presOf" srcId="{46CF95C6-AEFA-416E-ACC9-EC9E325AA947}" destId="{02D3616E-73BB-483D-B0A9-EDEB1DFD5011}" srcOrd="0" destOrd="0" presId="urn:microsoft.com/office/officeart/2016/7/layout/RepeatingBendingProcessNew"/>
    <dgm:cxn modelId="{DACB4F2B-78E6-46C7-A12C-1EAA2C5EDC7E}" type="presOf" srcId="{32FB6819-52F0-4F0B-8A7B-916078D00F85}" destId="{B4DBE70A-123C-4C2E-8659-AFF7DE3C8C18}" srcOrd="0" destOrd="0" presId="urn:microsoft.com/office/officeart/2016/7/layout/RepeatingBendingProcessNew"/>
    <dgm:cxn modelId="{225CFE2B-60FC-45AF-A6A7-EE3CDA60FBF4}" type="presOf" srcId="{89134FEC-9CB9-43B0-8DE9-09FC33898F81}" destId="{7043A9B5-B9E9-47FE-9338-5F0AD04B5F20}" srcOrd="0" destOrd="0" presId="urn:microsoft.com/office/officeart/2016/7/layout/RepeatingBendingProcessNew"/>
    <dgm:cxn modelId="{B820A230-AABE-4CB1-90CB-1BD7D07041AB}" type="presOf" srcId="{964134E3-C3AE-4BB8-9B3C-5E15D88D8F74}" destId="{EA799D03-7A0A-4E37-86A8-1B104F90F86A}" srcOrd="1" destOrd="0" presId="urn:microsoft.com/office/officeart/2016/7/layout/RepeatingBendingProcessNew"/>
    <dgm:cxn modelId="{50A0E837-0E71-4538-9CC3-DD532F07A464}" type="presOf" srcId="{4DBD9EB7-2905-43E4-81BA-29502E6A0E6C}" destId="{D2A81299-E29E-467C-AF9A-C7E0E0F33E80}" srcOrd="1" destOrd="0" presId="urn:microsoft.com/office/officeart/2016/7/layout/RepeatingBendingProcessNew"/>
    <dgm:cxn modelId="{6E003838-5559-4646-97F4-D2E5F2F1CB3A}" type="presOf" srcId="{3A4A5A45-6626-403F-BB1C-20C9172B4338}" destId="{789EC962-A1DE-42F3-9D5F-03E5ECB930BA}" srcOrd="0" destOrd="0" presId="urn:microsoft.com/office/officeart/2016/7/layout/RepeatingBendingProcessNew"/>
    <dgm:cxn modelId="{03A84C38-CA84-47B8-836F-8926462384B2}" type="presOf" srcId="{807090E7-9411-4292-A9C6-8FB55DA4C45C}" destId="{8448BCFF-2940-47A3-838D-8E864F1DD401}" srcOrd="0" destOrd="0" presId="urn:microsoft.com/office/officeart/2016/7/layout/RepeatingBendingProcessNew"/>
    <dgm:cxn modelId="{0FFCF938-B115-4D87-87FA-4A349DBECF4F}" type="presOf" srcId="{3E5ED280-1575-4E6A-8308-D72682154303}" destId="{48F30AC9-42E9-40B2-B1E7-1FBD5B40912B}" srcOrd="0" destOrd="0" presId="urn:microsoft.com/office/officeart/2016/7/layout/RepeatingBendingProcessNew"/>
    <dgm:cxn modelId="{3509D13A-B986-4D5A-8FF0-7BFD84C6D3C8}" srcId="{EDF72B21-273B-436D-95E5-7912F3518968}" destId="{89134FEC-9CB9-43B0-8DE9-09FC33898F81}" srcOrd="7" destOrd="0" parTransId="{BCE0DA33-4897-4549-A11B-69E1799E1649}" sibTransId="{B5B3CFB4-B75A-46DC-BA87-3671CB789B84}"/>
    <dgm:cxn modelId="{61B2C53C-13FB-41E3-9DC1-2BA03204AD46}" type="presOf" srcId="{964134E3-C3AE-4BB8-9B3C-5E15D88D8F74}" destId="{34584138-B0A9-45B2-B521-134FAB79029A}" srcOrd="0" destOrd="0" presId="urn:microsoft.com/office/officeart/2016/7/layout/RepeatingBendingProcessNew"/>
    <dgm:cxn modelId="{CBCC733D-B466-473A-A7D5-4145DE919A6B}" type="presOf" srcId="{AE19265B-B090-45CB-84D6-3BFD1BDFA5C1}" destId="{77622009-E465-48F6-A886-2DC910D254F1}" srcOrd="0" destOrd="0" presId="urn:microsoft.com/office/officeart/2016/7/layout/RepeatingBendingProcessNew"/>
    <dgm:cxn modelId="{29E9E95B-6AAC-4652-8E42-C5F752105DFF}" type="presOf" srcId="{FE58B779-DDC3-428B-9C94-D25C4DEBE137}" destId="{10AD0505-C085-4E6D-93B0-8AAB3B5A70D9}" srcOrd="0" destOrd="0" presId="urn:microsoft.com/office/officeart/2016/7/layout/RepeatingBendingProcessNew"/>
    <dgm:cxn modelId="{E4912760-90E1-40B3-9D95-B0E4E12364C9}" type="presOf" srcId="{9AA7BA76-2313-4176-A3E3-C25BFB099937}" destId="{95BD22DD-55C0-4604-8AE1-016079C126D6}" srcOrd="0" destOrd="0" presId="urn:microsoft.com/office/officeart/2016/7/layout/RepeatingBendingProcessNew"/>
    <dgm:cxn modelId="{7F802261-36DD-496E-8370-0D36F99DB6D4}" type="presOf" srcId="{F2B4C0B6-E412-4766-9CEA-0B0E9A9DB04B}" destId="{F8587453-2DAD-4692-8D36-1A6DFAA93055}" srcOrd="0" destOrd="0" presId="urn:microsoft.com/office/officeart/2016/7/layout/RepeatingBendingProcessNew"/>
    <dgm:cxn modelId="{3BB7FA41-13C5-4976-A6DA-C9BD3835AEE8}" type="presOf" srcId="{F2B4C0B6-E412-4766-9CEA-0B0E9A9DB04B}" destId="{7E713275-51B6-4C11-8C20-992434D453B7}" srcOrd="1" destOrd="0" presId="urn:microsoft.com/office/officeart/2016/7/layout/RepeatingBendingProcessNew"/>
    <dgm:cxn modelId="{C2D07462-6FA1-4EE0-8421-930FC76F2D35}" type="presOf" srcId="{9AA7BA76-2313-4176-A3E3-C25BFB099937}" destId="{97E1A564-B48A-47AD-A0F1-8439FB787E78}" srcOrd="1" destOrd="0" presId="urn:microsoft.com/office/officeart/2016/7/layout/RepeatingBendingProcessNew"/>
    <dgm:cxn modelId="{C79B8863-63BF-44BA-A92A-0F79FC96A847}" type="presOf" srcId="{6BE56D10-7258-4EBB-AE8C-4381B9F9FD76}" destId="{4B5EF657-7153-486B-9AE7-D7DD0C0C1584}" srcOrd="0" destOrd="0" presId="urn:microsoft.com/office/officeart/2016/7/layout/RepeatingBendingProcessNew"/>
    <dgm:cxn modelId="{B669AB43-5361-4BE5-907D-8D405217F342}" srcId="{EDF72B21-273B-436D-95E5-7912F3518968}" destId="{DBCD1210-D9B2-45E0-A171-E8691388130E}" srcOrd="0" destOrd="0" parTransId="{27DC0763-8B83-4C7B-BF60-CB018CF75138}" sibTransId="{964134E3-C3AE-4BB8-9B3C-5E15D88D8F74}"/>
    <dgm:cxn modelId="{80A8F045-1C72-4348-B4D8-8123AF85C7DC}" srcId="{EDF72B21-273B-436D-95E5-7912F3518968}" destId="{AB712D79-259B-40AD-A778-1CDB7DE2F614}" srcOrd="15" destOrd="0" parTransId="{B9BF49FE-2B05-45BE-8788-E871A09AA7D0}" sibTransId="{3D336F94-309B-4CD9-8C96-4E1887A94718}"/>
    <dgm:cxn modelId="{5C174747-D2E8-47B3-AA82-F49A5AC41AF7}" type="presOf" srcId="{B6109E5D-EAF6-4756-84D5-8CF82B49A354}" destId="{249560A1-F38A-4DC8-9315-AC0D3801D144}" srcOrd="0" destOrd="0" presId="urn:microsoft.com/office/officeart/2016/7/layout/RepeatingBendingProcessNew"/>
    <dgm:cxn modelId="{6E83326B-BC80-4661-9727-0E4A15CB1B3C}" type="presOf" srcId="{8854E549-8229-4845-8B9C-A6C390E75FA4}" destId="{5E5E0423-FE81-4F2F-8234-59F2FDE5F443}" srcOrd="0" destOrd="0" presId="urn:microsoft.com/office/officeart/2016/7/layout/RepeatingBendingProcessNew"/>
    <dgm:cxn modelId="{FD799F70-20DE-4455-87BE-F9A60A4306EB}" type="presOf" srcId="{3FE51871-27C8-4259-B54D-A8530AA64449}" destId="{655EC532-E3A5-4544-A65F-6F023A5A71FA}" srcOrd="1" destOrd="0" presId="urn:microsoft.com/office/officeart/2016/7/layout/RepeatingBendingProcessNew"/>
    <dgm:cxn modelId="{AD4F3A71-3B97-44DE-9BDD-D3C6897AF105}" type="presOf" srcId="{2CB0F9A5-D45C-43F5-A5E6-18079CF7BC46}" destId="{0189BCA2-4921-41CE-8A41-5587E683D1F5}" srcOrd="1" destOrd="0" presId="urn:microsoft.com/office/officeart/2016/7/layout/RepeatingBendingProcessNew"/>
    <dgm:cxn modelId="{36B0B871-6E64-4D65-8F04-C62AE58F5CB0}" srcId="{EDF72B21-273B-436D-95E5-7912F3518968}" destId="{3E5ED280-1575-4E6A-8308-D72682154303}" srcOrd="14" destOrd="0" parTransId="{CCE443AE-296A-4C11-9CE2-8DD6D4E8AD94}" sibTransId="{807090E7-9411-4292-A9C6-8FB55DA4C45C}"/>
    <dgm:cxn modelId="{9AC21576-C1A0-41E2-9BD1-C3C4698E0AE3}" srcId="{EDF72B21-273B-436D-95E5-7912F3518968}" destId="{AE19265B-B090-45CB-84D6-3BFD1BDFA5C1}" srcOrd="3" destOrd="0" parTransId="{3FB90620-175B-4EA2-AD25-71CAD39DBAB8}" sibTransId="{3FE51871-27C8-4259-B54D-A8530AA64449}"/>
    <dgm:cxn modelId="{8BC6257E-2352-4F86-A92B-75881E315C0B}" type="presOf" srcId="{F81D723D-013B-4CF4-83DF-F90D081217CF}" destId="{F33F5571-5F0E-40B1-8BCD-BC125DB0902F}" srcOrd="0" destOrd="0" presId="urn:microsoft.com/office/officeart/2016/7/layout/RepeatingBendingProcessNew"/>
    <dgm:cxn modelId="{4C21167F-3EF7-489C-B5D4-36D627F52542}" srcId="{EDF72B21-273B-436D-95E5-7912F3518968}" destId="{8854E549-8229-4845-8B9C-A6C390E75FA4}" srcOrd="10" destOrd="0" parTransId="{77D9EC31-06F9-4978-BD71-F18E1620E8DF}" sibTransId="{4DBD9EB7-2905-43E4-81BA-29502E6A0E6C}"/>
    <dgm:cxn modelId="{096F7884-2D9C-4722-808D-DD65F5769102}" type="presOf" srcId="{2F2C50D8-7000-4F6A-8F42-0C738C37BDB7}" destId="{E5E614E0-5226-488D-8EFD-A5E6D610FFE5}" srcOrd="0" destOrd="0" presId="urn:microsoft.com/office/officeart/2016/7/layout/RepeatingBendingProcessNew"/>
    <dgm:cxn modelId="{0AD0DA87-57ED-41EE-AE7B-A7F603A1ED1E}" srcId="{EDF72B21-273B-436D-95E5-7912F3518968}" destId="{6BE56D10-7258-4EBB-AE8C-4381B9F9FD76}" srcOrd="17" destOrd="0" parTransId="{737E938A-F91D-4A21-B01A-187E9F017DAB}" sibTransId="{81E5C09C-9C4C-44AA-9EA9-2F1A3869975E}"/>
    <dgm:cxn modelId="{12C3FF8C-1744-4740-B200-F02BC5DC3859}" srcId="{EDF72B21-273B-436D-95E5-7912F3518968}" destId="{64DA0AD9-BCF4-40DF-8461-E568296A1A6C}" srcOrd="11" destOrd="0" parTransId="{66732059-76FA-4862-9C77-A412D4E9B3C1}" sibTransId="{46CF95C6-AEFA-416E-ACC9-EC9E325AA947}"/>
    <dgm:cxn modelId="{5DC2998E-83D2-45A4-933E-4D478D5A9E25}" type="presOf" srcId="{D9276041-C3BA-447E-AA62-EA26EE455A3B}" destId="{E2A914F3-BC2E-42C0-8388-304C7539430D}" srcOrd="0" destOrd="0" presId="urn:microsoft.com/office/officeart/2016/7/layout/RepeatingBendingProcessNew"/>
    <dgm:cxn modelId="{2FA93894-4EA9-4E54-AF82-F4A86899FF70}" type="presOf" srcId="{2791DC7E-2133-4342-B69B-55866EB355F8}" destId="{4EE85033-856A-4945-9DB8-B6C8C1D73460}" srcOrd="0" destOrd="0" presId="urn:microsoft.com/office/officeart/2016/7/layout/RepeatingBendingProcessNew"/>
    <dgm:cxn modelId="{AC860995-3845-4858-8505-3C8E87D6CFA2}" srcId="{EDF72B21-273B-436D-95E5-7912F3518968}" destId="{2A517721-51F9-44DE-9C5B-76360752CC84}" srcOrd="12" destOrd="0" parTransId="{57E71A53-8786-44FF-B9C7-C788BA466DC3}" sibTransId="{F2B4C0B6-E412-4766-9CEA-0B0E9A9DB04B}"/>
    <dgm:cxn modelId="{9B792F99-792B-4CD5-BFD0-E09A4A4A0F0F}" type="presOf" srcId="{7CBDD7BE-AAD7-436E-8119-65D1666CFC4F}" destId="{48CD04A9-C017-49A6-95A0-03AAF53BBE66}" srcOrd="1" destOrd="0" presId="urn:microsoft.com/office/officeart/2016/7/layout/RepeatingBendingProcessNew"/>
    <dgm:cxn modelId="{BE10879E-D911-4E38-AF15-972E36F9D1C3}" type="presOf" srcId="{C0EE0573-5366-4ADE-A0B4-DB1A78A9C5E3}" destId="{A516273E-3141-4CC1-BA50-D16951DA7B39}" srcOrd="1" destOrd="0" presId="urn:microsoft.com/office/officeart/2016/7/layout/RepeatingBendingProcessNew"/>
    <dgm:cxn modelId="{E652FF9F-22FC-4CC2-A380-0C18C2D16D78}" type="presOf" srcId="{3D336F94-309B-4CD9-8C96-4E1887A94718}" destId="{CF9985E8-02E5-4A92-AC05-F9570FB83282}" srcOrd="1" destOrd="0" presId="urn:microsoft.com/office/officeart/2016/7/layout/RepeatingBendingProcessNew"/>
    <dgm:cxn modelId="{698F85A1-AA80-46E1-8B9A-EB115685E509}" type="presOf" srcId="{D2595510-E9E5-4CEE-A399-64A90A1A23BC}" destId="{0D934B57-6B0F-45B6-B7CE-F2AC989AA167}" srcOrd="0" destOrd="0" presId="urn:microsoft.com/office/officeart/2016/7/layout/RepeatingBendingProcessNew"/>
    <dgm:cxn modelId="{0F4AAAA4-BC65-4BE6-8F1C-67EE584CDB62}" srcId="{EDF72B21-273B-436D-95E5-7912F3518968}" destId="{300E62A9-8A9B-4A72-BCE6-D1567CF943B2}" srcOrd="1" destOrd="0" parTransId="{9DBA2413-1623-4BFC-8176-E1E831C34490}" sibTransId="{2791DC7E-2133-4342-B69B-55866EB355F8}"/>
    <dgm:cxn modelId="{43DD65A6-1CC9-411B-B577-8B1BCCCE60AF}" type="presOf" srcId="{64DA0AD9-BCF4-40DF-8461-E568296A1A6C}" destId="{AFCDB71B-56BF-497C-A4A9-C695D463F2E6}" srcOrd="0" destOrd="0" presId="urn:microsoft.com/office/officeart/2016/7/layout/RepeatingBendingProcessNew"/>
    <dgm:cxn modelId="{CBE9DFA6-671D-4A16-99EC-E683618037A8}" type="presOf" srcId="{7CBDD7BE-AAD7-436E-8119-65D1666CFC4F}" destId="{4AB48A9B-6E9F-4FBB-87E8-6C13FC02002D}" srcOrd="0" destOrd="0" presId="urn:microsoft.com/office/officeart/2016/7/layout/RepeatingBendingProcessNew"/>
    <dgm:cxn modelId="{FA3899AE-F8D1-41FF-B0DD-287E21CE13F4}" srcId="{EDF72B21-273B-436D-95E5-7912F3518968}" destId="{32FB6819-52F0-4F0B-8A7B-916078D00F85}" srcOrd="6" destOrd="0" parTransId="{A7DAEA60-356C-45E1-AEF8-EE807C0722E5}" sibTransId="{3A4A5A45-6626-403F-BB1C-20C9172B4338}"/>
    <dgm:cxn modelId="{02B5D2AF-DCAC-44B1-B44F-11FFD40AC7D9}" type="presOf" srcId="{2A517721-51F9-44DE-9C5B-76360752CC84}" destId="{1DCE7B1C-4138-47E2-B284-CC07681024CD}" srcOrd="0" destOrd="0" presId="urn:microsoft.com/office/officeart/2016/7/layout/RepeatingBendingProcessNew"/>
    <dgm:cxn modelId="{35492CB0-9E9B-4EFD-A367-BEB0DF02D5C8}" srcId="{EDF72B21-273B-436D-95E5-7912F3518968}" destId="{0EE1EFBA-BE29-437A-9AB2-5A7E7F54E17D}" srcOrd="2" destOrd="0" parTransId="{3AFBA333-2142-4A7B-B299-6DDE3AA7FB12}" sibTransId="{B6109E5D-EAF6-4756-84D5-8CF82B49A354}"/>
    <dgm:cxn modelId="{3C5266B2-ADAA-4DE3-A471-7528AD50BA32}" srcId="{EDF72B21-273B-436D-95E5-7912F3518968}" destId="{2F2C50D8-7000-4F6A-8F42-0C738C37BDB7}" srcOrd="5" destOrd="0" parTransId="{7315FC78-2C7A-4E48-A1D8-BF8028A62074}" sibTransId="{7CBDD7BE-AAD7-436E-8119-65D1666CFC4F}"/>
    <dgm:cxn modelId="{CCFA32B3-0E9C-4FC1-A69E-C22524695FF6}" type="presOf" srcId="{C0EE0573-5366-4ADE-A0B4-DB1A78A9C5E3}" destId="{CEE8E6A1-BB6F-4EC7-99CF-F122611C6E93}" srcOrd="0" destOrd="0" presId="urn:microsoft.com/office/officeart/2016/7/layout/RepeatingBendingProcessNew"/>
    <dgm:cxn modelId="{D58918BA-C8C3-4CB3-BE60-47129892C3E7}" type="presOf" srcId="{0EE1EFBA-BE29-437A-9AB2-5A7E7F54E17D}" destId="{CDF582ED-04C1-447C-A227-74C62019F237}" srcOrd="0" destOrd="0" presId="urn:microsoft.com/office/officeart/2016/7/layout/RepeatingBendingProcessNew"/>
    <dgm:cxn modelId="{D079E8C0-07A9-4167-B905-A1361F3DB65F}" type="presOf" srcId="{3D336F94-309B-4CD9-8C96-4E1887A94718}" destId="{24ADA12C-E37D-4889-8052-FFF893E4775F}" srcOrd="0" destOrd="0" presId="urn:microsoft.com/office/officeart/2016/7/layout/RepeatingBendingProcessNew"/>
    <dgm:cxn modelId="{A88A82C3-AA05-4E3D-9FEA-E5D41D5DFEC3}" type="presOf" srcId="{B6109E5D-EAF6-4756-84D5-8CF82B49A354}" destId="{F8734312-C143-4262-8BB5-F7CBB1F1C355}" srcOrd="1" destOrd="0" presId="urn:microsoft.com/office/officeart/2016/7/layout/RepeatingBendingProcessNew"/>
    <dgm:cxn modelId="{25C5B9C5-6B54-4221-B314-B1AF2BF928EC}" srcId="{EDF72B21-273B-436D-95E5-7912F3518968}" destId="{FE58B779-DDC3-428B-9C94-D25C4DEBE137}" srcOrd="13" destOrd="0" parTransId="{26394E42-5CB8-42C1-A99C-76F1FD6182B0}" sibTransId="{2CB0F9A5-D45C-43F5-A5E6-18079CF7BC46}"/>
    <dgm:cxn modelId="{597428C8-22CF-477B-9544-EA13A779A43C}" type="presOf" srcId="{3A4A5A45-6626-403F-BB1C-20C9172B4338}" destId="{EB6D06E6-B8A2-4ABF-A2FB-D1DDDD188CC8}" srcOrd="1" destOrd="0" presId="urn:microsoft.com/office/officeart/2016/7/layout/RepeatingBendingProcessNew"/>
    <dgm:cxn modelId="{782877CC-B2B1-4978-B602-C2B3533E4836}" type="presOf" srcId="{2CB0F9A5-D45C-43F5-A5E6-18079CF7BC46}" destId="{DCE8D78E-E94F-4331-987A-762665248530}" srcOrd="0" destOrd="0" presId="urn:microsoft.com/office/officeart/2016/7/layout/RepeatingBendingProcessNew"/>
    <dgm:cxn modelId="{BF16F6DC-24CA-4CE1-9387-E2D2262E5878}" type="presOf" srcId="{1A91716C-CAAC-4D95-9DF4-582441272AF9}" destId="{6563F354-A2BD-46EE-9E87-F6C8530D9473}" srcOrd="1" destOrd="0" presId="urn:microsoft.com/office/officeart/2016/7/layout/RepeatingBendingProcessNew"/>
    <dgm:cxn modelId="{82C848E0-1CC6-484B-AACD-2635B4F5E04F}" type="presOf" srcId="{EDF72B21-273B-436D-95E5-7912F3518968}" destId="{64159813-3226-4CC3-A524-BCC994DFB77E}" srcOrd="0" destOrd="0" presId="urn:microsoft.com/office/officeart/2016/7/layout/RepeatingBendingProcessNew"/>
    <dgm:cxn modelId="{89B0F9E1-77B3-478C-BB43-EE6139895057}" srcId="{EDF72B21-273B-436D-95E5-7912F3518968}" destId="{D9276041-C3BA-447E-AA62-EA26EE455A3B}" srcOrd="9" destOrd="0" parTransId="{9773958B-A29E-4431-9C83-3A3F1CC3AB2F}" sibTransId="{1A91716C-CAAC-4D95-9DF4-582441272AF9}"/>
    <dgm:cxn modelId="{1AE763EA-4E7C-4E66-882D-DC5D1DDBDE4E}" type="presOf" srcId="{792C9DCD-5D68-483B-BF56-99B7C4A7DB11}" destId="{D7841600-B689-4599-B08C-BA5A6E39FCC4}" srcOrd="0" destOrd="0" presId="urn:microsoft.com/office/officeart/2016/7/layout/RepeatingBendingProcessNew"/>
    <dgm:cxn modelId="{FA4417EC-2699-44DF-B2B6-170140AD6493}" type="presOf" srcId="{46CF95C6-AEFA-416E-ACC9-EC9E325AA947}" destId="{8393D21D-7C31-48BA-BBC5-2423A8419231}" srcOrd="1" destOrd="0" presId="urn:microsoft.com/office/officeart/2016/7/layout/RepeatingBendingProcessNew"/>
    <dgm:cxn modelId="{4D8732EF-47FB-492B-8E64-E7F09EE831C1}" type="presOf" srcId="{B5B3CFB4-B75A-46DC-BA87-3671CB789B84}" destId="{8719EF9A-9774-41AF-B5A4-2B6964D10ABE}" srcOrd="1" destOrd="0" presId="urn:microsoft.com/office/officeart/2016/7/layout/RepeatingBendingProcessNew"/>
    <dgm:cxn modelId="{1CF286EF-6720-4EF6-B749-C0DCB541FAFF}" type="presOf" srcId="{DBCD1210-D9B2-45E0-A171-E8691388130E}" destId="{705FCA50-EAD7-4C08-9527-C67F33399246}" srcOrd="0" destOrd="0" presId="urn:microsoft.com/office/officeart/2016/7/layout/RepeatingBendingProcessNew"/>
    <dgm:cxn modelId="{8BC569F1-905F-4BFD-89F7-E74C76F76F93}" srcId="{EDF72B21-273B-436D-95E5-7912F3518968}" destId="{F81D723D-013B-4CF4-83DF-F90D081217CF}" srcOrd="4" destOrd="0" parTransId="{55C41269-3CC8-4EBD-A83E-09A2CCD7292D}" sibTransId="{35A94538-3EF3-4C84-861A-DAE360174A69}"/>
    <dgm:cxn modelId="{2D881CF2-DE5D-4C41-ACE9-729EE128FEAB}" type="presOf" srcId="{1A91716C-CAAC-4D95-9DF4-582441272AF9}" destId="{B4948425-85D8-40BE-890B-6DE32348A1AC}" srcOrd="0" destOrd="0" presId="urn:microsoft.com/office/officeart/2016/7/layout/RepeatingBendingProcessNew"/>
    <dgm:cxn modelId="{318CB3F2-0924-4DB3-B6A1-793B9849FFEB}" type="presOf" srcId="{4DBD9EB7-2905-43E4-81BA-29502E6A0E6C}" destId="{AA49EE79-13DB-4AFF-8CC3-6F4FD190CF11}" srcOrd="0" destOrd="0" presId="urn:microsoft.com/office/officeart/2016/7/layout/RepeatingBendingProcessNew"/>
    <dgm:cxn modelId="{5AFCF9F3-F5A5-45E5-B09D-B8F29B91C91E}" type="presOf" srcId="{3FE51871-27C8-4259-B54D-A8530AA64449}" destId="{7FE3F7C0-7914-415D-96A6-DC51DC7B6ED6}" srcOrd="0" destOrd="0" presId="urn:microsoft.com/office/officeart/2016/7/layout/RepeatingBendingProcessNew"/>
    <dgm:cxn modelId="{40F3DDFF-F128-480B-B9C3-728ECE309909}" type="presOf" srcId="{B5B3CFB4-B75A-46DC-BA87-3671CB789B84}" destId="{273B037F-708D-426B-AA45-61A628D6F1C2}" srcOrd="0" destOrd="0" presId="urn:microsoft.com/office/officeart/2016/7/layout/RepeatingBendingProcessNew"/>
    <dgm:cxn modelId="{0EF3AB43-73E0-4187-AD16-DFF6D8800F1B}" type="presParOf" srcId="{64159813-3226-4CC3-A524-BCC994DFB77E}" destId="{705FCA50-EAD7-4C08-9527-C67F33399246}" srcOrd="0" destOrd="0" presId="urn:microsoft.com/office/officeart/2016/7/layout/RepeatingBendingProcessNew"/>
    <dgm:cxn modelId="{96BB021A-F21E-490E-B8ED-0C53170D180D}" type="presParOf" srcId="{64159813-3226-4CC3-A524-BCC994DFB77E}" destId="{34584138-B0A9-45B2-B521-134FAB79029A}" srcOrd="1" destOrd="0" presId="urn:microsoft.com/office/officeart/2016/7/layout/RepeatingBendingProcessNew"/>
    <dgm:cxn modelId="{4349BA89-81F0-45B4-85AD-5C2A905B8D9C}" type="presParOf" srcId="{34584138-B0A9-45B2-B521-134FAB79029A}" destId="{EA799D03-7A0A-4E37-86A8-1B104F90F86A}" srcOrd="0" destOrd="0" presId="urn:microsoft.com/office/officeart/2016/7/layout/RepeatingBendingProcessNew"/>
    <dgm:cxn modelId="{EC0E2800-2AAF-40DB-B92D-CF18D963A5CC}" type="presParOf" srcId="{64159813-3226-4CC3-A524-BCC994DFB77E}" destId="{51EB7A58-FF52-41A9-AF77-71F74974BA9B}" srcOrd="2" destOrd="0" presId="urn:microsoft.com/office/officeart/2016/7/layout/RepeatingBendingProcessNew"/>
    <dgm:cxn modelId="{1F3845BE-7859-4EB7-9F39-414F4216B45C}" type="presParOf" srcId="{64159813-3226-4CC3-A524-BCC994DFB77E}" destId="{4EE85033-856A-4945-9DB8-B6C8C1D73460}" srcOrd="3" destOrd="0" presId="urn:microsoft.com/office/officeart/2016/7/layout/RepeatingBendingProcessNew"/>
    <dgm:cxn modelId="{5C0CF89C-F6E3-40D3-8A6A-F5C43DE655AA}" type="presParOf" srcId="{4EE85033-856A-4945-9DB8-B6C8C1D73460}" destId="{8D84BCC0-1CFE-4BBA-9762-92FF0CAB2C19}" srcOrd="0" destOrd="0" presId="urn:microsoft.com/office/officeart/2016/7/layout/RepeatingBendingProcessNew"/>
    <dgm:cxn modelId="{729A2F5E-9D35-4007-A50A-420376DC927A}" type="presParOf" srcId="{64159813-3226-4CC3-A524-BCC994DFB77E}" destId="{CDF582ED-04C1-447C-A227-74C62019F237}" srcOrd="4" destOrd="0" presId="urn:microsoft.com/office/officeart/2016/7/layout/RepeatingBendingProcessNew"/>
    <dgm:cxn modelId="{15B7BF09-D8CC-4FAB-8927-4962B683683B}" type="presParOf" srcId="{64159813-3226-4CC3-A524-BCC994DFB77E}" destId="{249560A1-F38A-4DC8-9315-AC0D3801D144}" srcOrd="5" destOrd="0" presId="urn:microsoft.com/office/officeart/2016/7/layout/RepeatingBendingProcessNew"/>
    <dgm:cxn modelId="{1D5BAA83-0F96-47E1-8682-D053D2D987FF}" type="presParOf" srcId="{249560A1-F38A-4DC8-9315-AC0D3801D144}" destId="{F8734312-C143-4262-8BB5-F7CBB1F1C355}" srcOrd="0" destOrd="0" presId="urn:microsoft.com/office/officeart/2016/7/layout/RepeatingBendingProcessNew"/>
    <dgm:cxn modelId="{56859728-C4D5-47E5-8104-147F9B17C08F}" type="presParOf" srcId="{64159813-3226-4CC3-A524-BCC994DFB77E}" destId="{77622009-E465-48F6-A886-2DC910D254F1}" srcOrd="6" destOrd="0" presId="urn:microsoft.com/office/officeart/2016/7/layout/RepeatingBendingProcessNew"/>
    <dgm:cxn modelId="{740827DB-619C-485A-AC34-FD206A2BAFF6}" type="presParOf" srcId="{64159813-3226-4CC3-A524-BCC994DFB77E}" destId="{7FE3F7C0-7914-415D-96A6-DC51DC7B6ED6}" srcOrd="7" destOrd="0" presId="urn:microsoft.com/office/officeart/2016/7/layout/RepeatingBendingProcessNew"/>
    <dgm:cxn modelId="{D441F206-7FB7-447A-A21F-FE1C4B2727B8}" type="presParOf" srcId="{7FE3F7C0-7914-415D-96A6-DC51DC7B6ED6}" destId="{655EC532-E3A5-4544-A65F-6F023A5A71FA}" srcOrd="0" destOrd="0" presId="urn:microsoft.com/office/officeart/2016/7/layout/RepeatingBendingProcessNew"/>
    <dgm:cxn modelId="{D1878964-ACBE-49A7-A234-79C80AE3090E}" type="presParOf" srcId="{64159813-3226-4CC3-A524-BCC994DFB77E}" destId="{F33F5571-5F0E-40B1-8BCD-BC125DB0902F}" srcOrd="8" destOrd="0" presId="urn:microsoft.com/office/officeart/2016/7/layout/RepeatingBendingProcessNew"/>
    <dgm:cxn modelId="{B2B3D299-4D2E-42F4-8C05-37BBC5A408D7}" type="presParOf" srcId="{64159813-3226-4CC3-A524-BCC994DFB77E}" destId="{F282DD3D-B67C-4F0D-94B7-F03A5EA0D7AE}" srcOrd="9" destOrd="0" presId="urn:microsoft.com/office/officeart/2016/7/layout/RepeatingBendingProcessNew"/>
    <dgm:cxn modelId="{E0F60A5A-B1E4-4BA5-A95B-D6E2AC8A6E18}" type="presParOf" srcId="{F282DD3D-B67C-4F0D-94B7-F03A5EA0D7AE}" destId="{B16CE5D0-8DE7-4F77-9CF6-563E2E0A698C}" srcOrd="0" destOrd="0" presId="urn:microsoft.com/office/officeart/2016/7/layout/RepeatingBendingProcessNew"/>
    <dgm:cxn modelId="{FF6B6044-17C7-4B1D-8F7A-FEDAFCABE579}" type="presParOf" srcId="{64159813-3226-4CC3-A524-BCC994DFB77E}" destId="{E5E614E0-5226-488D-8EFD-A5E6D610FFE5}" srcOrd="10" destOrd="0" presId="urn:microsoft.com/office/officeart/2016/7/layout/RepeatingBendingProcessNew"/>
    <dgm:cxn modelId="{B935B006-7297-46EA-8BA0-3A45F949CBCA}" type="presParOf" srcId="{64159813-3226-4CC3-A524-BCC994DFB77E}" destId="{4AB48A9B-6E9F-4FBB-87E8-6C13FC02002D}" srcOrd="11" destOrd="0" presId="urn:microsoft.com/office/officeart/2016/7/layout/RepeatingBendingProcessNew"/>
    <dgm:cxn modelId="{EFEF7F72-F1BC-4F38-BB64-61858F67CA1F}" type="presParOf" srcId="{4AB48A9B-6E9F-4FBB-87E8-6C13FC02002D}" destId="{48CD04A9-C017-49A6-95A0-03AAF53BBE66}" srcOrd="0" destOrd="0" presId="urn:microsoft.com/office/officeart/2016/7/layout/RepeatingBendingProcessNew"/>
    <dgm:cxn modelId="{BBB6CD40-9DA6-457E-8A89-5E1857BA0436}" type="presParOf" srcId="{64159813-3226-4CC3-A524-BCC994DFB77E}" destId="{B4DBE70A-123C-4C2E-8659-AFF7DE3C8C18}" srcOrd="12" destOrd="0" presId="urn:microsoft.com/office/officeart/2016/7/layout/RepeatingBendingProcessNew"/>
    <dgm:cxn modelId="{712CCBB1-AA5E-41E0-8363-D4F8CAFD8791}" type="presParOf" srcId="{64159813-3226-4CC3-A524-BCC994DFB77E}" destId="{789EC962-A1DE-42F3-9D5F-03E5ECB930BA}" srcOrd="13" destOrd="0" presId="urn:microsoft.com/office/officeart/2016/7/layout/RepeatingBendingProcessNew"/>
    <dgm:cxn modelId="{A2E64DC7-F594-4CD3-8E26-1AFF141DE79C}" type="presParOf" srcId="{789EC962-A1DE-42F3-9D5F-03E5ECB930BA}" destId="{EB6D06E6-B8A2-4ABF-A2FB-D1DDDD188CC8}" srcOrd="0" destOrd="0" presId="urn:microsoft.com/office/officeart/2016/7/layout/RepeatingBendingProcessNew"/>
    <dgm:cxn modelId="{1F1E3CF8-972F-4EC5-90AD-2227295E8C7A}" type="presParOf" srcId="{64159813-3226-4CC3-A524-BCC994DFB77E}" destId="{7043A9B5-B9E9-47FE-9338-5F0AD04B5F20}" srcOrd="14" destOrd="0" presId="urn:microsoft.com/office/officeart/2016/7/layout/RepeatingBendingProcessNew"/>
    <dgm:cxn modelId="{BDCE91FA-5891-4555-BEDC-3CD3BF8D0938}" type="presParOf" srcId="{64159813-3226-4CC3-A524-BCC994DFB77E}" destId="{273B037F-708D-426B-AA45-61A628D6F1C2}" srcOrd="15" destOrd="0" presId="urn:microsoft.com/office/officeart/2016/7/layout/RepeatingBendingProcessNew"/>
    <dgm:cxn modelId="{2B2ADB4F-468F-46FD-8ABA-4977B192CB8D}" type="presParOf" srcId="{273B037F-708D-426B-AA45-61A628D6F1C2}" destId="{8719EF9A-9774-41AF-B5A4-2B6964D10ABE}" srcOrd="0" destOrd="0" presId="urn:microsoft.com/office/officeart/2016/7/layout/RepeatingBendingProcessNew"/>
    <dgm:cxn modelId="{B317202D-2F44-434C-BFD2-6710C2AF1750}" type="presParOf" srcId="{64159813-3226-4CC3-A524-BCC994DFB77E}" destId="{0D934B57-6B0F-45B6-B7CE-F2AC989AA167}" srcOrd="16" destOrd="0" presId="urn:microsoft.com/office/officeart/2016/7/layout/RepeatingBendingProcessNew"/>
    <dgm:cxn modelId="{92AF63FD-51DD-48B8-9189-434E790D84E6}" type="presParOf" srcId="{64159813-3226-4CC3-A524-BCC994DFB77E}" destId="{95BD22DD-55C0-4604-8AE1-016079C126D6}" srcOrd="17" destOrd="0" presId="urn:microsoft.com/office/officeart/2016/7/layout/RepeatingBendingProcessNew"/>
    <dgm:cxn modelId="{C7D73E7E-93C5-4F86-8EE2-CCE5FF1A61C1}" type="presParOf" srcId="{95BD22DD-55C0-4604-8AE1-016079C126D6}" destId="{97E1A564-B48A-47AD-A0F1-8439FB787E78}" srcOrd="0" destOrd="0" presId="urn:microsoft.com/office/officeart/2016/7/layout/RepeatingBendingProcessNew"/>
    <dgm:cxn modelId="{24263691-EF9D-4ED3-8C27-5A7A46B6D893}" type="presParOf" srcId="{64159813-3226-4CC3-A524-BCC994DFB77E}" destId="{E2A914F3-BC2E-42C0-8388-304C7539430D}" srcOrd="18" destOrd="0" presId="urn:microsoft.com/office/officeart/2016/7/layout/RepeatingBendingProcessNew"/>
    <dgm:cxn modelId="{D5BA677F-3DD8-466B-9164-61E221EF6ACA}" type="presParOf" srcId="{64159813-3226-4CC3-A524-BCC994DFB77E}" destId="{B4948425-85D8-40BE-890B-6DE32348A1AC}" srcOrd="19" destOrd="0" presId="urn:microsoft.com/office/officeart/2016/7/layout/RepeatingBendingProcessNew"/>
    <dgm:cxn modelId="{062B853E-BBDB-464E-BF4B-09A20D475FAE}" type="presParOf" srcId="{B4948425-85D8-40BE-890B-6DE32348A1AC}" destId="{6563F354-A2BD-46EE-9E87-F6C8530D9473}" srcOrd="0" destOrd="0" presId="urn:microsoft.com/office/officeart/2016/7/layout/RepeatingBendingProcessNew"/>
    <dgm:cxn modelId="{D806A2EF-0574-40E8-B62E-F228D04BFAF7}" type="presParOf" srcId="{64159813-3226-4CC3-A524-BCC994DFB77E}" destId="{5E5E0423-FE81-4F2F-8234-59F2FDE5F443}" srcOrd="20" destOrd="0" presId="urn:microsoft.com/office/officeart/2016/7/layout/RepeatingBendingProcessNew"/>
    <dgm:cxn modelId="{EC39FDEA-CB2B-4888-AE3E-3F3E09719B96}" type="presParOf" srcId="{64159813-3226-4CC3-A524-BCC994DFB77E}" destId="{AA49EE79-13DB-4AFF-8CC3-6F4FD190CF11}" srcOrd="21" destOrd="0" presId="urn:microsoft.com/office/officeart/2016/7/layout/RepeatingBendingProcessNew"/>
    <dgm:cxn modelId="{5EC314D1-4D91-4FDC-8EF2-BD43843C3BA5}" type="presParOf" srcId="{AA49EE79-13DB-4AFF-8CC3-6F4FD190CF11}" destId="{D2A81299-E29E-467C-AF9A-C7E0E0F33E80}" srcOrd="0" destOrd="0" presId="urn:microsoft.com/office/officeart/2016/7/layout/RepeatingBendingProcessNew"/>
    <dgm:cxn modelId="{001E0F4D-DA0D-40A4-ACA4-6509448847B5}" type="presParOf" srcId="{64159813-3226-4CC3-A524-BCC994DFB77E}" destId="{AFCDB71B-56BF-497C-A4A9-C695D463F2E6}" srcOrd="22" destOrd="0" presId="urn:microsoft.com/office/officeart/2016/7/layout/RepeatingBendingProcessNew"/>
    <dgm:cxn modelId="{D2083E35-4B3A-4B32-AB73-585714FC7D71}" type="presParOf" srcId="{64159813-3226-4CC3-A524-BCC994DFB77E}" destId="{02D3616E-73BB-483D-B0A9-EDEB1DFD5011}" srcOrd="23" destOrd="0" presId="urn:microsoft.com/office/officeart/2016/7/layout/RepeatingBendingProcessNew"/>
    <dgm:cxn modelId="{FE98866D-CEA8-4677-8F0C-375CF39D14F9}" type="presParOf" srcId="{02D3616E-73BB-483D-B0A9-EDEB1DFD5011}" destId="{8393D21D-7C31-48BA-BBC5-2423A8419231}" srcOrd="0" destOrd="0" presId="urn:microsoft.com/office/officeart/2016/7/layout/RepeatingBendingProcessNew"/>
    <dgm:cxn modelId="{F7025679-43B1-410D-B47D-4FADF59D2E1F}" type="presParOf" srcId="{64159813-3226-4CC3-A524-BCC994DFB77E}" destId="{1DCE7B1C-4138-47E2-B284-CC07681024CD}" srcOrd="24" destOrd="0" presId="urn:microsoft.com/office/officeart/2016/7/layout/RepeatingBendingProcessNew"/>
    <dgm:cxn modelId="{9FB8A822-11CA-4938-80C8-DBF953F04456}" type="presParOf" srcId="{64159813-3226-4CC3-A524-BCC994DFB77E}" destId="{F8587453-2DAD-4692-8D36-1A6DFAA93055}" srcOrd="25" destOrd="0" presId="urn:microsoft.com/office/officeart/2016/7/layout/RepeatingBendingProcessNew"/>
    <dgm:cxn modelId="{B631601D-AB37-4E60-B667-43F081C57F41}" type="presParOf" srcId="{F8587453-2DAD-4692-8D36-1A6DFAA93055}" destId="{7E713275-51B6-4C11-8C20-992434D453B7}" srcOrd="0" destOrd="0" presId="urn:microsoft.com/office/officeart/2016/7/layout/RepeatingBendingProcessNew"/>
    <dgm:cxn modelId="{457D6592-089C-4685-A6E3-FE9AFD873489}" type="presParOf" srcId="{64159813-3226-4CC3-A524-BCC994DFB77E}" destId="{10AD0505-C085-4E6D-93B0-8AAB3B5A70D9}" srcOrd="26" destOrd="0" presId="urn:microsoft.com/office/officeart/2016/7/layout/RepeatingBendingProcessNew"/>
    <dgm:cxn modelId="{832C8828-E866-442A-9678-AEE00C919546}" type="presParOf" srcId="{64159813-3226-4CC3-A524-BCC994DFB77E}" destId="{DCE8D78E-E94F-4331-987A-762665248530}" srcOrd="27" destOrd="0" presId="urn:microsoft.com/office/officeart/2016/7/layout/RepeatingBendingProcessNew"/>
    <dgm:cxn modelId="{F0CC2490-76ED-41BF-B9E5-9383E68A1333}" type="presParOf" srcId="{DCE8D78E-E94F-4331-987A-762665248530}" destId="{0189BCA2-4921-41CE-8A41-5587E683D1F5}" srcOrd="0" destOrd="0" presId="urn:microsoft.com/office/officeart/2016/7/layout/RepeatingBendingProcessNew"/>
    <dgm:cxn modelId="{C3DFEF11-4D7B-4BDC-9C06-B9C2997BC1F4}" type="presParOf" srcId="{64159813-3226-4CC3-A524-BCC994DFB77E}" destId="{48F30AC9-42E9-40B2-B1E7-1FBD5B40912B}" srcOrd="28" destOrd="0" presId="urn:microsoft.com/office/officeart/2016/7/layout/RepeatingBendingProcessNew"/>
    <dgm:cxn modelId="{B208D371-A4F4-40D8-8477-F8B4E912716F}" type="presParOf" srcId="{64159813-3226-4CC3-A524-BCC994DFB77E}" destId="{8448BCFF-2940-47A3-838D-8E864F1DD401}" srcOrd="29" destOrd="0" presId="urn:microsoft.com/office/officeart/2016/7/layout/RepeatingBendingProcessNew"/>
    <dgm:cxn modelId="{D075A969-E804-4335-8E08-53D9FDFB7373}" type="presParOf" srcId="{8448BCFF-2940-47A3-838D-8E864F1DD401}" destId="{3A03A184-1D83-43F8-BF16-0AE9C863E676}" srcOrd="0" destOrd="0" presId="urn:microsoft.com/office/officeart/2016/7/layout/RepeatingBendingProcessNew"/>
    <dgm:cxn modelId="{AF6DE037-1C54-47C9-998F-4C189F9439C9}" type="presParOf" srcId="{64159813-3226-4CC3-A524-BCC994DFB77E}" destId="{6F03E918-9E74-48D0-BA98-C6039A601596}" srcOrd="30" destOrd="0" presId="urn:microsoft.com/office/officeart/2016/7/layout/RepeatingBendingProcessNew"/>
    <dgm:cxn modelId="{1797EDFA-FE2C-4235-88CC-A8A26BD52378}" type="presParOf" srcId="{64159813-3226-4CC3-A524-BCC994DFB77E}" destId="{24ADA12C-E37D-4889-8052-FFF893E4775F}" srcOrd="31" destOrd="0" presId="urn:microsoft.com/office/officeart/2016/7/layout/RepeatingBendingProcessNew"/>
    <dgm:cxn modelId="{0C4C1127-86B8-4C14-87E0-0D08664E72BF}" type="presParOf" srcId="{24ADA12C-E37D-4889-8052-FFF893E4775F}" destId="{CF9985E8-02E5-4A92-AC05-F9570FB83282}" srcOrd="0" destOrd="0" presId="urn:microsoft.com/office/officeart/2016/7/layout/RepeatingBendingProcessNew"/>
    <dgm:cxn modelId="{FB121205-5FC6-4A91-B315-9ED9D2AC214A}" type="presParOf" srcId="{64159813-3226-4CC3-A524-BCC994DFB77E}" destId="{D7841600-B689-4599-B08C-BA5A6E39FCC4}" srcOrd="32" destOrd="0" presId="urn:microsoft.com/office/officeart/2016/7/layout/RepeatingBendingProcessNew"/>
    <dgm:cxn modelId="{CA2532DA-DDD0-4372-AFAD-2F70F24CD4C6}" type="presParOf" srcId="{64159813-3226-4CC3-A524-BCC994DFB77E}" destId="{CEE8E6A1-BB6F-4EC7-99CF-F122611C6E93}" srcOrd="33" destOrd="0" presId="urn:microsoft.com/office/officeart/2016/7/layout/RepeatingBendingProcessNew"/>
    <dgm:cxn modelId="{BA61BF33-9476-43EF-AE17-2251AA4A943C}" type="presParOf" srcId="{CEE8E6A1-BB6F-4EC7-99CF-F122611C6E93}" destId="{A516273E-3141-4CC1-BA50-D16951DA7B39}" srcOrd="0" destOrd="0" presId="urn:microsoft.com/office/officeart/2016/7/layout/RepeatingBendingProcessNew"/>
    <dgm:cxn modelId="{76389978-8395-408B-A16B-64BB4C6FA482}" type="presParOf" srcId="{64159813-3226-4CC3-A524-BCC994DFB77E}" destId="{4B5EF657-7153-486B-9AE7-D7DD0C0C1584}" srcOrd="3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8259F2-D688-4040-BF0F-3C24CF12A183}" type="doc">
      <dgm:prSet loTypeId="urn:microsoft.com/office/officeart/2005/8/layout/arrow5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BC1529-92C1-45D9-AFD1-B8BEF54D5063}">
      <dgm:prSet/>
      <dgm:spPr/>
      <dgm:t>
        <a:bodyPr/>
        <a:lstStyle/>
        <a:p>
          <a:r>
            <a:rPr lang="en-US" dirty="0"/>
            <a:t>WAIT_START</a:t>
          </a:r>
        </a:p>
      </dgm:t>
    </dgm:pt>
    <dgm:pt modelId="{A8DDB64C-7B12-4638-A7C7-5BE41480B674}" type="parTrans" cxnId="{A411A4E2-4758-4D71-AB8E-03E04306C0EA}">
      <dgm:prSet/>
      <dgm:spPr/>
      <dgm:t>
        <a:bodyPr/>
        <a:lstStyle/>
        <a:p>
          <a:endParaRPr lang="en-US"/>
        </a:p>
      </dgm:t>
    </dgm:pt>
    <dgm:pt modelId="{AD015059-C04F-4C95-B65F-BE70E11F28DF}" type="sibTrans" cxnId="{A411A4E2-4758-4D71-AB8E-03E04306C0EA}">
      <dgm:prSet/>
      <dgm:spPr/>
      <dgm:t>
        <a:bodyPr/>
        <a:lstStyle/>
        <a:p>
          <a:endParaRPr lang="en-US"/>
        </a:p>
      </dgm:t>
    </dgm:pt>
    <dgm:pt modelId="{FE8BFD33-4A15-4B53-9946-5FC0D00D4993}">
      <dgm:prSet/>
      <dgm:spPr/>
      <dgm:t>
        <a:bodyPr/>
        <a:lstStyle/>
        <a:p>
          <a:r>
            <a:rPr lang="en-US" dirty="0"/>
            <a:t>CONVY_IF_START</a:t>
          </a:r>
        </a:p>
      </dgm:t>
    </dgm:pt>
    <dgm:pt modelId="{925B7C49-623C-4A1A-9DCF-73205D05D97A}" type="parTrans" cxnId="{680BB398-98BB-40BD-8A43-205654D68F02}">
      <dgm:prSet/>
      <dgm:spPr/>
      <dgm:t>
        <a:bodyPr/>
        <a:lstStyle/>
        <a:p>
          <a:endParaRPr lang="en-US"/>
        </a:p>
      </dgm:t>
    </dgm:pt>
    <dgm:pt modelId="{70869170-2A58-418E-B504-D7EEF3ABE641}" type="sibTrans" cxnId="{680BB398-98BB-40BD-8A43-205654D68F02}">
      <dgm:prSet/>
      <dgm:spPr/>
      <dgm:t>
        <a:bodyPr/>
        <a:lstStyle/>
        <a:p>
          <a:endParaRPr lang="en-US"/>
        </a:p>
      </dgm:t>
    </dgm:pt>
    <dgm:pt modelId="{8A4146CB-6FA6-4C61-831F-2BF2D5C0549B}">
      <dgm:prSet/>
      <dgm:spPr/>
      <dgm:t>
        <a:bodyPr/>
        <a:lstStyle/>
        <a:p>
          <a:r>
            <a:rPr lang="en-US" dirty="0"/>
            <a:t>LASER_SENSOR_IR_1</a:t>
          </a:r>
        </a:p>
      </dgm:t>
    </dgm:pt>
    <dgm:pt modelId="{77753FAF-F119-4D3C-B44C-2EEBBD4AD89C}" type="parTrans" cxnId="{DCF65EA1-188C-4CDE-8338-3781B687FC99}">
      <dgm:prSet/>
      <dgm:spPr/>
      <dgm:t>
        <a:bodyPr/>
        <a:lstStyle/>
        <a:p>
          <a:endParaRPr lang="en-US"/>
        </a:p>
      </dgm:t>
    </dgm:pt>
    <dgm:pt modelId="{963C0F08-B907-4683-AF08-AE5270130CDC}" type="sibTrans" cxnId="{DCF65EA1-188C-4CDE-8338-3781B687FC99}">
      <dgm:prSet/>
      <dgm:spPr/>
      <dgm:t>
        <a:bodyPr/>
        <a:lstStyle/>
        <a:p>
          <a:endParaRPr lang="en-US"/>
        </a:p>
      </dgm:t>
    </dgm:pt>
    <dgm:pt modelId="{D439EFB5-0CF2-41FE-8B5D-C1C0025741B0}">
      <dgm:prSet/>
      <dgm:spPr/>
      <dgm:t>
        <a:bodyPr/>
        <a:lstStyle/>
        <a:p>
          <a:r>
            <a:rPr lang="en-US" dirty="0"/>
            <a:t>PUSHER_ENABLE_STATE</a:t>
          </a:r>
        </a:p>
      </dgm:t>
    </dgm:pt>
    <dgm:pt modelId="{B8DD70E7-C24B-4D0F-8EEA-34B5BF69DC91}" type="parTrans" cxnId="{34FDC101-E15E-4EE2-9F4C-C463FAC4EE44}">
      <dgm:prSet/>
      <dgm:spPr/>
      <dgm:t>
        <a:bodyPr/>
        <a:lstStyle/>
        <a:p>
          <a:endParaRPr lang="en-US"/>
        </a:p>
      </dgm:t>
    </dgm:pt>
    <dgm:pt modelId="{FD46AC61-D5C5-47B2-8FDB-6C93DE0F834E}" type="sibTrans" cxnId="{34FDC101-E15E-4EE2-9F4C-C463FAC4EE44}">
      <dgm:prSet/>
      <dgm:spPr/>
      <dgm:t>
        <a:bodyPr/>
        <a:lstStyle/>
        <a:p>
          <a:endParaRPr lang="en-US"/>
        </a:p>
      </dgm:t>
    </dgm:pt>
    <dgm:pt modelId="{B78B6650-8957-4417-A2E8-6C7CA5C518E4}">
      <dgm:prSet/>
      <dgm:spPr/>
      <dgm:t>
        <a:bodyPr/>
        <a:lstStyle/>
        <a:p>
          <a:r>
            <a:rPr lang="en-US" dirty="0"/>
            <a:t>PUSHER_DISABLE_STATE</a:t>
          </a:r>
        </a:p>
      </dgm:t>
    </dgm:pt>
    <dgm:pt modelId="{DAC4A34A-1E82-456D-9DD3-31CA0CA7E0EB}" type="parTrans" cxnId="{074EE101-E790-44E2-9815-1E375A0A5F0D}">
      <dgm:prSet/>
      <dgm:spPr/>
      <dgm:t>
        <a:bodyPr/>
        <a:lstStyle/>
        <a:p>
          <a:endParaRPr lang="en-US"/>
        </a:p>
      </dgm:t>
    </dgm:pt>
    <dgm:pt modelId="{7767A674-07A8-4F29-97DB-1EC94B5FE44C}" type="sibTrans" cxnId="{074EE101-E790-44E2-9815-1E375A0A5F0D}">
      <dgm:prSet/>
      <dgm:spPr/>
      <dgm:t>
        <a:bodyPr/>
        <a:lstStyle/>
        <a:p>
          <a:endParaRPr lang="en-US"/>
        </a:p>
      </dgm:t>
    </dgm:pt>
    <dgm:pt modelId="{2A3EEEA4-B95B-464C-BBBF-5F334BDA668E}">
      <dgm:prSet/>
      <dgm:spPr/>
      <dgm:t>
        <a:bodyPr/>
        <a:lstStyle/>
        <a:p>
          <a:r>
            <a:rPr lang="en-GB" dirty="0"/>
            <a:t>CONFIRM_TURN_PUSHER_DISABLE</a:t>
          </a:r>
          <a:endParaRPr lang="en-US" dirty="0" err="1"/>
        </a:p>
      </dgm:t>
    </dgm:pt>
    <dgm:pt modelId="{3B698EBE-650C-46D9-ABF4-58842EFC20D4}" type="parTrans" cxnId="{0FAA7297-C666-45C5-8321-9A90B401FD19}">
      <dgm:prSet/>
      <dgm:spPr/>
      <dgm:t>
        <a:bodyPr/>
        <a:lstStyle/>
        <a:p>
          <a:endParaRPr lang="en-US"/>
        </a:p>
      </dgm:t>
    </dgm:pt>
    <dgm:pt modelId="{71B51696-C2E9-4B46-B425-97CEAB7564B9}" type="sibTrans" cxnId="{0FAA7297-C666-45C5-8321-9A90B401FD19}">
      <dgm:prSet/>
      <dgm:spPr/>
      <dgm:t>
        <a:bodyPr/>
        <a:lstStyle/>
        <a:p>
          <a:endParaRPr lang="en-US"/>
        </a:p>
      </dgm:t>
    </dgm:pt>
    <dgm:pt modelId="{7243CD4B-FE71-4B11-B382-537DD7E8C6B6}">
      <dgm:prSet/>
      <dgm:spPr/>
      <dgm:t>
        <a:bodyPr/>
        <a:lstStyle/>
        <a:p>
          <a:r>
            <a:rPr lang="en-GB" dirty="0"/>
            <a:t>CONFIRM_TURN_PUSHER_ENABLE</a:t>
          </a:r>
          <a:endParaRPr lang="en-US" dirty="0" err="1"/>
        </a:p>
      </dgm:t>
    </dgm:pt>
    <dgm:pt modelId="{3CB5FE1F-C5F2-4934-A68C-1EAD7D2685F7}" type="parTrans" cxnId="{B41989B3-E573-489E-9192-5E6C0DD64117}">
      <dgm:prSet/>
      <dgm:spPr/>
      <dgm:t>
        <a:bodyPr/>
        <a:lstStyle/>
        <a:p>
          <a:endParaRPr lang="en-US"/>
        </a:p>
      </dgm:t>
    </dgm:pt>
    <dgm:pt modelId="{F8039BF3-2A75-431D-A726-66111296D288}" type="sibTrans" cxnId="{B41989B3-E573-489E-9192-5E6C0DD64117}">
      <dgm:prSet/>
      <dgm:spPr/>
      <dgm:t>
        <a:bodyPr/>
        <a:lstStyle/>
        <a:p>
          <a:endParaRPr lang="en-US"/>
        </a:p>
      </dgm:t>
    </dgm:pt>
    <dgm:pt modelId="{32F775DC-13A9-400D-BEBF-5384A9D87828}">
      <dgm:prSet/>
      <dgm:spPr/>
      <dgm:t>
        <a:bodyPr/>
        <a:lstStyle/>
        <a:p>
          <a:r>
            <a:rPr lang="en-US" dirty="0"/>
            <a:t>PUSHER_STATE</a:t>
          </a:r>
        </a:p>
      </dgm:t>
    </dgm:pt>
    <dgm:pt modelId="{3A68D606-8CA9-4682-95FB-A547BF69980B}" type="parTrans" cxnId="{31E6CB63-102D-4823-9392-9CFAAE1D711A}">
      <dgm:prSet/>
      <dgm:spPr/>
      <dgm:t>
        <a:bodyPr/>
        <a:lstStyle/>
        <a:p>
          <a:endParaRPr lang="en-US"/>
        </a:p>
      </dgm:t>
    </dgm:pt>
    <dgm:pt modelId="{15C9B900-7BF8-4876-B159-D0D152618B69}" type="sibTrans" cxnId="{31E6CB63-102D-4823-9392-9CFAAE1D711A}">
      <dgm:prSet/>
      <dgm:spPr/>
      <dgm:t>
        <a:bodyPr/>
        <a:lstStyle/>
        <a:p>
          <a:endParaRPr lang="en-US"/>
        </a:p>
      </dgm:t>
    </dgm:pt>
    <dgm:pt modelId="{688F4697-F695-4016-B29C-EB523B9CBC24}">
      <dgm:prSet/>
      <dgm:spPr/>
      <dgm:t>
        <a:bodyPr/>
        <a:lstStyle/>
        <a:p>
          <a:r>
            <a:rPr lang="en-GB" dirty="0"/>
            <a:t>CONFIRM_CONVY_TURN_AND_END</a:t>
          </a:r>
          <a:endParaRPr lang="en-US" dirty="0" err="1"/>
        </a:p>
      </dgm:t>
    </dgm:pt>
    <dgm:pt modelId="{7FE218EC-314B-4313-8CD9-D24B70851988}" type="parTrans" cxnId="{1A342CB8-2AAD-4CFB-8E7C-0688B75AAEEB}">
      <dgm:prSet/>
      <dgm:spPr/>
      <dgm:t>
        <a:bodyPr/>
        <a:lstStyle/>
        <a:p>
          <a:endParaRPr lang="en-US"/>
        </a:p>
      </dgm:t>
    </dgm:pt>
    <dgm:pt modelId="{19DE2C31-EAAC-4FCE-8AD1-47EF1006EC96}" type="sibTrans" cxnId="{1A342CB8-2AAD-4CFB-8E7C-0688B75AAEEB}">
      <dgm:prSet/>
      <dgm:spPr/>
      <dgm:t>
        <a:bodyPr/>
        <a:lstStyle/>
        <a:p>
          <a:endParaRPr lang="en-US"/>
        </a:p>
      </dgm:t>
    </dgm:pt>
    <dgm:pt modelId="{9773CFF3-D0B4-4ADA-8092-1A12A51B0D52}">
      <dgm:prSet/>
      <dgm:spPr/>
      <dgm:t>
        <a:bodyPr/>
        <a:lstStyle/>
        <a:p>
          <a:r>
            <a:rPr lang="en-US" dirty="0"/>
            <a:t>LASER_SENSOR_IR_2</a:t>
          </a:r>
        </a:p>
      </dgm:t>
    </dgm:pt>
    <dgm:pt modelId="{A8A625F9-FA6D-4753-8A07-C100D3BAD002}" type="parTrans" cxnId="{CD8A66B9-14E7-4691-BC23-685622405D22}">
      <dgm:prSet/>
      <dgm:spPr/>
      <dgm:t>
        <a:bodyPr/>
        <a:lstStyle/>
        <a:p>
          <a:endParaRPr lang="en-US"/>
        </a:p>
      </dgm:t>
    </dgm:pt>
    <dgm:pt modelId="{0A359C80-79B8-427E-A07C-45695A69D60E}" type="sibTrans" cxnId="{CD8A66B9-14E7-4691-BC23-685622405D22}">
      <dgm:prSet/>
      <dgm:spPr/>
      <dgm:t>
        <a:bodyPr/>
        <a:lstStyle/>
        <a:p>
          <a:endParaRPr lang="en-US"/>
        </a:p>
      </dgm:t>
    </dgm:pt>
    <dgm:pt modelId="{E0E67456-F0AA-401C-974C-FA6CB93218A8}">
      <dgm:prSet/>
      <dgm:spPr/>
      <dgm:t>
        <a:bodyPr/>
        <a:lstStyle/>
        <a:p>
          <a:r>
            <a:rPr lang="en-GB" dirty="0"/>
            <a:t>WAIT_FOR_NUMBER_OF_BX</a:t>
          </a:r>
          <a:endParaRPr lang="en-US" dirty="0" err="1"/>
        </a:p>
      </dgm:t>
    </dgm:pt>
    <dgm:pt modelId="{D25EE499-C6C0-4F18-BA0D-0DC4A754066A}" type="parTrans" cxnId="{537D97A1-2C7F-4975-AB75-7D2560F8B519}">
      <dgm:prSet/>
      <dgm:spPr/>
      <dgm:t>
        <a:bodyPr/>
        <a:lstStyle/>
        <a:p>
          <a:endParaRPr lang="en-US"/>
        </a:p>
      </dgm:t>
    </dgm:pt>
    <dgm:pt modelId="{1B033A8A-5C02-487D-989B-6F8587AAB357}" type="sibTrans" cxnId="{537D97A1-2C7F-4975-AB75-7D2560F8B519}">
      <dgm:prSet/>
      <dgm:spPr/>
      <dgm:t>
        <a:bodyPr/>
        <a:lstStyle/>
        <a:p>
          <a:endParaRPr lang="en-US"/>
        </a:p>
      </dgm:t>
    </dgm:pt>
    <dgm:pt modelId="{78066A70-D76A-4092-AC64-525B470A7204}">
      <dgm:prSet/>
      <dgm:spPr/>
      <dgm:t>
        <a:bodyPr/>
        <a:lstStyle/>
        <a:p>
          <a:r>
            <a:rPr lang="en-GB" dirty="0"/>
            <a:t>PUSH_NUMBER_OF_BOXES</a:t>
          </a:r>
          <a:endParaRPr lang="en-US" dirty="0" err="1"/>
        </a:p>
      </dgm:t>
    </dgm:pt>
    <dgm:pt modelId="{497B6821-766F-4D3E-A95A-B80027B02568}" type="parTrans" cxnId="{0B2EF491-C4C2-449E-B58B-B8862F916119}">
      <dgm:prSet/>
      <dgm:spPr/>
      <dgm:t>
        <a:bodyPr/>
        <a:lstStyle/>
        <a:p>
          <a:endParaRPr lang="en-US"/>
        </a:p>
      </dgm:t>
    </dgm:pt>
    <dgm:pt modelId="{9081F7B2-D1BF-4B11-A602-C32FAC42E5D3}" type="sibTrans" cxnId="{0B2EF491-C4C2-449E-B58B-B8862F916119}">
      <dgm:prSet/>
      <dgm:spPr/>
      <dgm:t>
        <a:bodyPr/>
        <a:lstStyle/>
        <a:p>
          <a:endParaRPr lang="en-US"/>
        </a:p>
      </dgm:t>
    </dgm:pt>
    <dgm:pt modelId="{5BC5B8E7-430C-4E67-A48F-C25F44FCBDC9}">
      <dgm:prSet/>
      <dgm:spPr/>
      <dgm:t>
        <a:bodyPr/>
        <a:lstStyle/>
        <a:p>
          <a:r>
            <a:rPr lang="en-GB" dirty="0"/>
            <a:t>CONFIRM_CONVY_END_STOPPED</a:t>
          </a:r>
          <a:endParaRPr lang="en-US" dirty="0" err="1"/>
        </a:p>
      </dgm:t>
    </dgm:pt>
    <dgm:pt modelId="{AC171DA5-9E22-439C-837D-D3D56BCC6BF2}" type="parTrans" cxnId="{549FE2BE-A08A-4865-B6E7-0DBF2B043C2F}">
      <dgm:prSet/>
      <dgm:spPr/>
      <dgm:t>
        <a:bodyPr/>
        <a:lstStyle/>
        <a:p>
          <a:endParaRPr lang="en-US"/>
        </a:p>
      </dgm:t>
    </dgm:pt>
    <dgm:pt modelId="{45968502-D1ED-40B0-8B17-7CF779FA69F6}" type="sibTrans" cxnId="{549FE2BE-A08A-4865-B6E7-0DBF2B043C2F}">
      <dgm:prSet/>
      <dgm:spPr/>
      <dgm:t>
        <a:bodyPr/>
        <a:lstStyle/>
        <a:p>
          <a:endParaRPr lang="en-US"/>
        </a:p>
      </dgm:t>
    </dgm:pt>
    <dgm:pt modelId="{04D3AA23-82FB-401F-8876-EEB0FE5114D2}">
      <dgm:prSet/>
      <dgm:spPr/>
      <dgm:t>
        <a:bodyPr/>
        <a:lstStyle/>
        <a:p>
          <a:r>
            <a:rPr lang="en-US" dirty="0"/>
            <a:t>PLACE_BOXES_ON_CRANE</a:t>
          </a:r>
        </a:p>
      </dgm:t>
    </dgm:pt>
    <dgm:pt modelId="{27BC08A6-F2BE-4B5F-A1E2-318F466C7D49}" type="parTrans" cxnId="{4F3A562E-2660-4FFB-A070-4EF01BEA4E8D}">
      <dgm:prSet/>
      <dgm:spPr/>
      <dgm:t>
        <a:bodyPr/>
        <a:lstStyle/>
        <a:p>
          <a:endParaRPr lang="en-US"/>
        </a:p>
      </dgm:t>
    </dgm:pt>
    <dgm:pt modelId="{6E240CF1-0AB1-4315-92A2-70BEEB97F71A}" type="sibTrans" cxnId="{4F3A562E-2660-4FFB-A070-4EF01BEA4E8D}">
      <dgm:prSet/>
      <dgm:spPr/>
      <dgm:t>
        <a:bodyPr/>
        <a:lstStyle/>
        <a:p>
          <a:endParaRPr lang="en-US"/>
        </a:p>
      </dgm:t>
    </dgm:pt>
    <dgm:pt modelId="{71B8EC73-126A-4B83-8591-885ED3A3DA0F}">
      <dgm:prSet/>
      <dgm:spPr/>
      <dgm:t>
        <a:bodyPr/>
        <a:lstStyle/>
        <a:p>
          <a:r>
            <a:rPr lang="en-US" dirty="0"/>
            <a:t>CONFIRM_CARRIAGE_REACHED</a:t>
          </a:r>
        </a:p>
      </dgm:t>
    </dgm:pt>
    <dgm:pt modelId="{480BCFEF-AFAE-4F21-AC58-B9A0EA672EAA}" type="parTrans" cxnId="{7F91AB32-F18B-4DDD-BD1D-6D00AF087206}">
      <dgm:prSet/>
      <dgm:spPr/>
      <dgm:t>
        <a:bodyPr/>
        <a:lstStyle/>
        <a:p>
          <a:endParaRPr lang="en-US"/>
        </a:p>
      </dgm:t>
    </dgm:pt>
    <dgm:pt modelId="{9139CDEE-131A-4B6A-98EA-28EBDC1093F8}" type="sibTrans" cxnId="{7F91AB32-F18B-4DDD-BD1D-6D00AF087206}">
      <dgm:prSet/>
      <dgm:spPr/>
      <dgm:t>
        <a:bodyPr/>
        <a:lstStyle/>
        <a:p>
          <a:endParaRPr lang="en-US"/>
        </a:p>
      </dgm:t>
    </dgm:pt>
    <dgm:pt modelId="{DB8F1BB6-E24B-4208-A2F9-DBD98C0B4B73}">
      <dgm:prSet/>
      <dgm:spPr/>
      <dgm:t>
        <a:bodyPr/>
        <a:lstStyle/>
        <a:p>
          <a:r>
            <a:rPr lang="en-US" dirty="0"/>
            <a:t>RESTART_RETURN_CARRIAGE</a:t>
          </a:r>
        </a:p>
      </dgm:t>
    </dgm:pt>
    <dgm:pt modelId="{4E340532-46ED-49F7-A875-010A3E593CA2}" type="parTrans" cxnId="{9DAAC24C-C91D-41E3-9B04-29CD1EF8ACFB}">
      <dgm:prSet/>
      <dgm:spPr/>
      <dgm:t>
        <a:bodyPr/>
        <a:lstStyle/>
        <a:p>
          <a:endParaRPr lang="en-US"/>
        </a:p>
      </dgm:t>
    </dgm:pt>
    <dgm:pt modelId="{1C7F2E05-D204-49A9-B209-59875410BC93}" type="sibTrans" cxnId="{9DAAC24C-C91D-41E3-9B04-29CD1EF8ACFB}">
      <dgm:prSet/>
      <dgm:spPr/>
      <dgm:t>
        <a:bodyPr/>
        <a:lstStyle/>
        <a:p>
          <a:endParaRPr lang="en-US"/>
        </a:p>
      </dgm:t>
    </dgm:pt>
    <dgm:pt modelId="{506A56FD-A26A-4AD8-ACA5-5CF419C8B65E}">
      <dgm:prSet/>
      <dgm:spPr/>
      <dgm:t>
        <a:bodyPr/>
        <a:lstStyle/>
        <a:p>
          <a:r>
            <a:rPr lang="en-US" dirty="0"/>
            <a:t>CONFIRM_CARRIAGE_RETURN</a:t>
          </a:r>
        </a:p>
      </dgm:t>
    </dgm:pt>
    <dgm:pt modelId="{F38B6447-E71E-4D3D-964C-F3F14FDFA6E7}" type="parTrans" cxnId="{FC42B607-7CE3-4932-A617-6BF9264247D5}">
      <dgm:prSet/>
      <dgm:spPr/>
      <dgm:t>
        <a:bodyPr/>
        <a:lstStyle/>
        <a:p>
          <a:endParaRPr lang="en-US"/>
        </a:p>
      </dgm:t>
    </dgm:pt>
    <dgm:pt modelId="{E3D7596C-79E4-4444-B42F-B3F9C858D50B}" type="sibTrans" cxnId="{FC42B607-7CE3-4932-A617-6BF9264247D5}">
      <dgm:prSet/>
      <dgm:spPr/>
      <dgm:t>
        <a:bodyPr/>
        <a:lstStyle/>
        <a:p>
          <a:endParaRPr lang="en-US"/>
        </a:p>
      </dgm:t>
    </dgm:pt>
    <dgm:pt modelId="{BEC265C5-B94B-4654-9CFA-7AF7E8881103}">
      <dgm:prSet/>
      <dgm:spPr/>
      <dgm:t>
        <a:bodyPr/>
        <a:lstStyle/>
        <a:p>
          <a:r>
            <a:rPr lang="en-GB" dirty="0"/>
            <a:t>CONFIRM_CONVY_TURN_STOPPED</a:t>
          </a:r>
          <a:endParaRPr lang="en-US" dirty="0" err="1"/>
        </a:p>
      </dgm:t>
    </dgm:pt>
    <dgm:pt modelId="{DF354554-CF98-4E18-A72C-FBC05867D7C4}" type="parTrans" cxnId="{3CA1A664-E296-43A1-A579-F24F2BAE5485}">
      <dgm:prSet/>
      <dgm:spPr/>
      <dgm:t>
        <a:bodyPr/>
        <a:lstStyle/>
        <a:p>
          <a:endParaRPr lang="en-US"/>
        </a:p>
      </dgm:t>
    </dgm:pt>
    <dgm:pt modelId="{1D5A4FD6-D8C7-4246-98DD-81E4B2F047D2}" type="sibTrans" cxnId="{3CA1A664-E296-43A1-A579-F24F2BAE5485}">
      <dgm:prSet/>
      <dgm:spPr/>
      <dgm:t>
        <a:bodyPr/>
        <a:lstStyle/>
        <a:p>
          <a:endParaRPr lang="en-US"/>
        </a:p>
      </dgm:t>
    </dgm:pt>
    <dgm:pt modelId="{57FED6A8-179B-4570-9A51-4773603B8B04}" type="pres">
      <dgm:prSet presAssocID="{B08259F2-D688-4040-BF0F-3C24CF12A183}" presName="diagram" presStyleCnt="0">
        <dgm:presLayoutVars>
          <dgm:dir/>
          <dgm:resizeHandles val="exact"/>
        </dgm:presLayoutVars>
      </dgm:prSet>
      <dgm:spPr/>
    </dgm:pt>
    <dgm:pt modelId="{EC1975A3-E9CE-431F-A54D-C7D6CEBFFB60}" type="pres">
      <dgm:prSet presAssocID="{D1BC1529-92C1-45D9-AFD1-B8BEF54D5063}" presName="arrow" presStyleLbl="node1" presStyleIdx="0" presStyleCnt="18">
        <dgm:presLayoutVars>
          <dgm:bulletEnabled val="1"/>
        </dgm:presLayoutVars>
      </dgm:prSet>
      <dgm:spPr/>
    </dgm:pt>
    <dgm:pt modelId="{55C6BEE3-07EF-477C-8278-E970124B5BAE}" type="pres">
      <dgm:prSet presAssocID="{FE8BFD33-4A15-4B53-9946-5FC0D00D4993}" presName="arrow" presStyleLbl="node1" presStyleIdx="1" presStyleCnt="18">
        <dgm:presLayoutVars>
          <dgm:bulletEnabled val="1"/>
        </dgm:presLayoutVars>
      </dgm:prSet>
      <dgm:spPr/>
    </dgm:pt>
    <dgm:pt modelId="{A4DBDC28-9CF1-441C-8766-86668ACB0A68}" type="pres">
      <dgm:prSet presAssocID="{8A4146CB-6FA6-4C61-831F-2BF2D5C0549B}" presName="arrow" presStyleLbl="node1" presStyleIdx="2" presStyleCnt="18">
        <dgm:presLayoutVars>
          <dgm:bulletEnabled val="1"/>
        </dgm:presLayoutVars>
      </dgm:prSet>
      <dgm:spPr/>
    </dgm:pt>
    <dgm:pt modelId="{28A9CB39-7AF7-4FE9-B9FE-77CA92F6D0CF}" type="pres">
      <dgm:prSet presAssocID="{D439EFB5-0CF2-41FE-8B5D-C1C0025741B0}" presName="arrow" presStyleLbl="node1" presStyleIdx="3" presStyleCnt="18">
        <dgm:presLayoutVars>
          <dgm:bulletEnabled val="1"/>
        </dgm:presLayoutVars>
      </dgm:prSet>
      <dgm:spPr/>
    </dgm:pt>
    <dgm:pt modelId="{A72ED1BA-E01F-48C9-9836-703B8802DB53}" type="pres">
      <dgm:prSet presAssocID="{B78B6650-8957-4417-A2E8-6C7CA5C518E4}" presName="arrow" presStyleLbl="node1" presStyleIdx="4" presStyleCnt="18">
        <dgm:presLayoutVars>
          <dgm:bulletEnabled val="1"/>
        </dgm:presLayoutVars>
      </dgm:prSet>
      <dgm:spPr/>
    </dgm:pt>
    <dgm:pt modelId="{E49572DB-470B-440D-998D-9B27DDD35045}" type="pres">
      <dgm:prSet presAssocID="{2A3EEEA4-B95B-464C-BBBF-5F334BDA668E}" presName="arrow" presStyleLbl="node1" presStyleIdx="5" presStyleCnt="18">
        <dgm:presLayoutVars>
          <dgm:bulletEnabled val="1"/>
        </dgm:presLayoutVars>
      </dgm:prSet>
      <dgm:spPr/>
    </dgm:pt>
    <dgm:pt modelId="{5BFBDB6D-9E78-4681-AC11-09FB44A81121}" type="pres">
      <dgm:prSet presAssocID="{7243CD4B-FE71-4B11-B382-537DD7E8C6B6}" presName="arrow" presStyleLbl="node1" presStyleIdx="6" presStyleCnt="18">
        <dgm:presLayoutVars>
          <dgm:bulletEnabled val="1"/>
        </dgm:presLayoutVars>
      </dgm:prSet>
      <dgm:spPr/>
    </dgm:pt>
    <dgm:pt modelId="{E232E8C9-A26A-4A56-8773-515D273ACD86}" type="pres">
      <dgm:prSet presAssocID="{32F775DC-13A9-400D-BEBF-5384A9D87828}" presName="arrow" presStyleLbl="node1" presStyleIdx="7" presStyleCnt="18">
        <dgm:presLayoutVars>
          <dgm:bulletEnabled val="1"/>
        </dgm:presLayoutVars>
      </dgm:prSet>
      <dgm:spPr/>
    </dgm:pt>
    <dgm:pt modelId="{AEFC4673-8A37-49A1-A58E-A07F737F66A8}" type="pres">
      <dgm:prSet presAssocID="{688F4697-F695-4016-B29C-EB523B9CBC24}" presName="arrow" presStyleLbl="node1" presStyleIdx="8" presStyleCnt="18">
        <dgm:presLayoutVars>
          <dgm:bulletEnabled val="1"/>
        </dgm:presLayoutVars>
      </dgm:prSet>
      <dgm:spPr/>
    </dgm:pt>
    <dgm:pt modelId="{BCE82813-F306-47B6-8D87-33FFB32DB985}" type="pres">
      <dgm:prSet presAssocID="{9773CFF3-D0B4-4ADA-8092-1A12A51B0D52}" presName="arrow" presStyleLbl="node1" presStyleIdx="9" presStyleCnt="18">
        <dgm:presLayoutVars>
          <dgm:bulletEnabled val="1"/>
        </dgm:presLayoutVars>
      </dgm:prSet>
      <dgm:spPr/>
    </dgm:pt>
    <dgm:pt modelId="{06D74F3D-30E1-43CC-B6B2-DEF419787533}" type="pres">
      <dgm:prSet presAssocID="{E0E67456-F0AA-401C-974C-FA6CB93218A8}" presName="arrow" presStyleLbl="node1" presStyleIdx="10" presStyleCnt="18">
        <dgm:presLayoutVars>
          <dgm:bulletEnabled val="1"/>
        </dgm:presLayoutVars>
      </dgm:prSet>
      <dgm:spPr/>
    </dgm:pt>
    <dgm:pt modelId="{20A3066F-2621-402F-A94B-2B6308FD9BB2}" type="pres">
      <dgm:prSet presAssocID="{78066A70-D76A-4092-AC64-525B470A7204}" presName="arrow" presStyleLbl="node1" presStyleIdx="11" presStyleCnt="18">
        <dgm:presLayoutVars>
          <dgm:bulletEnabled val="1"/>
        </dgm:presLayoutVars>
      </dgm:prSet>
      <dgm:spPr/>
    </dgm:pt>
    <dgm:pt modelId="{ABD7EC4D-C110-4C55-87E7-245730F1C3B2}" type="pres">
      <dgm:prSet presAssocID="{5BC5B8E7-430C-4E67-A48F-C25F44FCBDC9}" presName="arrow" presStyleLbl="node1" presStyleIdx="12" presStyleCnt="18">
        <dgm:presLayoutVars>
          <dgm:bulletEnabled val="1"/>
        </dgm:presLayoutVars>
      </dgm:prSet>
      <dgm:spPr/>
    </dgm:pt>
    <dgm:pt modelId="{F5CD363D-BC85-4E99-858C-B06DD3204057}" type="pres">
      <dgm:prSet presAssocID="{04D3AA23-82FB-401F-8876-EEB0FE5114D2}" presName="arrow" presStyleLbl="node1" presStyleIdx="13" presStyleCnt="18">
        <dgm:presLayoutVars>
          <dgm:bulletEnabled val="1"/>
        </dgm:presLayoutVars>
      </dgm:prSet>
      <dgm:spPr/>
    </dgm:pt>
    <dgm:pt modelId="{202FCDB2-DD15-4024-A6EE-BFE11418D3CE}" type="pres">
      <dgm:prSet presAssocID="{71B8EC73-126A-4B83-8591-885ED3A3DA0F}" presName="arrow" presStyleLbl="node1" presStyleIdx="14" presStyleCnt="18">
        <dgm:presLayoutVars>
          <dgm:bulletEnabled val="1"/>
        </dgm:presLayoutVars>
      </dgm:prSet>
      <dgm:spPr/>
    </dgm:pt>
    <dgm:pt modelId="{6B215107-E69E-476D-BF69-79329E699AF3}" type="pres">
      <dgm:prSet presAssocID="{DB8F1BB6-E24B-4208-A2F9-DBD98C0B4B73}" presName="arrow" presStyleLbl="node1" presStyleIdx="15" presStyleCnt="18">
        <dgm:presLayoutVars>
          <dgm:bulletEnabled val="1"/>
        </dgm:presLayoutVars>
      </dgm:prSet>
      <dgm:spPr/>
    </dgm:pt>
    <dgm:pt modelId="{A2D56F90-AC06-4F3F-91ED-D8427C73794B}" type="pres">
      <dgm:prSet presAssocID="{506A56FD-A26A-4AD8-ACA5-5CF419C8B65E}" presName="arrow" presStyleLbl="node1" presStyleIdx="16" presStyleCnt="18">
        <dgm:presLayoutVars>
          <dgm:bulletEnabled val="1"/>
        </dgm:presLayoutVars>
      </dgm:prSet>
      <dgm:spPr/>
    </dgm:pt>
    <dgm:pt modelId="{0253A419-B944-4AB0-8F31-F0ABED334173}" type="pres">
      <dgm:prSet presAssocID="{BEC265C5-B94B-4654-9CFA-7AF7E8881103}" presName="arrow" presStyleLbl="node1" presStyleIdx="17" presStyleCnt="18">
        <dgm:presLayoutVars>
          <dgm:bulletEnabled val="1"/>
        </dgm:presLayoutVars>
      </dgm:prSet>
      <dgm:spPr/>
    </dgm:pt>
  </dgm:ptLst>
  <dgm:cxnLst>
    <dgm:cxn modelId="{34FDC101-E15E-4EE2-9F4C-C463FAC4EE44}" srcId="{B08259F2-D688-4040-BF0F-3C24CF12A183}" destId="{D439EFB5-0CF2-41FE-8B5D-C1C0025741B0}" srcOrd="3" destOrd="0" parTransId="{B8DD70E7-C24B-4D0F-8EEA-34B5BF69DC91}" sibTransId="{FD46AC61-D5C5-47B2-8FDB-6C93DE0F834E}"/>
    <dgm:cxn modelId="{074EE101-E790-44E2-9815-1E375A0A5F0D}" srcId="{B08259F2-D688-4040-BF0F-3C24CF12A183}" destId="{B78B6650-8957-4417-A2E8-6C7CA5C518E4}" srcOrd="4" destOrd="0" parTransId="{DAC4A34A-1E82-456D-9DD3-31CA0CA7E0EB}" sibTransId="{7767A674-07A8-4F29-97DB-1EC94B5FE44C}"/>
    <dgm:cxn modelId="{FC42B607-7CE3-4932-A617-6BF9264247D5}" srcId="{B08259F2-D688-4040-BF0F-3C24CF12A183}" destId="{506A56FD-A26A-4AD8-ACA5-5CF419C8B65E}" srcOrd="16" destOrd="0" parTransId="{F38B6447-E71E-4D3D-964C-F3F14FDFA6E7}" sibTransId="{E3D7596C-79E4-4444-B42F-B3F9C858D50B}"/>
    <dgm:cxn modelId="{8D847A0E-6F3A-489F-9257-F1A601730819}" type="presOf" srcId="{32F775DC-13A9-400D-BEBF-5384A9D87828}" destId="{E232E8C9-A26A-4A56-8773-515D273ACD86}" srcOrd="0" destOrd="0" presId="urn:microsoft.com/office/officeart/2005/8/layout/arrow5"/>
    <dgm:cxn modelId="{4F3A562E-2660-4FFB-A070-4EF01BEA4E8D}" srcId="{B08259F2-D688-4040-BF0F-3C24CF12A183}" destId="{04D3AA23-82FB-401F-8876-EEB0FE5114D2}" srcOrd="13" destOrd="0" parTransId="{27BC08A6-F2BE-4B5F-A1E2-318F466C7D49}" sibTransId="{6E240CF1-0AB1-4315-92A2-70BEEB97F71A}"/>
    <dgm:cxn modelId="{7F91AB32-F18B-4DDD-BD1D-6D00AF087206}" srcId="{B08259F2-D688-4040-BF0F-3C24CF12A183}" destId="{71B8EC73-126A-4B83-8591-885ED3A3DA0F}" srcOrd="14" destOrd="0" parTransId="{480BCFEF-AFAE-4F21-AC58-B9A0EA672EAA}" sibTransId="{9139CDEE-131A-4B6A-98EA-28EBDC1093F8}"/>
    <dgm:cxn modelId="{8A6AA13C-A7D0-42DB-AF09-27C37590A1D8}" type="presOf" srcId="{71B8EC73-126A-4B83-8591-885ED3A3DA0F}" destId="{202FCDB2-DD15-4024-A6EE-BFE11418D3CE}" srcOrd="0" destOrd="0" presId="urn:microsoft.com/office/officeart/2005/8/layout/arrow5"/>
    <dgm:cxn modelId="{B97BD840-A3AC-43D8-9A25-7543C3B4BEE2}" type="presOf" srcId="{B08259F2-D688-4040-BF0F-3C24CF12A183}" destId="{57FED6A8-179B-4570-9A51-4773603B8B04}" srcOrd="0" destOrd="0" presId="urn:microsoft.com/office/officeart/2005/8/layout/arrow5"/>
    <dgm:cxn modelId="{31E6CB63-102D-4823-9392-9CFAAE1D711A}" srcId="{B08259F2-D688-4040-BF0F-3C24CF12A183}" destId="{32F775DC-13A9-400D-BEBF-5384A9D87828}" srcOrd="7" destOrd="0" parTransId="{3A68D606-8CA9-4682-95FB-A547BF69980B}" sibTransId="{15C9B900-7BF8-4876-B159-D0D152618B69}"/>
    <dgm:cxn modelId="{3CA1A664-E296-43A1-A579-F24F2BAE5485}" srcId="{B08259F2-D688-4040-BF0F-3C24CF12A183}" destId="{BEC265C5-B94B-4654-9CFA-7AF7E8881103}" srcOrd="17" destOrd="0" parTransId="{DF354554-CF98-4E18-A72C-FBC05867D7C4}" sibTransId="{1D5A4FD6-D8C7-4246-98DD-81E4B2F047D2}"/>
    <dgm:cxn modelId="{66FFE146-22C7-4480-BA8B-75C85145AF5B}" type="presOf" srcId="{FE8BFD33-4A15-4B53-9946-5FC0D00D4993}" destId="{55C6BEE3-07EF-477C-8278-E970124B5BAE}" srcOrd="0" destOrd="0" presId="urn:microsoft.com/office/officeart/2005/8/layout/arrow5"/>
    <dgm:cxn modelId="{3723576C-D960-413B-A463-97426D5491B4}" type="presOf" srcId="{BEC265C5-B94B-4654-9CFA-7AF7E8881103}" destId="{0253A419-B944-4AB0-8F31-F0ABED334173}" srcOrd="0" destOrd="0" presId="urn:microsoft.com/office/officeart/2005/8/layout/arrow5"/>
    <dgm:cxn modelId="{9DAAC24C-C91D-41E3-9B04-29CD1EF8ACFB}" srcId="{B08259F2-D688-4040-BF0F-3C24CF12A183}" destId="{DB8F1BB6-E24B-4208-A2F9-DBD98C0B4B73}" srcOrd="15" destOrd="0" parTransId="{4E340532-46ED-49F7-A875-010A3E593CA2}" sibTransId="{1C7F2E05-D204-49A9-B209-59875410BC93}"/>
    <dgm:cxn modelId="{42DC0950-8BE1-4F76-85D4-7629B1BDE5AB}" type="presOf" srcId="{2A3EEEA4-B95B-464C-BBBF-5F334BDA668E}" destId="{E49572DB-470B-440D-998D-9B27DDD35045}" srcOrd="0" destOrd="0" presId="urn:microsoft.com/office/officeart/2005/8/layout/arrow5"/>
    <dgm:cxn modelId="{F2228D59-CE09-4311-BEE9-790B04A78723}" type="presOf" srcId="{D1BC1529-92C1-45D9-AFD1-B8BEF54D5063}" destId="{EC1975A3-E9CE-431F-A54D-C7D6CEBFFB60}" srcOrd="0" destOrd="0" presId="urn:microsoft.com/office/officeart/2005/8/layout/arrow5"/>
    <dgm:cxn modelId="{E795688A-64B8-4FDF-A148-0BC21FF1A85F}" type="presOf" srcId="{7243CD4B-FE71-4B11-B382-537DD7E8C6B6}" destId="{5BFBDB6D-9E78-4681-AC11-09FB44A81121}" srcOrd="0" destOrd="0" presId="urn:microsoft.com/office/officeart/2005/8/layout/arrow5"/>
    <dgm:cxn modelId="{9EE77D8B-ECD4-4573-9E29-36B9AE870F08}" type="presOf" srcId="{E0E67456-F0AA-401C-974C-FA6CB93218A8}" destId="{06D74F3D-30E1-43CC-B6B2-DEF419787533}" srcOrd="0" destOrd="0" presId="urn:microsoft.com/office/officeart/2005/8/layout/arrow5"/>
    <dgm:cxn modelId="{0B2EF491-C4C2-449E-B58B-B8862F916119}" srcId="{B08259F2-D688-4040-BF0F-3C24CF12A183}" destId="{78066A70-D76A-4092-AC64-525B470A7204}" srcOrd="11" destOrd="0" parTransId="{497B6821-766F-4D3E-A95A-B80027B02568}" sibTransId="{9081F7B2-D1BF-4B11-A602-C32FAC42E5D3}"/>
    <dgm:cxn modelId="{0FAA7297-C666-45C5-8321-9A90B401FD19}" srcId="{B08259F2-D688-4040-BF0F-3C24CF12A183}" destId="{2A3EEEA4-B95B-464C-BBBF-5F334BDA668E}" srcOrd="5" destOrd="0" parTransId="{3B698EBE-650C-46D9-ABF4-58842EFC20D4}" sibTransId="{71B51696-C2E9-4B46-B425-97CEAB7564B9}"/>
    <dgm:cxn modelId="{680BB398-98BB-40BD-8A43-205654D68F02}" srcId="{B08259F2-D688-4040-BF0F-3C24CF12A183}" destId="{FE8BFD33-4A15-4B53-9946-5FC0D00D4993}" srcOrd="1" destOrd="0" parTransId="{925B7C49-623C-4A1A-9DCF-73205D05D97A}" sibTransId="{70869170-2A58-418E-B504-D7EEF3ABE641}"/>
    <dgm:cxn modelId="{F878909E-929D-4ADF-94AA-1C81683971E9}" type="presOf" srcId="{04D3AA23-82FB-401F-8876-EEB0FE5114D2}" destId="{F5CD363D-BC85-4E99-858C-B06DD3204057}" srcOrd="0" destOrd="0" presId="urn:microsoft.com/office/officeart/2005/8/layout/arrow5"/>
    <dgm:cxn modelId="{DCF65EA1-188C-4CDE-8338-3781B687FC99}" srcId="{B08259F2-D688-4040-BF0F-3C24CF12A183}" destId="{8A4146CB-6FA6-4C61-831F-2BF2D5C0549B}" srcOrd="2" destOrd="0" parTransId="{77753FAF-F119-4D3C-B44C-2EEBBD4AD89C}" sibTransId="{963C0F08-B907-4683-AF08-AE5270130CDC}"/>
    <dgm:cxn modelId="{537D97A1-2C7F-4975-AB75-7D2560F8B519}" srcId="{B08259F2-D688-4040-BF0F-3C24CF12A183}" destId="{E0E67456-F0AA-401C-974C-FA6CB93218A8}" srcOrd="10" destOrd="0" parTransId="{D25EE499-C6C0-4F18-BA0D-0DC4A754066A}" sibTransId="{1B033A8A-5C02-487D-989B-6F8587AAB357}"/>
    <dgm:cxn modelId="{4B4571AE-7CB9-47DA-9464-79DA13C73015}" type="presOf" srcId="{9773CFF3-D0B4-4ADA-8092-1A12A51B0D52}" destId="{BCE82813-F306-47B6-8D87-33FFB32DB985}" srcOrd="0" destOrd="0" presId="urn:microsoft.com/office/officeart/2005/8/layout/arrow5"/>
    <dgm:cxn modelId="{B41989B3-E573-489E-9192-5E6C0DD64117}" srcId="{B08259F2-D688-4040-BF0F-3C24CF12A183}" destId="{7243CD4B-FE71-4B11-B382-537DD7E8C6B6}" srcOrd="6" destOrd="0" parTransId="{3CB5FE1F-C5F2-4934-A68C-1EAD7D2685F7}" sibTransId="{F8039BF3-2A75-431D-A726-66111296D288}"/>
    <dgm:cxn modelId="{32D772B4-85CA-4115-8252-FE71EF2912E9}" type="presOf" srcId="{B78B6650-8957-4417-A2E8-6C7CA5C518E4}" destId="{A72ED1BA-E01F-48C9-9836-703B8802DB53}" srcOrd="0" destOrd="0" presId="urn:microsoft.com/office/officeart/2005/8/layout/arrow5"/>
    <dgm:cxn modelId="{003306B5-014E-45D0-8284-1CDACBC1450B}" type="presOf" srcId="{5BC5B8E7-430C-4E67-A48F-C25F44FCBDC9}" destId="{ABD7EC4D-C110-4C55-87E7-245730F1C3B2}" srcOrd="0" destOrd="0" presId="urn:microsoft.com/office/officeart/2005/8/layout/arrow5"/>
    <dgm:cxn modelId="{1A342CB8-2AAD-4CFB-8E7C-0688B75AAEEB}" srcId="{B08259F2-D688-4040-BF0F-3C24CF12A183}" destId="{688F4697-F695-4016-B29C-EB523B9CBC24}" srcOrd="8" destOrd="0" parTransId="{7FE218EC-314B-4313-8CD9-D24B70851988}" sibTransId="{19DE2C31-EAAC-4FCE-8AD1-47EF1006EC96}"/>
    <dgm:cxn modelId="{E72F64B9-E404-4EA0-87EE-F0C020B79FA4}" type="presOf" srcId="{8A4146CB-6FA6-4C61-831F-2BF2D5C0549B}" destId="{A4DBDC28-9CF1-441C-8766-86668ACB0A68}" srcOrd="0" destOrd="0" presId="urn:microsoft.com/office/officeart/2005/8/layout/arrow5"/>
    <dgm:cxn modelId="{CD8A66B9-14E7-4691-BC23-685622405D22}" srcId="{B08259F2-D688-4040-BF0F-3C24CF12A183}" destId="{9773CFF3-D0B4-4ADA-8092-1A12A51B0D52}" srcOrd="9" destOrd="0" parTransId="{A8A625F9-FA6D-4753-8A07-C100D3BAD002}" sibTransId="{0A359C80-79B8-427E-A07C-45695A69D60E}"/>
    <dgm:cxn modelId="{6C50C2BC-FCC8-4CA8-9BB3-BA1BC3D148C9}" type="presOf" srcId="{DB8F1BB6-E24B-4208-A2F9-DBD98C0B4B73}" destId="{6B215107-E69E-476D-BF69-79329E699AF3}" srcOrd="0" destOrd="0" presId="urn:microsoft.com/office/officeart/2005/8/layout/arrow5"/>
    <dgm:cxn modelId="{549FE2BE-A08A-4865-B6E7-0DBF2B043C2F}" srcId="{B08259F2-D688-4040-BF0F-3C24CF12A183}" destId="{5BC5B8E7-430C-4E67-A48F-C25F44FCBDC9}" srcOrd="12" destOrd="0" parTransId="{AC171DA5-9E22-439C-837D-D3D56BCC6BF2}" sibTransId="{45968502-D1ED-40B0-8B17-7CF779FA69F6}"/>
    <dgm:cxn modelId="{97BA34C5-F72E-4AAC-94F6-115D4BAF5F5F}" type="presOf" srcId="{506A56FD-A26A-4AD8-ACA5-5CF419C8B65E}" destId="{A2D56F90-AC06-4F3F-91ED-D8427C73794B}" srcOrd="0" destOrd="0" presId="urn:microsoft.com/office/officeart/2005/8/layout/arrow5"/>
    <dgm:cxn modelId="{A411A4E2-4758-4D71-AB8E-03E04306C0EA}" srcId="{B08259F2-D688-4040-BF0F-3C24CF12A183}" destId="{D1BC1529-92C1-45D9-AFD1-B8BEF54D5063}" srcOrd="0" destOrd="0" parTransId="{A8DDB64C-7B12-4638-A7C7-5BE41480B674}" sibTransId="{AD015059-C04F-4C95-B65F-BE70E11F28DF}"/>
    <dgm:cxn modelId="{40C8BBE9-635B-45F1-80F6-3D1EBF6EED9F}" type="presOf" srcId="{688F4697-F695-4016-B29C-EB523B9CBC24}" destId="{AEFC4673-8A37-49A1-A58E-A07F737F66A8}" srcOrd="0" destOrd="0" presId="urn:microsoft.com/office/officeart/2005/8/layout/arrow5"/>
    <dgm:cxn modelId="{1BD777EC-2FEB-4BFA-BF83-DAC0334B7114}" type="presOf" srcId="{D439EFB5-0CF2-41FE-8B5D-C1C0025741B0}" destId="{28A9CB39-7AF7-4FE9-B9FE-77CA92F6D0CF}" srcOrd="0" destOrd="0" presId="urn:microsoft.com/office/officeart/2005/8/layout/arrow5"/>
    <dgm:cxn modelId="{C28EAFF0-33C7-4249-AA05-9A87EDB6B510}" type="presOf" srcId="{78066A70-D76A-4092-AC64-525B470A7204}" destId="{20A3066F-2621-402F-A94B-2B6308FD9BB2}" srcOrd="0" destOrd="0" presId="urn:microsoft.com/office/officeart/2005/8/layout/arrow5"/>
    <dgm:cxn modelId="{DC3DD153-E3D4-41E5-B5D1-AA5CD05D3167}" type="presParOf" srcId="{57FED6A8-179B-4570-9A51-4773603B8B04}" destId="{EC1975A3-E9CE-431F-A54D-C7D6CEBFFB60}" srcOrd="0" destOrd="0" presId="urn:microsoft.com/office/officeart/2005/8/layout/arrow5"/>
    <dgm:cxn modelId="{D5F6169B-5B44-4929-9FC7-66662A0DF86D}" type="presParOf" srcId="{57FED6A8-179B-4570-9A51-4773603B8B04}" destId="{55C6BEE3-07EF-477C-8278-E970124B5BAE}" srcOrd="1" destOrd="0" presId="urn:microsoft.com/office/officeart/2005/8/layout/arrow5"/>
    <dgm:cxn modelId="{5840B9D1-B9B1-4BDF-B074-840E9783EC5A}" type="presParOf" srcId="{57FED6A8-179B-4570-9A51-4773603B8B04}" destId="{A4DBDC28-9CF1-441C-8766-86668ACB0A68}" srcOrd="2" destOrd="0" presId="urn:microsoft.com/office/officeart/2005/8/layout/arrow5"/>
    <dgm:cxn modelId="{472AD7A1-9A88-4DD0-81FA-89839A817FE1}" type="presParOf" srcId="{57FED6A8-179B-4570-9A51-4773603B8B04}" destId="{28A9CB39-7AF7-4FE9-B9FE-77CA92F6D0CF}" srcOrd="3" destOrd="0" presId="urn:microsoft.com/office/officeart/2005/8/layout/arrow5"/>
    <dgm:cxn modelId="{E0B226BA-7187-499A-96AD-D2A828189CCC}" type="presParOf" srcId="{57FED6A8-179B-4570-9A51-4773603B8B04}" destId="{A72ED1BA-E01F-48C9-9836-703B8802DB53}" srcOrd="4" destOrd="0" presId="urn:microsoft.com/office/officeart/2005/8/layout/arrow5"/>
    <dgm:cxn modelId="{10705D72-B978-4692-881C-3A167250100E}" type="presParOf" srcId="{57FED6A8-179B-4570-9A51-4773603B8B04}" destId="{E49572DB-470B-440D-998D-9B27DDD35045}" srcOrd="5" destOrd="0" presId="urn:microsoft.com/office/officeart/2005/8/layout/arrow5"/>
    <dgm:cxn modelId="{EA61DFED-72C4-47FE-80D9-0FA42C515D15}" type="presParOf" srcId="{57FED6A8-179B-4570-9A51-4773603B8B04}" destId="{5BFBDB6D-9E78-4681-AC11-09FB44A81121}" srcOrd="6" destOrd="0" presId="urn:microsoft.com/office/officeart/2005/8/layout/arrow5"/>
    <dgm:cxn modelId="{E5445246-FF0A-456C-B4B5-728E2BD5CC0D}" type="presParOf" srcId="{57FED6A8-179B-4570-9A51-4773603B8B04}" destId="{E232E8C9-A26A-4A56-8773-515D273ACD86}" srcOrd="7" destOrd="0" presId="urn:microsoft.com/office/officeart/2005/8/layout/arrow5"/>
    <dgm:cxn modelId="{090A35C7-46C8-4750-96EA-46859D9C1209}" type="presParOf" srcId="{57FED6A8-179B-4570-9A51-4773603B8B04}" destId="{AEFC4673-8A37-49A1-A58E-A07F737F66A8}" srcOrd="8" destOrd="0" presId="urn:microsoft.com/office/officeart/2005/8/layout/arrow5"/>
    <dgm:cxn modelId="{11514359-F04A-4E86-A2EF-6CDBE78A6367}" type="presParOf" srcId="{57FED6A8-179B-4570-9A51-4773603B8B04}" destId="{BCE82813-F306-47B6-8D87-33FFB32DB985}" srcOrd="9" destOrd="0" presId="urn:microsoft.com/office/officeart/2005/8/layout/arrow5"/>
    <dgm:cxn modelId="{53E0C57E-0AB2-448F-9282-7A174B5F0C0E}" type="presParOf" srcId="{57FED6A8-179B-4570-9A51-4773603B8B04}" destId="{06D74F3D-30E1-43CC-B6B2-DEF419787533}" srcOrd="10" destOrd="0" presId="urn:microsoft.com/office/officeart/2005/8/layout/arrow5"/>
    <dgm:cxn modelId="{A0A71881-7880-42BA-B3F5-415CBBD066CD}" type="presParOf" srcId="{57FED6A8-179B-4570-9A51-4773603B8B04}" destId="{20A3066F-2621-402F-A94B-2B6308FD9BB2}" srcOrd="11" destOrd="0" presId="urn:microsoft.com/office/officeart/2005/8/layout/arrow5"/>
    <dgm:cxn modelId="{846ED7CD-0FBE-463F-90F7-0C37E260E489}" type="presParOf" srcId="{57FED6A8-179B-4570-9A51-4773603B8B04}" destId="{ABD7EC4D-C110-4C55-87E7-245730F1C3B2}" srcOrd="12" destOrd="0" presId="urn:microsoft.com/office/officeart/2005/8/layout/arrow5"/>
    <dgm:cxn modelId="{4B01547C-E023-47F6-84B1-F5101516521D}" type="presParOf" srcId="{57FED6A8-179B-4570-9A51-4773603B8B04}" destId="{F5CD363D-BC85-4E99-858C-B06DD3204057}" srcOrd="13" destOrd="0" presId="urn:microsoft.com/office/officeart/2005/8/layout/arrow5"/>
    <dgm:cxn modelId="{52DE8EF3-D59A-442C-86F8-97B1619863E6}" type="presParOf" srcId="{57FED6A8-179B-4570-9A51-4773603B8B04}" destId="{202FCDB2-DD15-4024-A6EE-BFE11418D3CE}" srcOrd="14" destOrd="0" presId="urn:microsoft.com/office/officeart/2005/8/layout/arrow5"/>
    <dgm:cxn modelId="{7610A740-3AE3-410C-BC07-4A227354D51E}" type="presParOf" srcId="{57FED6A8-179B-4570-9A51-4773603B8B04}" destId="{6B215107-E69E-476D-BF69-79329E699AF3}" srcOrd="15" destOrd="0" presId="urn:microsoft.com/office/officeart/2005/8/layout/arrow5"/>
    <dgm:cxn modelId="{35066973-93E5-4679-A5E7-264703A07155}" type="presParOf" srcId="{57FED6A8-179B-4570-9A51-4773603B8B04}" destId="{A2D56F90-AC06-4F3F-91ED-D8427C73794B}" srcOrd="16" destOrd="0" presId="urn:microsoft.com/office/officeart/2005/8/layout/arrow5"/>
    <dgm:cxn modelId="{2981CD1A-5C57-4889-96CD-0058D5684F79}" type="presParOf" srcId="{57FED6A8-179B-4570-9A51-4773603B8B04}" destId="{0253A419-B944-4AB0-8F31-F0ABED334173}" srcOrd="17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2D2033D-268F-4269-8796-6C97F75E6C02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212D63E-D4E8-4364-A399-37C4A3727B7C}">
      <dgm:prSet/>
      <dgm:spPr/>
      <dgm:t>
        <a:bodyPr/>
        <a:lstStyle/>
        <a:p>
          <a:r>
            <a:rPr lang="en-US" dirty="0"/>
            <a:t>WAIT_START</a:t>
          </a:r>
        </a:p>
      </dgm:t>
    </dgm:pt>
    <dgm:pt modelId="{B23E7BEE-056E-4EFD-98F5-770646AAA897}" type="parTrans" cxnId="{1307D5DD-DE64-4349-81F0-7AF4D1ECDF2C}">
      <dgm:prSet/>
      <dgm:spPr/>
      <dgm:t>
        <a:bodyPr/>
        <a:lstStyle/>
        <a:p>
          <a:endParaRPr lang="en-US"/>
        </a:p>
      </dgm:t>
    </dgm:pt>
    <dgm:pt modelId="{54489EFE-5C88-4FD6-ABE4-13C5646DBBB8}" type="sibTrans" cxnId="{1307D5DD-DE64-4349-81F0-7AF4D1ECDF2C}">
      <dgm:prSet/>
      <dgm:spPr/>
      <dgm:t>
        <a:bodyPr/>
        <a:lstStyle/>
        <a:p>
          <a:endParaRPr lang="en-US"/>
        </a:p>
      </dgm:t>
    </dgm:pt>
    <dgm:pt modelId="{E79DBC15-13E8-47D4-9256-732F7C6F15A0}">
      <dgm:prSet/>
      <dgm:spPr/>
      <dgm:t>
        <a:bodyPr/>
        <a:lstStyle/>
        <a:p>
          <a:r>
            <a:rPr lang="en-GB" dirty="0"/>
            <a:t>GC_TARGET_POS_TO_LOAD_BOXES</a:t>
          </a:r>
          <a:endParaRPr lang="en-US" dirty="0"/>
        </a:p>
      </dgm:t>
    </dgm:pt>
    <dgm:pt modelId="{9EF93AD3-6AF4-4C85-A554-C922329DE320}" type="parTrans" cxnId="{BD0D7738-41FD-413C-8B89-9B0D19E3A59B}">
      <dgm:prSet/>
      <dgm:spPr/>
      <dgm:t>
        <a:bodyPr/>
        <a:lstStyle/>
        <a:p>
          <a:endParaRPr lang="en-US"/>
        </a:p>
      </dgm:t>
    </dgm:pt>
    <dgm:pt modelId="{13850301-11B6-493A-A0B0-E799D787C6FB}" type="sibTrans" cxnId="{BD0D7738-41FD-413C-8B89-9B0D19E3A59B}">
      <dgm:prSet/>
      <dgm:spPr/>
      <dgm:t>
        <a:bodyPr/>
        <a:lstStyle/>
        <a:p>
          <a:endParaRPr lang="en-US"/>
        </a:p>
      </dgm:t>
    </dgm:pt>
    <dgm:pt modelId="{93AF68B9-6CB9-4528-994A-6C9BA3974975}">
      <dgm:prSet/>
      <dgm:spPr/>
      <dgm:t>
        <a:bodyPr/>
        <a:lstStyle/>
        <a:p>
          <a:r>
            <a:rPr lang="en-US" dirty="0"/>
            <a:t>B_CRANE_CARTLOAD_POS </a:t>
          </a:r>
        </a:p>
      </dgm:t>
    </dgm:pt>
    <dgm:pt modelId="{0DBAE21A-D926-4BE9-ADE9-14FC4F15C2B6}" type="parTrans" cxnId="{A5607ECE-A094-4CC4-BF56-D08C615DFB27}">
      <dgm:prSet/>
      <dgm:spPr/>
      <dgm:t>
        <a:bodyPr/>
        <a:lstStyle/>
        <a:p>
          <a:endParaRPr lang="en-US"/>
        </a:p>
      </dgm:t>
    </dgm:pt>
    <dgm:pt modelId="{776ECA04-BDB4-4FFA-A100-381D33AB576C}" type="sibTrans" cxnId="{A5607ECE-A094-4CC4-BF56-D08C615DFB27}">
      <dgm:prSet/>
      <dgm:spPr/>
      <dgm:t>
        <a:bodyPr/>
        <a:lstStyle/>
        <a:p>
          <a:endParaRPr lang="en-US"/>
        </a:p>
      </dgm:t>
    </dgm:pt>
    <dgm:pt modelId="{D637535D-F508-46EB-9DCB-7AD1C81AD966}">
      <dgm:prSet/>
      <dgm:spPr/>
      <dgm:t>
        <a:bodyPr/>
        <a:lstStyle/>
        <a:p>
          <a:r>
            <a:rPr lang="en-GB" dirty="0"/>
            <a:t>TRGT_POS_TO_LD_BOXES_AND_CRTBRD</a:t>
          </a:r>
          <a:endParaRPr lang="en-US" dirty="0"/>
        </a:p>
      </dgm:t>
    </dgm:pt>
    <dgm:pt modelId="{CF14FFC3-15F0-4D5A-B619-0AFEAE4E12DC}" type="parTrans" cxnId="{C56BA300-57EF-40ED-BBAD-B0B30F894A0E}">
      <dgm:prSet/>
      <dgm:spPr/>
      <dgm:t>
        <a:bodyPr/>
        <a:lstStyle/>
        <a:p>
          <a:endParaRPr lang="en-US"/>
        </a:p>
      </dgm:t>
    </dgm:pt>
    <dgm:pt modelId="{6FC2FE7B-B57E-4353-B5A0-DBBD1219E2E7}" type="sibTrans" cxnId="{C56BA300-57EF-40ED-BBAD-B0B30F894A0E}">
      <dgm:prSet/>
      <dgm:spPr/>
      <dgm:t>
        <a:bodyPr/>
        <a:lstStyle/>
        <a:p>
          <a:endParaRPr lang="en-US"/>
        </a:p>
      </dgm:t>
    </dgm:pt>
    <dgm:pt modelId="{9A00AA20-F404-460B-9717-E95D63C3AED6}">
      <dgm:prSet/>
      <dgm:spPr/>
      <dgm:t>
        <a:bodyPr/>
        <a:lstStyle/>
        <a:p>
          <a:r>
            <a:rPr lang="en-GB" dirty="0"/>
            <a:t>B_CRANE_POS_TO_LD_BX</a:t>
          </a:r>
          <a:endParaRPr lang="en-US" dirty="0"/>
        </a:p>
      </dgm:t>
    </dgm:pt>
    <dgm:pt modelId="{0D308582-9E84-4CD0-9024-A3AF8E96873E}" type="parTrans" cxnId="{DA24B40E-A2C1-40F1-A25F-E6C869224D07}">
      <dgm:prSet/>
      <dgm:spPr/>
      <dgm:t>
        <a:bodyPr/>
        <a:lstStyle/>
        <a:p>
          <a:endParaRPr lang="en-US"/>
        </a:p>
      </dgm:t>
    </dgm:pt>
    <dgm:pt modelId="{02990D23-A787-4B3A-BB65-485314F9F664}" type="sibTrans" cxnId="{DA24B40E-A2C1-40F1-A25F-E6C869224D07}">
      <dgm:prSet/>
      <dgm:spPr/>
      <dgm:t>
        <a:bodyPr/>
        <a:lstStyle/>
        <a:p>
          <a:endParaRPr lang="en-US"/>
        </a:p>
      </dgm:t>
    </dgm:pt>
    <dgm:pt modelId="{6E89C11D-BB2E-463F-8418-C792AD847D8C}">
      <dgm:prSet/>
      <dgm:spPr/>
      <dgm:t>
        <a:bodyPr/>
        <a:lstStyle/>
        <a:p>
          <a:r>
            <a:rPr lang="en-US" dirty="0"/>
            <a:t>CONFIRM_PUSHERZ_ENABLED</a:t>
          </a:r>
        </a:p>
      </dgm:t>
    </dgm:pt>
    <dgm:pt modelId="{22A1AF57-E9C6-4DC5-B28F-D90AB71B4BA3}" type="parTrans" cxnId="{19CE31C6-48D2-4580-BD1D-77F546285274}">
      <dgm:prSet/>
      <dgm:spPr/>
      <dgm:t>
        <a:bodyPr/>
        <a:lstStyle/>
        <a:p>
          <a:endParaRPr lang="en-US"/>
        </a:p>
      </dgm:t>
    </dgm:pt>
    <dgm:pt modelId="{E6AE1464-0C38-43A6-A764-5329AF9CF569}" type="sibTrans" cxnId="{19CE31C6-48D2-4580-BD1D-77F546285274}">
      <dgm:prSet/>
      <dgm:spPr/>
      <dgm:t>
        <a:bodyPr/>
        <a:lstStyle/>
        <a:p>
          <a:endParaRPr lang="en-US"/>
        </a:p>
      </dgm:t>
    </dgm:pt>
    <dgm:pt modelId="{41C43604-B69F-4188-AF71-B243EB641A03}">
      <dgm:prSet/>
      <dgm:spPr/>
      <dgm:t>
        <a:bodyPr/>
        <a:lstStyle/>
        <a:p>
          <a:r>
            <a:rPr lang="en-US" dirty="0"/>
            <a:t>CONFIRM_PUSHERX_ENABLED</a:t>
          </a:r>
        </a:p>
      </dgm:t>
    </dgm:pt>
    <dgm:pt modelId="{D0D22DF1-75B5-4E4D-8950-39BF6187D685}" type="parTrans" cxnId="{6C89376C-A58D-41BF-8D60-CE7EA812D443}">
      <dgm:prSet/>
      <dgm:spPr/>
      <dgm:t>
        <a:bodyPr/>
        <a:lstStyle/>
        <a:p>
          <a:endParaRPr lang="en-US"/>
        </a:p>
      </dgm:t>
    </dgm:pt>
    <dgm:pt modelId="{2FF83306-DD59-4018-BACA-461C8C7772D2}" type="sibTrans" cxnId="{6C89376C-A58D-41BF-8D60-CE7EA812D443}">
      <dgm:prSet/>
      <dgm:spPr/>
      <dgm:t>
        <a:bodyPr/>
        <a:lstStyle/>
        <a:p>
          <a:endParaRPr lang="en-US"/>
        </a:p>
      </dgm:t>
    </dgm:pt>
    <dgm:pt modelId="{F52BA7E2-FF7E-4937-AB04-A03E9483D3B5}">
      <dgm:prSet/>
      <dgm:spPr/>
      <dgm:t>
        <a:bodyPr/>
        <a:lstStyle/>
        <a:p>
          <a:r>
            <a:rPr lang="en-US" dirty="0"/>
            <a:t>CONFIRM_CARTBOARD_DISABLED</a:t>
          </a:r>
        </a:p>
      </dgm:t>
    </dgm:pt>
    <dgm:pt modelId="{91A024D0-95D4-4A8D-9E23-B10109948C3D}" type="parTrans" cxnId="{CB9DD7CC-5922-4015-B112-4B045B05FE96}">
      <dgm:prSet/>
      <dgm:spPr/>
      <dgm:t>
        <a:bodyPr/>
        <a:lstStyle/>
        <a:p>
          <a:endParaRPr lang="en-US"/>
        </a:p>
      </dgm:t>
    </dgm:pt>
    <dgm:pt modelId="{10BDB08C-F62B-4645-AA2C-54FCF6FF1865}" type="sibTrans" cxnId="{CB9DD7CC-5922-4015-B112-4B045B05FE96}">
      <dgm:prSet/>
      <dgm:spPr/>
      <dgm:t>
        <a:bodyPr/>
        <a:lstStyle/>
        <a:p>
          <a:endParaRPr lang="en-US"/>
        </a:p>
      </dgm:t>
    </dgm:pt>
    <dgm:pt modelId="{552ED3AA-ABE9-4AA7-9EEC-F1A45AFF5802}">
      <dgm:prSet/>
      <dgm:spPr/>
      <dgm:t>
        <a:bodyPr/>
        <a:lstStyle/>
        <a:p>
          <a:r>
            <a:rPr lang="en-GB" dirty="0"/>
            <a:t>WAIT_FOR_BOX_LD_ON_CRANE</a:t>
          </a:r>
          <a:endParaRPr lang="en-US" dirty="0"/>
        </a:p>
      </dgm:t>
    </dgm:pt>
    <dgm:pt modelId="{6DF82DF3-AB80-4FB9-9841-19BC52E33A58}" type="parTrans" cxnId="{4ED7BA22-1BAF-4DA9-84CE-3E64E9C4605A}">
      <dgm:prSet/>
      <dgm:spPr/>
      <dgm:t>
        <a:bodyPr/>
        <a:lstStyle/>
        <a:p>
          <a:endParaRPr lang="en-US"/>
        </a:p>
      </dgm:t>
    </dgm:pt>
    <dgm:pt modelId="{99124FF4-CB42-4A62-AC88-33D56754EC98}" type="sibTrans" cxnId="{4ED7BA22-1BAF-4DA9-84CE-3E64E9C4605A}">
      <dgm:prSet/>
      <dgm:spPr/>
      <dgm:t>
        <a:bodyPr/>
        <a:lstStyle/>
        <a:p>
          <a:endParaRPr lang="en-US"/>
        </a:p>
      </dgm:t>
    </dgm:pt>
    <dgm:pt modelId="{3ABF5982-CFF8-4907-AF89-A4658DEDE7D8}">
      <dgm:prSet/>
      <dgm:spPr/>
      <dgm:t>
        <a:bodyPr/>
        <a:lstStyle/>
        <a:p>
          <a:r>
            <a:rPr lang="en-US" dirty="0"/>
            <a:t>CONFIRM_SLIDERAIL_ENABLED</a:t>
          </a:r>
        </a:p>
      </dgm:t>
    </dgm:pt>
    <dgm:pt modelId="{2CD006EA-9DF1-45EE-B8FA-025A441442C0}" type="parTrans" cxnId="{DA2EF0F9-BD11-4C7A-9EFA-CE0B0D415F1A}">
      <dgm:prSet/>
      <dgm:spPr/>
      <dgm:t>
        <a:bodyPr/>
        <a:lstStyle/>
        <a:p>
          <a:endParaRPr lang="en-US"/>
        </a:p>
      </dgm:t>
    </dgm:pt>
    <dgm:pt modelId="{F728EE01-811A-471E-9904-BB61A3238D55}" type="sibTrans" cxnId="{DA2EF0F9-BD11-4C7A-9EFA-CE0B0D415F1A}">
      <dgm:prSet/>
      <dgm:spPr/>
      <dgm:t>
        <a:bodyPr/>
        <a:lstStyle/>
        <a:p>
          <a:endParaRPr lang="en-US"/>
        </a:p>
      </dgm:t>
    </dgm:pt>
    <dgm:pt modelId="{A55ABD23-308A-4DDA-9395-542FBDF48DCD}">
      <dgm:prSet/>
      <dgm:spPr/>
      <dgm:t>
        <a:bodyPr/>
        <a:lstStyle/>
        <a:p>
          <a:r>
            <a:rPr lang="en-US" dirty="0"/>
            <a:t>CONFIRM_PUSHERZ_DISABLED</a:t>
          </a:r>
        </a:p>
      </dgm:t>
    </dgm:pt>
    <dgm:pt modelId="{4352ABB9-DE42-42FE-87F2-5CE9A226AFC5}" type="parTrans" cxnId="{A40694C1-6343-40FA-A5D7-265627D6275A}">
      <dgm:prSet/>
      <dgm:spPr/>
      <dgm:t>
        <a:bodyPr/>
        <a:lstStyle/>
        <a:p>
          <a:endParaRPr lang="en-US"/>
        </a:p>
      </dgm:t>
    </dgm:pt>
    <dgm:pt modelId="{D56F04FF-9B3B-4806-AC3C-A7F55800EFAD}" type="sibTrans" cxnId="{A40694C1-6343-40FA-A5D7-265627D6275A}">
      <dgm:prSet/>
      <dgm:spPr/>
      <dgm:t>
        <a:bodyPr/>
        <a:lstStyle/>
        <a:p>
          <a:endParaRPr lang="en-US"/>
        </a:p>
      </dgm:t>
    </dgm:pt>
    <dgm:pt modelId="{C3108F5E-1EC3-4A34-9FB6-B431CA02A71F}">
      <dgm:prSet/>
      <dgm:spPr/>
      <dgm:t>
        <a:bodyPr/>
        <a:lstStyle/>
        <a:p>
          <a:r>
            <a:rPr lang="en-US" dirty="0"/>
            <a:t>CONFIRM_PUSHERX_DISABLED</a:t>
          </a:r>
        </a:p>
      </dgm:t>
    </dgm:pt>
    <dgm:pt modelId="{934AC884-3134-4575-B4AC-8EDC916A6585}" type="parTrans" cxnId="{617D99BF-CD8E-4582-A7EE-BA73A3F11EAB}">
      <dgm:prSet/>
      <dgm:spPr/>
      <dgm:t>
        <a:bodyPr/>
        <a:lstStyle/>
        <a:p>
          <a:endParaRPr lang="en-US"/>
        </a:p>
      </dgm:t>
    </dgm:pt>
    <dgm:pt modelId="{B8C0F720-2A43-4200-BC09-0D7E29083EED}" type="sibTrans" cxnId="{617D99BF-CD8E-4582-A7EE-BA73A3F11EAB}">
      <dgm:prSet/>
      <dgm:spPr/>
      <dgm:t>
        <a:bodyPr/>
        <a:lstStyle/>
        <a:p>
          <a:endParaRPr lang="en-US"/>
        </a:p>
      </dgm:t>
    </dgm:pt>
    <dgm:pt modelId="{108972C6-E230-4946-B8EB-07BDA27B8E59}">
      <dgm:prSet/>
      <dgm:spPr/>
      <dgm:t>
        <a:bodyPr/>
        <a:lstStyle/>
        <a:p>
          <a:r>
            <a:rPr lang="en-GB" dirty="0"/>
            <a:t>CNFRM_PUSHERZ_ENBLD_AND_PL_READY </a:t>
          </a:r>
          <a:endParaRPr lang="en-US" dirty="0"/>
        </a:p>
      </dgm:t>
    </dgm:pt>
    <dgm:pt modelId="{8D3FA389-4BF0-4502-9E3B-46842D05B611}" type="parTrans" cxnId="{9C1FB3E0-E6E9-4759-A87C-36CB27FFB2F3}">
      <dgm:prSet/>
      <dgm:spPr/>
      <dgm:t>
        <a:bodyPr/>
        <a:lstStyle/>
        <a:p>
          <a:endParaRPr lang="en-US"/>
        </a:p>
      </dgm:t>
    </dgm:pt>
    <dgm:pt modelId="{9A96A7BE-94B9-4328-BA7C-394613623038}" type="sibTrans" cxnId="{9C1FB3E0-E6E9-4759-A87C-36CB27FFB2F3}">
      <dgm:prSet/>
      <dgm:spPr/>
      <dgm:t>
        <a:bodyPr/>
        <a:lstStyle/>
        <a:p>
          <a:endParaRPr lang="en-US"/>
        </a:p>
      </dgm:t>
    </dgm:pt>
    <dgm:pt modelId="{65C10B5C-B4A2-45AC-B5C4-E78466D26575}">
      <dgm:prSet/>
      <dgm:spPr/>
      <dgm:t>
        <a:bodyPr/>
        <a:lstStyle/>
        <a:p>
          <a:r>
            <a:rPr lang="en-GB" dirty="0"/>
            <a:t>BOX_CRANE_TO_PLACE_FIRST_LAYER </a:t>
          </a:r>
          <a:endParaRPr lang="en-US" dirty="0"/>
        </a:p>
      </dgm:t>
    </dgm:pt>
    <dgm:pt modelId="{E56E8AB3-77F1-4C2B-9B1D-38C54C647349}" type="parTrans" cxnId="{70EF353B-228E-40A7-8C4D-733B5F6932F1}">
      <dgm:prSet/>
      <dgm:spPr/>
      <dgm:t>
        <a:bodyPr/>
        <a:lstStyle/>
        <a:p>
          <a:endParaRPr lang="en-US"/>
        </a:p>
      </dgm:t>
    </dgm:pt>
    <dgm:pt modelId="{F4B52890-D7AF-41F5-9674-CB5F8D10E50E}" type="sibTrans" cxnId="{70EF353B-228E-40A7-8C4D-733B5F6932F1}">
      <dgm:prSet/>
      <dgm:spPr/>
      <dgm:t>
        <a:bodyPr/>
        <a:lstStyle/>
        <a:p>
          <a:endParaRPr lang="en-US"/>
        </a:p>
      </dgm:t>
    </dgm:pt>
    <dgm:pt modelId="{5078E0CA-57B5-42A3-95C1-37C0C28925D7}">
      <dgm:prSet/>
      <dgm:spPr/>
      <dgm:t>
        <a:bodyPr/>
        <a:lstStyle/>
        <a:p>
          <a:r>
            <a:rPr lang="en-GB" dirty="0"/>
            <a:t>BOX_CRANE_TO_PLACE_SECOND_LAYER </a:t>
          </a:r>
          <a:endParaRPr lang="en-US" dirty="0"/>
        </a:p>
      </dgm:t>
    </dgm:pt>
    <dgm:pt modelId="{7B4B2E41-316E-46E1-9C5B-EE1AD04FB23F}" type="parTrans" cxnId="{7951B57F-AAE8-4BDA-B676-BC2E541CC514}">
      <dgm:prSet/>
      <dgm:spPr/>
      <dgm:t>
        <a:bodyPr/>
        <a:lstStyle/>
        <a:p>
          <a:endParaRPr lang="en-US"/>
        </a:p>
      </dgm:t>
    </dgm:pt>
    <dgm:pt modelId="{BD6301D0-1B48-43CD-B767-FE7C75725B63}" type="sibTrans" cxnId="{7951B57F-AAE8-4BDA-B676-BC2E541CC514}">
      <dgm:prSet/>
      <dgm:spPr/>
      <dgm:t>
        <a:bodyPr/>
        <a:lstStyle/>
        <a:p>
          <a:endParaRPr lang="en-US"/>
        </a:p>
      </dgm:t>
    </dgm:pt>
    <dgm:pt modelId="{597A48B6-D7E2-4DF3-81D3-708A988CA4E8}">
      <dgm:prSet/>
      <dgm:spPr/>
      <dgm:t>
        <a:bodyPr/>
        <a:lstStyle/>
        <a:p>
          <a:r>
            <a:rPr lang="en-GB" dirty="0"/>
            <a:t>GC_TRGT_POS_TO_PLC_CARTBD_ON_PLT </a:t>
          </a:r>
          <a:endParaRPr lang="en-US" dirty="0"/>
        </a:p>
      </dgm:t>
    </dgm:pt>
    <dgm:pt modelId="{1A749232-DEFF-4AD5-B8B7-6512A3748BB9}" type="parTrans" cxnId="{45BF4BA3-111B-4A11-9488-78B93FEAD202}">
      <dgm:prSet/>
      <dgm:spPr/>
      <dgm:t>
        <a:bodyPr/>
        <a:lstStyle/>
        <a:p>
          <a:endParaRPr lang="en-US"/>
        </a:p>
      </dgm:t>
    </dgm:pt>
    <dgm:pt modelId="{315FC6C2-A398-4BA3-B046-9B92D9CA13C3}" type="sibTrans" cxnId="{45BF4BA3-111B-4A11-9488-78B93FEAD202}">
      <dgm:prSet/>
      <dgm:spPr/>
      <dgm:t>
        <a:bodyPr/>
        <a:lstStyle/>
        <a:p>
          <a:endParaRPr lang="en-US"/>
        </a:p>
      </dgm:t>
    </dgm:pt>
    <dgm:pt modelId="{045D0C0C-52B7-4666-AF5E-449099DD2E45}">
      <dgm:prSet/>
      <dgm:spPr/>
      <dgm:t>
        <a:bodyPr/>
        <a:lstStyle/>
        <a:p>
          <a:r>
            <a:rPr lang="en-GB" dirty="0"/>
            <a:t>CONFIRM_GC_TO_PLACE_CRT_PL </a:t>
          </a:r>
          <a:endParaRPr lang="en-US" dirty="0"/>
        </a:p>
      </dgm:t>
    </dgm:pt>
    <dgm:pt modelId="{57BAFA91-2ADF-48C2-A389-5CBEDB3BFED1}" type="parTrans" cxnId="{088E7742-8E22-4FB1-A1A8-FE9681953849}">
      <dgm:prSet/>
      <dgm:spPr/>
      <dgm:t>
        <a:bodyPr/>
        <a:lstStyle/>
        <a:p>
          <a:endParaRPr lang="en-US"/>
        </a:p>
      </dgm:t>
    </dgm:pt>
    <dgm:pt modelId="{F04923BE-D85D-4997-8E96-C4F95B8B8A0C}" type="sibTrans" cxnId="{088E7742-8E22-4FB1-A1A8-FE9681953849}">
      <dgm:prSet/>
      <dgm:spPr/>
      <dgm:t>
        <a:bodyPr/>
        <a:lstStyle/>
        <a:p>
          <a:endParaRPr lang="en-US"/>
        </a:p>
      </dgm:t>
    </dgm:pt>
    <dgm:pt modelId="{2AFC2F91-C4F2-4B41-8EB7-7E9DD7D19628}">
      <dgm:prSet/>
      <dgm:spPr/>
      <dgm:t>
        <a:bodyPr/>
        <a:lstStyle/>
        <a:p>
          <a:r>
            <a:rPr lang="en-GB" dirty="0"/>
            <a:t>GC_TRGT_POS_TO_PLC_BX_LYR_ON_PLT </a:t>
          </a:r>
          <a:endParaRPr lang="en-US" dirty="0"/>
        </a:p>
      </dgm:t>
    </dgm:pt>
    <dgm:pt modelId="{01B22FA5-31E4-46C2-8D9B-8E3FEA01D0AC}" type="parTrans" cxnId="{4C831086-211A-4F00-9F8B-1C2D91E29E8A}">
      <dgm:prSet/>
      <dgm:spPr/>
      <dgm:t>
        <a:bodyPr/>
        <a:lstStyle/>
        <a:p>
          <a:endParaRPr lang="en-US"/>
        </a:p>
      </dgm:t>
    </dgm:pt>
    <dgm:pt modelId="{4F97B375-71F0-43F1-BF5A-93AB9B370704}" type="sibTrans" cxnId="{4C831086-211A-4F00-9F8B-1C2D91E29E8A}">
      <dgm:prSet/>
      <dgm:spPr/>
      <dgm:t>
        <a:bodyPr/>
        <a:lstStyle/>
        <a:p>
          <a:endParaRPr lang="en-US"/>
        </a:p>
      </dgm:t>
    </dgm:pt>
    <dgm:pt modelId="{DA449641-C244-40AB-97AD-2B9F75E65DEC}">
      <dgm:prSet/>
      <dgm:spPr/>
      <dgm:t>
        <a:bodyPr/>
        <a:lstStyle/>
        <a:p>
          <a:r>
            <a:rPr lang="en-GB" dirty="0"/>
            <a:t>CONFIRM_GC_REACH_POS </a:t>
          </a:r>
          <a:endParaRPr lang="en-US" dirty="0"/>
        </a:p>
      </dgm:t>
    </dgm:pt>
    <dgm:pt modelId="{44C9B26D-6DD3-428A-9E0A-B41CE845D9A5}" type="parTrans" cxnId="{17DC9B5D-DB11-48DD-B4F8-38E8860B288F}">
      <dgm:prSet/>
      <dgm:spPr/>
      <dgm:t>
        <a:bodyPr/>
        <a:lstStyle/>
        <a:p>
          <a:endParaRPr lang="en-US"/>
        </a:p>
      </dgm:t>
    </dgm:pt>
    <dgm:pt modelId="{4DDF6D5E-2939-4961-B397-76DCA8AA33B4}" type="sibTrans" cxnId="{17DC9B5D-DB11-48DD-B4F8-38E8860B288F}">
      <dgm:prSet/>
      <dgm:spPr/>
      <dgm:t>
        <a:bodyPr/>
        <a:lstStyle/>
        <a:p>
          <a:endParaRPr lang="en-US"/>
        </a:p>
      </dgm:t>
    </dgm:pt>
    <dgm:pt modelId="{3A3782E8-FF28-4C6A-A127-761F35DA5E76}">
      <dgm:prSet/>
      <dgm:spPr/>
      <dgm:t>
        <a:bodyPr/>
        <a:lstStyle/>
        <a:p>
          <a:r>
            <a:rPr lang="en-GB" dirty="0"/>
            <a:t>GC_TRGT_POS_TO_LD_BX_AND_CRTBRD</a:t>
          </a:r>
          <a:endParaRPr lang="en-US" dirty="0"/>
        </a:p>
      </dgm:t>
    </dgm:pt>
    <dgm:pt modelId="{8CDF6CA3-BE04-4C24-9B4C-D0683A4CA721}" type="parTrans" cxnId="{E200AAFC-35EA-4610-B08B-42D8AF277314}">
      <dgm:prSet/>
      <dgm:spPr/>
      <dgm:t>
        <a:bodyPr/>
        <a:lstStyle/>
        <a:p>
          <a:endParaRPr lang="en-US"/>
        </a:p>
      </dgm:t>
    </dgm:pt>
    <dgm:pt modelId="{A3CF7949-9EF9-4892-A000-C173EB323BBC}" type="sibTrans" cxnId="{E200AAFC-35EA-4610-B08B-42D8AF277314}">
      <dgm:prSet/>
      <dgm:spPr/>
      <dgm:t>
        <a:bodyPr/>
        <a:lstStyle/>
        <a:p>
          <a:endParaRPr lang="en-US"/>
        </a:p>
      </dgm:t>
    </dgm:pt>
    <dgm:pt modelId="{AAFF2BC0-1034-46D0-95A9-61B89FECF135}">
      <dgm:prSet/>
      <dgm:spPr/>
      <dgm:t>
        <a:bodyPr/>
        <a:lstStyle/>
        <a:p>
          <a:r>
            <a:rPr lang="en-GB" dirty="0"/>
            <a:t>CNFRM_GC_REACH_AND_PUSHERX_ENBLD</a:t>
          </a:r>
          <a:endParaRPr lang="en-US" dirty="0"/>
        </a:p>
      </dgm:t>
    </dgm:pt>
    <dgm:pt modelId="{1EB596D6-4CB4-4355-8B0F-75D19754A938}" type="parTrans" cxnId="{53CF111F-3195-4FD1-A1B1-635A0DA51755}">
      <dgm:prSet/>
      <dgm:spPr/>
      <dgm:t>
        <a:bodyPr/>
        <a:lstStyle/>
        <a:p>
          <a:endParaRPr lang="en-US"/>
        </a:p>
      </dgm:t>
    </dgm:pt>
    <dgm:pt modelId="{A49D29D5-A362-4642-800E-3F0E988E2F91}" type="sibTrans" cxnId="{53CF111F-3195-4FD1-A1B1-635A0DA51755}">
      <dgm:prSet/>
      <dgm:spPr/>
      <dgm:t>
        <a:bodyPr/>
        <a:lstStyle/>
        <a:p>
          <a:endParaRPr lang="en-US"/>
        </a:p>
      </dgm:t>
    </dgm:pt>
    <dgm:pt modelId="{32B2C065-AEAE-45D1-B521-E94578F40566}" type="pres">
      <dgm:prSet presAssocID="{82D2033D-268F-4269-8796-6C97F75E6C02}" presName="Name0" presStyleCnt="0">
        <dgm:presLayoutVars>
          <dgm:dir/>
          <dgm:resizeHandles val="exact"/>
        </dgm:presLayoutVars>
      </dgm:prSet>
      <dgm:spPr/>
    </dgm:pt>
    <dgm:pt modelId="{4C21A323-EC84-496F-BEF9-E68D68FF5FEF}" type="pres">
      <dgm:prSet presAssocID="{B212D63E-D4E8-4364-A399-37C4A3727B7C}" presName="node" presStyleLbl="node1" presStyleIdx="0" presStyleCnt="21">
        <dgm:presLayoutVars>
          <dgm:bulletEnabled val="1"/>
        </dgm:presLayoutVars>
      </dgm:prSet>
      <dgm:spPr/>
    </dgm:pt>
    <dgm:pt modelId="{932557E2-3074-4C26-8A1D-5B8548AE4185}" type="pres">
      <dgm:prSet presAssocID="{54489EFE-5C88-4FD6-ABE4-13C5646DBBB8}" presName="sibTrans" presStyleLbl="sibTrans1D1" presStyleIdx="0" presStyleCnt="20"/>
      <dgm:spPr/>
    </dgm:pt>
    <dgm:pt modelId="{912654D1-E243-4650-B4B8-D42C8FCAB3DD}" type="pres">
      <dgm:prSet presAssocID="{54489EFE-5C88-4FD6-ABE4-13C5646DBBB8}" presName="connectorText" presStyleLbl="sibTrans1D1" presStyleIdx="0" presStyleCnt="20"/>
      <dgm:spPr/>
    </dgm:pt>
    <dgm:pt modelId="{9B349DC7-6F96-4386-B583-304F8E579653}" type="pres">
      <dgm:prSet presAssocID="{E79DBC15-13E8-47D4-9256-732F7C6F15A0}" presName="node" presStyleLbl="node1" presStyleIdx="1" presStyleCnt="21">
        <dgm:presLayoutVars>
          <dgm:bulletEnabled val="1"/>
        </dgm:presLayoutVars>
      </dgm:prSet>
      <dgm:spPr/>
    </dgm:pt>
    <dgm:pt modelId="{EF71B4FA-EA80-4496-9771-85CBD043BEF2}" type="pres">
      <dgm:prSet presAssocID="{13850301-11B6-493A-A0B0-E799D787C6FB}" presName="sibTrans" presStyleLbl="sibTrans1D1" presStyleIdx="1" presStyleCnt="20"/>
      <dgm:spPr/>
    </dgm:pt>
    <dgm:pt modelId="{4A304702-C633-4EB4-B7F2-79369A8151A9}" type="pres">
      <dgm:prSet presAssocID="{13850301-11B6-493A-A0B0-E799D787C6FB}" presName="connectorText" presStyleLbl="sibTrans1D1" presStyleIdx="1" presStyleCnt="20"/>
      <dgm:spPr/>
    </dgm:pt>
    <dgm:pt modelId="{B13E7F12-FECD-49FF-9EAD-CDF62E0B1441}" type="pres">
      <dgm:prSet presAssocID="{93AF68B9-6CB9-4528-994A-6C9BA3974975}" presName="node" presStyleLbl="node1" presStyleIdx="2" presStyleCnt="21">
        <dgm:presLayoutVars>
          <dgm:bulletEnabled val="1"/>
        </dgm:presLayoutVars>
      </dgm:prSet>
      <dgm:spPr/>
    </dgm:pt>
    <dgm:pt modelId="{6B8429DD-C988-45B3-8E67-F74D57ED5C4A}" type="pres">
      <dgm:prSet presAssocID="{776ECA04-BDB4-4FFA-A100-381D33AB576C}" presName="sibTrans" presStyleLbl="sibTrans1D1" presStyleIdx="2" presStyleCnt="20"/>
      <dgm:spPr/>
    </dgm:pt>
    <dgm:pt modelId="{7AF06633-B7D7-4E47-9BA8-39C69419A674}" type="pres">
      <dgm:prSet presAssocID="{776ECA04-BDB4-4FFA-A100-381D33AB576C}" presName="connectorText" presStyleLbl="sibTrans1D1" presStyleIdx="2" presStyleCnt="20"/>
      <dgm:spPr/>
    </dgm:pt>
    <dgm:pt modelId="{6D3D3E43-A2BA-4C11-9516-8CFD0953E254}" type="pres">
      <dgm:prSet presAssocID="{D637535D-F508-46EB-9DCB-7AD1C81AD966}" presName="node" presStyleLbl="node1" presStyleIdx="3" presStyleCnt="21">
        <dgm:presLayoutVars>
          <dgm:bulletEnabled val="1"/>
        </dgm:presLayoutVars>
      </dgm:prSet>
      <dgm:spPr/>
    </dgm:pt>
    <dgm:pt modelId="{A8265018-64F3-428B-B6B9-916E1A10B386}" type="pres">
      <dgm:prSet presAssocID="{6FC2FE7B-B57E-4353-B5A0-DBBD1219E2E7}" presName="sibTrans" presStyleLbl="sibTrans1D1" presStyleIdx="3" presStyleCnt="20"/>
      <dgm:spPr/>
    </dgm:pt>
    <dgm:pt modelId="{BFB1DA97-772F-493B-A29F-BCB955F45C31}" type="pres">
      <dgm:prSet presAssocID="{6FC2FE7B-B57E-4353-B5A0-DBBD1219E2E7}" presName="connectorText" presStyleLbl="sibTrans1D1" presStyleIdx="3" presStyleCnt="20"/>
      <dgm:spPr/>
    </dgm:pt>
    <dgm:pt modelId="{277F9BE4-5074-493F-A482-DD4BBB755DDE}" type="pres">
      <dgm:prSet presAssocID="{9A00AA20-F404-460B-9717-E95D63C3AED6}" presName="node" presStyleLbl="node1" presStyleIdx="4" presStyleCnt="21">
        <dgm:presLayoutVars>
          <dgm:bulletEnabled val="1"/>
        </dgm:presLayoutVars>
      </dgm:prSet>
      <dgm:spPr/>
    </dgm:pt>
    <dgm:pt modelId="{92E8F72C-4C80-4EB7-9226-CC407584D596}" type="pres">
      <dgm:prSet presAssocID="{02990D23-A787-4B3A-BB65-485314F9F664}" presName="sibTrans" presStyleLbl="sibTrans1D1" presStyleIdx="4" presStyleCnt="20"/>
      <dgm:spPr/>
    </dgm:pt>
    <dgm:pt modelId="{CDF133BE-03AA-4A3A-B372-275E592A78F6}" type="pres">
      <dgm:prSet presAssocID="{02990D23-A787-4B3A-BB65-485314F9F664}" presName="connectorText" presStyleLbl="sibTrans1D1" presStyleIdx="4" presStyleCnt="20"/>
      <dgm:spPr/>
    </dgm:pt>
    <dgm:pt modelId="{DB568AE7-082F-49AE-848C-D61203BDB1FD}" type="pres">
      <dgm:prSet presAssocID="{6E89C11D-BB2E-463F-8418-C792AD847D8C}" presName="node" presStyleLbl="node1" presStyleIdx="5" presStyleCnt="21">
        <dgm:presLayoutVars>
          <dgm:bulletEnabled val="1"/>
        </dgm:presLayoutVars>
      </dgm:prSet>
      <dgm:spPr/>
    </dgm:pt>
    <dgm:pt modelId="{DD2A337E-1248-40C0-919F-058A849C2DA7}" type="pres">
      <dgm:prSet presAssocID="{E6AE1464-0C38-43A6-A764-5329AF9CF569}" presName="sibTrans" presStyleLbl="sibTrans1D1" presStyleIdx="5" presStyleCnt="20"/>
      <dgm:spPr/>
    </dgm:pt>
    <dgm:pt modelId="{C976B678-8E83-4E29-9E21-9842171B57A4}" type="pres">
      <dgm:prSet presAssocID="{E6AE1464-0C38-43A6-A764-5329AF9CF569}" presName="connectorText" presStyleLbl="sibTrans1D1" presStyleIdx="5" presStyleCnt="20"/>
      <dgm:spPr/>
    </dgm:pt>
    <dgm:pt modelId="{C2E299CA-505C-4BFA-A9E8-042BDC8C05C8}" type="pres">
      <dgm:prSet presAssocID="{41C43604-B69F-4188-AF71-B243EB641A03}" presName="node" presStyleLbl="node1" presStyleIdx="6" presStyleCnt="21">
        <dgm:presLayoutVars>
          <dgm:bulletEnabled val="1"/>
        </dgm:presLayoutVars>
      </dgm:prSet>
      <dgm:spPr/>
    </dgm:pt>
    <dgm:pt modelId="{CEE38C81-3963-4D66-B725-7EDC72175FA7}" type="pres">
      <dgm:prSet presAssocID="{2FF83306-DD59-4018-BACA-461C8C7772D2}" presName="sibTrans" presStyleLbl="sibTrans1D1" presStyleIdx="6" presStyleCnt="20"/>
      <dgm:spPr/>
    </dgm:pt>
    <dgm:pt modelId="{3B7D4DB0-7C57-4D31-980F-39B07F972B91}" type="pres">
      <dgm:prSet presAssocID="{2FF83306-DD59-4018-BACA-461C8C7772D2}" presName="connectorText" presStyleLbl="sibTrans1D1" presStyleIdx="6" presStyleCnt="20"/>
      <dgm:spPr/>
    </dgm:pt>
    <dgm:pt modelId="{2153F8E9-2BCB-4248-B882-42043B42443A}" type="pres">
      <dgm:prSet presAssocID="{F52BA7E2-FF7E-4937-AB04-A03E9483D3B5}" presName="node" presStyleLbl="node1" presStyleIdx="7" presStyleCnt="21">
        <dgm:presLayoutVars>
          <dgm:bulletEnabled val="1"/>
        </dgm:presLayoutVars>
      </dgm:prSet>
      <dgm:spPr/>
    </dgm:pt>
    <dgm:pt modelId="{36D898E3-EE48-4B3D-9ED8-E3866E89C08B}" type="pres">
      <dgm:prSet presAssocID="{10BDB08C-F62B-4645-AA2C-54FCF6FF1865}" presName="sibTrans" presStyleLbl="sibTrans1D1" presStyleIdx="7" presStyleCnt="20"/>
      <dgm:spPr/>
    </dgm:pt>
    <dgm:pt modelId="{63CC6F3D-60FB-4BB5-8911-5C570D1CBA2E}" type="pres">
      <dgm:prSet presAssocID="{10BDB08C-F62B-4645-AA2C-54FCF6FF1865}" presName="connectorText" presStyleLbl="sibTrans1D1" presStyleIdx="7" presStyleCnt="20"/>
      <dgm:spPr/>
    </dgm:pt>
    <dgm:pt modelId="{540E9ABF-2A7B-4706-966C-647026450542}" type="pres">
      <dgm:prSet presAssocID="{552ED3AA-ABE9-4AA7-9EEC-F1A45AFF5802}" presName="node" presStyleLbl="node1" presStyleIdx="8" presStyleCnt="21">
        <dgm:presLayoutVars>
          <dgm:bulletEnabled val="1"/>
        </dgm:presLayoutVars>
      </dgm:prSet>
      <dgm:spPr/>
    </dgm:pt>
    <dgm:pt modelId="{62E8CB45-F3A3-426B-AE94-EE47E22F6DE8}" type="pres">
      <dgm:prSet presAssocID="{99124FF4-CB42-4A62-AC88-33D56754EC98}" presName="sibTrans" presStyleLbl="sibTrans1D1" presStyleIdx="8" presStyleCnt="20"/>
      <dgm:spPr/>
    </dgm:pt>
    <dgm:pt modelId="{E728299E-0087-439F-90D4-FE836DD8B68C}" type="pres">
      <dgm:prSet presAssocID="{99124FF4-CB42-4A62-AC88-33D56754EC98}" presName="connectorText" presStyleLbl="sibTrans1D1" presStyleIdx="8" presStyleCnt="20"/>
      <dgm:spPr/>
    </dgm:pt>
    <dgm:pt modelId="{15FFFCC4-60A7-4C47-A633-85B7AE034951}" type="pres">
      <dgm:prSet presAssocID="{3ABF5982-CFF8-4907-AF89-A4658DEDE7D8}" presName="node" presStyleLbl="node1" presStyleIdx="9" presStyleCnt="21">
        <dgm:presLayoutVars>
          <dgm:bulletEnabled val="1"/>
        </dgm:presLayoutVars>
      </dgm:prSet>
      <dgm:spPr/>
    </dgm:pt>
    <dgm:pt modelId="{FC2D26FF-49CE-41A4-9BBD-336FD05EA1F3}" type="pres">
      <dgm:prSet presAssocID="{F728EE01-811A-471E-9904-BB61A3238D55}" presName="sibTrans" presStyleLbl="sibTrans1D1" presStyleIdx="9" presStyleCnt="20"/>
      <dgm:spPr/>
    </dgm:pt>
    <dgm:pt modelId="{655AD76F-B6EA-4C05-B123-6800AA8829FC}" type="pres">
      <dgm:prSet presAssocID="{F728EE01-811A-471E-9904-BB61A3238D55}" presName="connectorText" presStyleLbl="sibTrans1D1" presStyleIdx="9" presStyleCnt="20"/>
      <dgm:spPr/>
    </dgm:pt>
    <dgm:pt modelId="{752E9768-2060-439A-B6FB-ADFE13BFEE60}" type="pres">
      <dgm:prSet presAssocID="{A55ABD23-308A-4DDA-9395-542FBDF48DCD}" presName="node" presStyleLbl="node1" presStyleIdx="10" presStyleCnt="21">
        <dgm:presLayoutVars>
          <dgm:bulletEnabled val="1"/>
        </dgm:presLayoutVars>
      </dgm:prSet>
      <dgm:spPr/>
    </dgm:pt>
    <dgm:pt modelId="{68ADB434-3A5B-4D66-8E80-29850668E134}" type="pres">
      <dgm:prSet presAssocID="{D56F04FF-9B3B-4806-AC3C-A7F55800EFAD}" presName="sibTrans" presStyleLbl="sibTrans1D1" presStyleIdx="10" presStyleCnt="20"/>
      <dgm:spPr/>
    </dgm:pt>
    <dgm:pt modelId="{56DFA6C5-CD88-4177-8727-918892601AB6}" type="pres">
      <dgm:prSet presAssocID="{D56F04FF-9B3B-4806-AC3C-A7F55800EFAD}" presName="connectorText" presStyleLbl="sibTrans1D1" presStyleIdx="10" presStyleCnt="20"/>
      <dgm:spPr/>
    </dgm:pt>
    <dgm:pt modelId="{62B87882-490D-4022-AD94-A90C98316956}" type="pres">
      <dgm:prSet presAssocID="{C3108F5E-1EC3-4A34-9FB6-B431CA02A71F}" presName="node" presStyleLbl="node1" presStyleIdx="11" presStyleCnt="21">
        <dgm:presLayoutVars>
          <dgm:bulletEnabled val="1"/>
        </dgm:presLayoutVars>
      </dgm:prSet>
      <dgm:spPr/>
    </dgm:pt>
    <dgm:pt modelId="{A687CF02-96A2-4560-9883-C387A340755C}" type="pres">
      <dgm:prSet presAssocID="{B8C0F720-2A43-4200-BC09-0D7E29083EED}" presName="sibTrans" presStyleLbl="sibTrans1D1" presStyleIdx="11" presStyleCnt="20"/>
      <dgm:spPr/>
    </dgm:pt>
    <dgm:pt modelId="{8624984F-F0C2-44E9-8688-4B22EF431EF0}" type="pres">
      <dgm:prSet presAssocID="{B8C0F720-2A43-4200-BC09-0D7E29083EED}" presName="connectorText" presStyleLbl="sibTrans1D1" presStyleIdx="11" presStyleCnt="20"/>
      <dgm:spPr/>
    </dgm:pt>
    <dgm:pt modelId="{C10BB72F-A9CE-4BAA-B6D1-79EC4D4FDCA7}" type="pres">
      <dgm:prSet presAssocID="{108972C6-E230-4946-B8EB-07BDA27B8E59}" presName="node" presStyleLbl="node1" presStyleIdx="12" presStyleCnt="21">
        <dgm:presLayoutVars>
          <dgm:bulletEnabled val="1"/>
        </dgm:presLayoutVars>
      </dgm:prSet>
      <dgm:spPr/>
    </dgm:pt>
    <dgm:pt modelId="{08741EC2-90B9-4600-9A54-136B6C6569D4}" type="pres">
      <dgm:prSet presAssocID="{9A96A7BE-94B9-4328-BA7C-394613623038}" presName="sibTrans" presStyleLbl="sibTrans1D1" presStyleIdx="12" presStyleCnt="20"/>
      <dgm:spPr/>
    </dgm:pt>
    <dgm:pt modelId="{CC6B7D68-8795-436B-B458-FEBED09639CA}" type="pres">
      <dgm:prSet presAssocID="{9A96A7BE-94B9-4328-BA7C-394613623038}" presName="connectorText" presStyleLbl="sibTrans1D1" presStyleIdx="12" presStyleCnt="20"/>
      <dgm:spPr/>
    </dgm:pt>
    <dgm:pt modelId="{A065C943-EA0D-4E41-B6B1-04EBC262A382}" type="pres">
      <dgm:prSet presAssocID="{65C10B5C-B4A2-45AC-B5C4-E78466D26575}" presName="node" presStyleLbl="node1" presStyleIdx="13" presStyleCnt="21">
        <dgm:presLayoutVars>
          <dgm:bulletEnabled val="1"/>
        </dgm:presLayoutVars>
      </dgm:prSet>
      <dgm:spPr/>
    </dgm:pt>
    <dgm:pt modelId="{EDD79F25-733E-4294-AB8C-405C465F6C38}" type="pres">
      <dgm:prSet presAssocID="{F4B52890-D7AF-41F5-9674-CB5F8D10E50E}" presName="sibTrans" presStyleLbl="sibTrans1D1" presStyleIdx="13" presStyleCnt="20"/>
      <dgm:spPr/>
    </dgm:pt>
    <dgm:pt modelId="{3B606E6F-46AD-4DFC-8341-FE17BFB1D125}" type="pres">
      <dgm:prSet presAssocID="{F4B52890-D7AF-41F5-9674-CB5F8D10E50E}" presName="connectorText" presStyleLbl="sibTrans1D1" presStyleIdx="13" presStyleCnt="20"/>
      <dgm:spPr/>
    </dgm:pt>
    <dgm:pt modelId="{A5604321-1E0F-4ED4-BD6D-1C2470CD4D11}" type="pres">
      <dgm:prSet presAssocID="{5078E0CA-57B5-42A3-95C1-37C0C28925D7}" presName="node" presStyleLbl="node1" presStyleIdx="14" presStyleCnt="21">
        <dgm:presLayoutVars>
          <dgm:bulletEnabled val="1"/>
        </dgm:presLayoutVars>
      </dgm:prSet>
      <dgm:spPr/>
    </dgm:pt>
    <dgm:pt modelId="{58CD959C-0E70-4B43-BC59-9436CB709540}" type="pres">
      <dgm:prSet presAssocID="{BD6301D0-1B48-43CD-B767-FE7C75725B63}" presName="sibTrans" presStyleLbl="sibTrans1D1" presStyleIdx="14" presStyleCnt="20"/>
      <dgm:spPr/>
    </dgm:pt>
    <dgm:pt modelId="{25C91600-6817-4C78-9E50-63A5163F9158}" type="pres">
      <dgm:prSet presAssocID="{BD6301D0-1B48-43CD-B767-FE7C75725B63}" presName="connectorText" presStyleLbl="sibTrans1D1" presStyleIdx="14" presStyleCnt="20"/>
      <dgm:spPr/>
    </dgm:pt>
    <dgm:pt modelId="{FAB6B33C-8400-4D46-9254-5DB54BF77670}" type="pres">
      <dgm:prSet presAssocID="{597A48B6-D7E2-4DF3-81D3-708A988CA4E8}" presName="node" presStyleLbl="node1" presStyleIdx="15" presStyleCnt="21">
        <dgm:presLayoutVars>
          <dgm:bulletEnabled val="1"/>
        </dgm:presLayoutVars>
      </dgm:prSet>
      <dgm:spPr/>
    </dgm:pt>
    <dgm:pt modelId="{978C25D4-2D31-42D6-9B78-B14F800A628A}" type="pres">
      <dgm:prSet presAssocID="{315FC6C2-A398-4BA3-B046-9B92D9CA13C3}" presName="sibTrans" presStyleLbl="sibTrans1D1" presStyleIdx="15" presStyleCnt="20"/>
      <dgm:spPr/>
    </dgm:pt>
    <dgm:pt modelId="{82250ACE-D7E6-405E-9CFD-57C55E687753}" type="pres">
      <dgm:prSet presAssocID="{315FC6C2-A398-4BA3-B046-9B92D9CA13C3}" presName="connectorText" presStyleLbl="sibTrans1D1" presStyleIdx="15" presStyleCnt="20"/>
      <dgm:spPr/>
    </dgm:pt>
    <dgm:pt modelId="{96101105-2EB2-4BC3-A23C-BC2B122D66AD}" type="pres">
      <dgm:prSet presAssocID="{045D0C0C-52B7-4666-AF5E-449099DD2E45}" presName="node" presStyleLbl="node1" presStyleIdx="16" presStyleCnt="21">
        <dgm:presLayoutVars>
          <dgm:bulletEnabled val="1"/>
        </dgm:presLayoutVars>
      </dgm:prSet>
      <dgm:spPr/>
    </dgm:pt>
    <dgm:pt modelId="{41D7AF6C-E0B4-4A1E-851B-981F3B07549B}" type="pres">
      <dgm:prSet presAssocID="{F04923BE-D85D-4997-8E96-C4F95B8B8A0C}" presName="sibTrans" presStyleLbl="sibTrans1D1" presStyleIdx="16" presStyleCnt="20"/>
      <dgm:spPr/>
    </dgm:pt>
    <dgm:pt modelId="{9BC91A0A-34B0-41C5-8E53-0D821054376E}" type="pres">
      <dgm:prSet presAssocID="{F04923BE-D85D-4997-8E96-C4F95B8B8A0C}" presName="connectorText" presStyleLbl="sibTrans1D1" presStyleIdx="16" presStyleCnt="20"/>
      <dgm:spPr/>
    </dgm:pt>
    <dgm:pt modelId="{EEBEB306-2E4B-450E-B325-FE7545608D4B}" type="pres">
      <dgm:prSet presAssocID="{2AFC2F91-C4F2-4B41-8EB7-7E9DD7D19628}" presName="node" presStyleLbl="node1" presStyleIdx="17" presStyleCnt="21">
        <dgm:presLayoutVars>
          <dgm:bulletEnabled val="1"/>
        </dgm:presLayoutVars>
      </dgm:prSet>
      <dgm:spPr/>
    </dgm:pt>
    <dgm:pt modelId="{D2499A66-EA7B-4B57-98E8-B852394E5894}" type="pres">
      <dgm:prSet presAssocID="{4F97B375-71F0-43F1-BF5A-93AB9B370704}" presName="sibTrans" presStyleLbl="sibTrans1D1" presStyleIdx="17" presStyleCnt="20"/>
      <dgm:spPr/>
    </dgm:pt>
    <dgm:pt modelId="{BF13655D-15D8-4FC7-87BD-E62FA4B1709B}" type="pres">
      <dgm:prSet presAssocID="{4F97B375-71F0-43F1-BF5A-93AB9B370704}" presName="connectorText" presStyleLbl="sibTrans1D1" presStyleIdx="17" presStyleCnt="20"/>
      <dgm:spPr/>
    </dgm:pt>
    <dgm:pt modelId="{82B568FF-B286-4EAE-9C0E-49E05C31C062}" type="pres">
      <dgm:prSet presAssocID="{DA449641-C244-40AB-97AD-2B9F75E65DEC}" presName="node" presStyleLbl="node1" presStyleIdx="18" presStyleCnt="21">
        <dgm:presLayoutVars>
          <dgm:bulletEnabled val="1"/>
        </dgm:presLayoutVars>
      </dgm:prSet>
      <dgm:spPr/>
    </dgm:pt>
    <dgm:pt modelId="{A95AEED5-3A68-4A3F-BCA5-972249F549FF}" type="pres">
      <dgm:prSet presAssocID="{4DDF6D5E-2939-4961-B397-76DCA8AA33B4}" presName="sibTrans" presStyleLbl="sibTrans1D1" presStyleIdx="18" presStyleCnt="20"/>
      <dgm:spPr/>
    </dgm:pt>
    <dgm:pt modelId="{AE9FCA1A-2CD1-4ADB-869E-AAB78748B32A}" type="pres">
      <dgm:prSet presAssocID="{4DDF6D5E-2939-4961-B397-76DCA8AA33B4}" presName="connectorText" presStyleLbl="sibTrans1D1" presStyleIdx="18" presStyleCnt="20"/>
      <dgm:spPr/>
    </dgm:pt>
    <dgm:pt modelId="{FB2AEA41-DB51-457B-A9DE-CA65EE0E981A}" type="pres">
      <dgm:prSet presAssocID="{3A3782E8-FF28-4C6A-A127-761F35DA5E76}" presName="node" presStyleLbl="node1" presStyleIdx="19" presStyleCnt="21">
        <dgm:presLayoutVars>
          <dgm:bulletEnabled val="1"/>
        </dgm:presLayoutVars>
      </dgm:prSet>
      <dgm:spPr/>
    </dgm:pt>
    <dgm:pt modelId="{53869FC8-C0C4-42C3-BE28-DEED5B7DA5B7}" type="pres">
      <dgm:prSet presAssocID="{A3CF7949-9EF9-4892-A000-C173EB323BBC}" presName="sibTrans" presStyleLbl="sibTrans1D1" presStyleIdx="19" presStyleCnt="20"/>
      <dgm:spPr/>
    </dgm:pt>
    <dgm:pt modelId="{BF645BD1-3A7B-4D13-BF4F-3648195B619B}" type="pres">
      <dgm:prSet presAssocID="{A3CF7949-9EF9-4892-A000-C173EB323BBC}" presName="connectorText" presStyleLbl="sibTrans1D1" presStyleIdx="19" presStyleCnt="20"/>
      <dgm:spPr/>
    </dgm:pt>
    <dgm:pt modelId="{42BCC87C-C81B-4B3E-9BE1-DD6F572F02D1}" type="pres">
      <dgm:prSet presAssocID="{AAFF2BC0-1034-46D0-95A9-61B89FECF135}" presName="node" presStyleLbl="node1" presStyleIdx="20" presStyleCnt="21">
        <dgm:presLayoutVars>
          <dgm:bulletEnabled val="1"/>
        </dgm:presLayoutVars>
      </dgm:prSet>
      <dgm:spPr/>
    </dgm:pt>
  </dgm:ptLst>
  <dgm:cxnLst>
    <dgm:cxn modelId="{C56BA300-57EF-40ED-BBAD-B0B30F894A0E}" srcId="{82D2033D-268F-4269-8796-6C97F75E6C02}" destId="{D637535D-F508-46EB-9DCB-7AD1C81AD966}" srcOrd="3" destOrd="0" parTransId="{CF14FFC3-15F0-4D5A-B619-0AFEAE4E12DC}" sibTransId="{6FC2FE7B-B57E-4353-B5A0-DBBD1219E2E7}"/>
    <dgm:cxn modelId="{ECBCC100-1B9F-4CE0-8F6D-AE6D51C4FA8C}" type="presOf" srcId="{93AF68B9-6CB9-4528-994A-6C9BA3974975}" destId="{B13E7F12-FECD-49FF-9EAD-CDF62E0B1441}" srcOrd="0" destOrd="0" presId="urn:microsoft.com/office/officeart/2016/7/layout/RepeatingBendingProcessNew"/>
    <dgm:cxn modelId="{31FC1403-1930-4A4A-9DBD-6F88F9CF30B5}" type="presOf" srcId="{F4B52890-D7AF-41F5-9674-CB5F8D10E50E}" destId="{EDD79F25-733E-4294-AB8C-405C465F6C38}" srcOrd="0" destOrd="0" presId="urn:microsoft.com/office/officeart/2016/7/layout/RepeatingBendingProcessNew"/>
    <dgm:cxn modelId="{12EFAA03-F5B9-4A90-9FCE-4A3B68E0DD77}" type="presOf" srcId="{9A00AA20-F404-460B-9717-E95D63C3AED6}" destId="{277F9BE4-5074-493F-A482-DD4BBB755DDE}" srcOrd="0" destOrd="0" presId="urn:microsoft.com/office/officeart/2016/7/layout/RepeatingBendingProcessNew"/>
    <dgm:cxn modelId="{F6132C06-006E-4532-AB8B-C8FE3FF9076A}" type="presOf" srcId="{B212D63E-D4E8-4364-A399-37C4A3727B7C}" destId="{4C21A323-EC84-496F-BEF9-E68D68FF5FEF}" srcOrd="0" destOrd="0" presId="urn:microsoft.com/office/officeart/2016/7/layout/RepeatingBendingProcessNew"/>
    <dgm:cxn modelId="{24FCF107-A281-40E6-9E6E-4E0464A51ACD}" type="presOf" srcId="{9A96A7BE-94B9-4328-BA7C-394613623038}" destId="{08741EC2-90B9-4600-9A54-136B6C6569D4}" srcOrd="0" destOrd="0" presId="urn:microsoft.com/office/officeart/2016/7/layout/RepeatingBendingProcessNew"/>
    <dgm:cxn modelId="{13E7F20D-7958-4899-9D50-6B63001B1FF8}" type="presOf" srcId="{B8C0F720-2A43-4200-BC09-0D7E29083EED}" destId="{8624984F-F0C2-44E9-8688-4B22EF431EF0}" srcOrd="1" destOrd="0" presId="urn:microsoft.com/office/officeart/2016/7/layout/RepeatingBendingProcessNew"/>
    <dgm:cxn modelId="{DA24B40E-A2C1-40F1-A25F-E6C869224D07}" srcId="{82D2033D-268F-4269-8796-6C97F75E6C02}" destId="{9A00AA20-F404-460B-9717-E95D63C3AED6}" srcOrd="4" destOrd="0" parTransId="{0D308582-9E84-4CD0-9024-A3AF8E96873E}" sibTransId="{02990D23-A787-4B3A-BB65-485314F9F664}"/>
    <dgm:cxn modelId="{1AB0B00F-E1BE-4DC6-8A9E-AA917A6150A5}" type="presOf" srcId="{6FC2FE7B-B57E-4353-B5A0-DBBD1219E2E7}" destId="{A8265018-64F3-428B-B6B9-916E1A10B386}" srcOrd="0" destOrd="0" presId="urn:microsoft.com/office/officeart/2016/7/layout/RepeatingBendingProcessNew"/>
    <dgm:cxn modelId="{09F97712-A908-4AD3-933A-E8FC0FC31FAD}" type="presOf" srcId="{6FC2FE7B-B57E-4353-B5A0-DBBD1219E2E7}" destId="{BFB1DA97-772F-493B-A29F-BCB955F45C31}" srcOrd="1" destOrd="0" presId="urn:microsoft.com/office/officeart/2016/7/layout/RepeatingBendingProcessNew"/>
    <dgm:cxn modelId="{5CA88812-D321-47E5-9F53-949FF51BD6CE}" type="presOf" srcId="{552ED3AA-ABE9-4AA7-9EEC-F1A45AFF5802}" destId="{540E9ABF-2A7B-4706-966C-647026450542}" srcOrd="0" destOrd="0" presId="urn:microsoft.com/office/officeart/2016/7/layout/RepeatingBendingProcessNew"/>
    <dgm:cxn modelId="{689DF619-91B0-481A-A999-F2F6AE2592BC}" type="presOf" srcId="{10BDB08C-F62B-4645-AA2C-54FCF6FF1865}" destId="{63CC6F3D-60FB-4BB5-8911-5C570D1CBA2E}" srcOrd="1" destOrd="0" presId="urn:microsoft.com/office/officeart/2016/7/layout/RepeatingBendingProcessNew"/>
    <dgm:cxn modelId="{53CF111F-3195-4FD1-A1B1-635A0DA51755}" srcId="{82D2033D-268F-4269-8796-6C97F75E6C02}" destId="{AAFF2BC0-1034-46D0-95A9-61B89FECF135}" srcOrd="20" destOrd="0" parTransId="{1EB596D6-4CB4-4355-8B0F-75D19754A938}" sibTransId="{A49D29D5-A362-4642-800E-3F0E988E2F91}"/>
    <dgm:cxn modelId="{814E7A21-EB39-4269-85CD-6DB5FDC9AAF2}" type="presOf" srcId="{2FF83306-DD59-4018-BACA-461C8C7772D2}" destId="{CEE38C81-3963-4D66-B725-7EDC72175FA7}" srcOrd="0" destOrd="0" presId="urn:microsoft.com/office/officeart/2016/7/layout/RepeatingBendingProcessNew"/>
    <dgm:cxn modelId="{4ED7BA22-1BAF-4DA9-84CE-3E64E9C4605A}" srcId="{82D2033D-268F-4269-8796-6C97F75E6C02}" destId="{552ED3AA-ABE9-4AA7-9EEC-F1A45AFF5802}" srcOrd="8" destOrd="0" parTransId="{6DF82DF3-AB80-4FB9-9841-19BC52E33A58}" sibTransId="{99124FF4-CB42-4A62-AC88-33D56754EC98}"/>
    <dgm:cxn modelId="{EB1CBF22-E585-4545-8138-F57AD2F03775}" type="presOf" srcId="{AAFF2BC0-1034-46D0-95A9-61B89FECF135}" destId="{42BCC87C-C81B-4B3E-9BE1-DD6F572F02D1}" srcOrd="0" destOrd="0" presId="urn:microsoft.com/office/officeart/2016/7/layout/RepeatingBendingProcessNew"/>
    <dgm:cxn modelId="{5A539A25-2F4D-4A69-9443-12F7C038E767}" type="presOf" srcId="{F4B52890-D7AF-41F5-9674-CB5F8D10E50E}" destId="{3B606E6F-46AD-4DFC-8341-FE17BFB1D125}" srcOrd="1" destOrd="0" presId="urn:microsoft.com/office/officeart/2016/7/layout/RepeatingBendingProcessNew"/>
    <dgm:cxn modelId="{7E6F132F-4674-4C59-B401-61EEE54287DB}" type="presOf" srcId="{54489EFE-5C88-4FD6-ABE4-13C5646DBBB8}" destId="{932557E2-3074-4C26-8A1D-5B8548AE4185}" srcOrd="0" destOrd="0" presId="urn:microsoft.com/office/officeart/2016/7/layout/RepeatingBendingProcessNew"/>
    <dgm:cxn modelId="{B733F934-21D4-4BDC-8F52-CEBDD3FF9FBD}" type="presOf" srcId="{3A3782E8-FF28-4C6A-A127-761F35DA5E76}" destId="{FB2AEA41-DB51-457B-A9DE-CA65EE0E981A}" srcOrd="0" destOrd="0" presId="urn:microsoft.com/office/officeart/2016/7/layout/RepeatingBendingProcessNew"/>
    <dgm:cxn modelId="{77561335-798F-4F8A-B635-D103C3C18BAD}" type="presOf" srcId="{A55ABD23-308A-4DDA-9395-542FBDF48DCD}" destId="{752E9768-2060-439A-B6FB-ADFE13BFEE60}" srcOrd="0" destOrd="0" presId="urn:microsoft.com/office/officeart/2016/7/layout/RepeatingBendingProcessNew"/>
    <dgm:cxn modelId="{BD0D7738-41FD-413C-8B89-9B0D19E3A59B}" srcId="{82D2033D-268F-4269-8796-6C97F75E6C02}" destId="{E79DBC15-13E8-47D4-9256-732F7C6F15A0}" srcOrd="1" destOrd="0" parTransId="{9EF93AD3-6AF4-4C85-A554-C922329DE320}" sibTransId="{13850301-11B6-493A-A0B0-E799D787C6FB}"/>
    <dgm:cxn modelId="{631BB63A-3F25-4828-AF7C-3F8493FB53EB}" type="presOf" srcId="{776ECA04-BDB4-4FFA-A100-381D33AB576C}" destId="{6B8429DD-C988-45B3-8E67-F74D57ED5C4A}" srcOrd="0" destOrd="0" presId="urn:microsoft.com/office/officeart/2016/7/layout/RepeatingBendingProcessNew"/>
    <dgm:cxn modelId="{70EF353B-228E-40A7-8C4D-733B5F6932F1}" srcId="{82D2033D-268F-4269-8796-6C97F75E6C02}" destId="{65C10B5C-B4A2-45AC-B5C4-E78466D26575}" srcOrd="13" destOrd="0" parTransId="{E56E8AB3-77F1-4C2B-9B1D-38C54C647349}" sibTransId="{F4B52890-D7AF-41F5-9674-CB5F8D10E50E}"/>
    <dgm:cxn modelId="{A7F24C3C-2BA8-4656-BDDF-FDD6085B8AD9}" type="presOf" srcId="{4F97B375-71F0-43F1-BF5A-93AB9B370704}" destId="{D2499A66-EA7B-4B57-98E8-B852394E5894}" srcOrd="0" destOrd="0" presId="urn:microsoft.com/office/officeart/2016/7/layout/RepeatingBendingProcessNew"/>
    <dgm:cxn modelId="{49480E3F-84CD-4F48-A74A-AFD3E6578C62}" type="presOf" srcId="{315FC6C2-A398-4BA3-B046-9B92D9CA13C3}" destId="{978C25D4-2D31-42D6-9B78-B14F800A628A}" srcOrd="0" destOrd="0" presId="urn:microsoft.com/office/officeart/2016/7/layout/RepeatingBendingProcessNew"/>
    <dgm:cxn modelId="{79B2DE3F-E717-4E15-9E60-5EF929E7EADD}" type="presOf" srcId="{E6AE1464-0C38-43A6-A764-5329AF9CF569}" destId="{DD2A337E-1248-40C0-919F-058A849C2DA7}" srcOrd="0" destOrd="0" presId="urn:microsoft.com/office/officeart/2016/7/layout/RepeatingBendingProcessNew"/>
    <dgm:cxn modelId="{17DC9B5D-DB11-48DD-B4F8-38E8860B288F}" srcId="{82D2033D-268F-4269-8796-6C97F75E6C02}" destId="{DA449641-C244-40AB-97AD-2B9F75E65DEC}" srcOrd="18" destOrd="0" parTransId="{44C9B26D-6DD3-428A-9E0A-B41CE845D9A5}" sibTransId="{4DDF6D5E-2939-4961-B397-76DCA8AA33B4}"/>
    <dgm:cxn modelId="{088E7742-8E22-4FB1-A1A8-FE9681953849}" srcId="{82D2033D-268F-4269-8796-6C97F75E6C02}" destId="{045D0C0C-52B7-4666-AF5E-449099DD2E45}" srcOrd="16" destOrd="0" parTransId="{57BAFA91-2ADF-48C2-A389-5CBEDB3BFED1}" sibTransId="{F04923BE-D85D-4997-8E96-C4F95B8B8A0C}"/>
    <dgm:cxn modelId="{43C78A65-1671-4FE8-AEB7-BD89B87586FC}" type="presOf" srcId="{597A48B6-D7E2-4DF3-81D3-708A988CA4E8}" destId="{FAB6B33C-8400-4D46-9254-5DB54BF77670}" srcOrd="0" destOrd="0" presId="urn:microsoft.com/office/officeart/2016/7/layout/RepeatingBendingProcessNew"/>
    <dgm:cxn modelId="{D7BCC366-A944-4069-880D-94A8920EDDF3}" type="presOf" srcId="{C3108F5E-1EC3-4A34-9FB6-B431CA02A71F}" destId="{62B87882-490D-4022-AD94-A90C98316956}" srcOrd="0" destOrd="0" presId="urn:microsoft.com/office/officeart/2016/7/layout/RepeatingBendingProcessNew"/>
    <dgm:cxn modelId="{CA2B8C6B-2837-4570-AE5F-600E209EC8BB}" type="presOf" srcId="{045D0C0C-52B7-4666-AF5E-449099DD2E45}" destId="{96101105-2EB2-4BC3-A23C-BC2B122D66AD}" srcOrd="0" destOrd="0" presId="urn:microsoft.com/office/officeart/2016/7/layout/RepeatingBendingProcessNew"/>
    <dgm:cxn modelId="{6C89376C-A58D-41BF-8D60-CE7EA812D443}" srcId="{82D2033D-268F-4269-8796-6C97F75E6C02}" destId="{41C43604-B69F-4188-AF71-B243EB641A03}" srcOrd="6" destOrd="0" parTransId="{D0D22DF1-75B5-4E4D-8950-39BF6187D685}" sibTransId="{2FF83306-DD59-4018-BACA-461C8C7772D2}"/>
    <dgm:cxn modelId="{0744AD6D-A99B-423D-9B35-374EC2E3DD7D}" type="presOf" srcId="{108972C6-E230-4946-B8EB-07BDA27B8E59}" destId="{C10BB72F-A9CE-4BAA-B6D1-79EC4D4FDCA7}" srcOrd="0" destOrd="0" presId="urn:microsoft.com/office/officeart/2016/7/layout/RepeatingBendingProcessNew"/>
    <dgm:cxn modelId="{DEADFD4E-38D2-4651-8A65-D46E9BB4EE28}" type="presOf" srcId="{BD6301D0-1B48-43CD-B767-FE7C75725B63}" destId="{58CD959C-0E70-4B43-BC59-9436CB709540}" srcOrd="0" destOrd="0" presId="urn:microsoft.com/office/officeart/2016/7/layout/RepeatingBendingProcessNew"/>
    <dgm:cxn modelId="{B0391771-47F3-4573-9A77-25185CE3D79F}" type="presOf" srcId="{5078E0CA-57B5-42A3-95C1-37C0C28925D7}" destId="{A5604321-1E0F-4ED4-BD6D-1C2470CD4D11}" srcOrd="0" destOrd="0" presId="urn:microsoft.com/office/officeart/2016/7/layout/RepeatingBendingProcessNew"/>
    <dgm:cxn modelId="{A020AD51-BABC-42B5-B90A-123A1E4F2E28}" type="presOf" srcId="{13850301-11B6-493A-A0B0-E799D787C6FB}" destId="{4A304702-C633-4EB4-B7F2-79369A8151A9}" srcOrd="1" destOrd="0" presId="urn:microsoft.com/office/officeart/2016/7/layout/RepeatingBendingProcessNew"/>
    <dgm:cxn modelId="{2D847974-8CC0-4C00-BA45-5119099E552F}" type="presOf" srcId="{DA449641-C244-40AB-97AD-2B9F75E65DEC}" destId="{82B568FF-B286-4EAE-9C0E-49E05C31C062}" srcOrd="0" destOrd="0" presId="urn:microsoft.com/office/officeart/2016/7/layout/RepeatingBendingProcessNew"/>
    <dgm:cxn modelId="{542AFE76-495F-4692-8054-81AC51A3CB4E}" type="presOf" srcId="{F728EE01-811A-471E-9904-BB61A3238D55}" destId="{655AD76F-B6EA-4C05-B123-6800AA8829FC}" srcOrd="1" destOrd="0" presId="urn:microsoft.com/office/officeart/2016/7/layout/RepeatingBendingProcessNew"/>
    <dgm:cxn modelId="{F3AA0557-8D05-4E57-931F-DC452666710D}" type="presOf" srcId="{10BDB08C-F62B-4645-AA2C-54FCF6FF1865}" destId="{36D898E3-EE48-4B3D-9ED8-E3866E89C08B}" srcOrd="0" destOrd="0" presId="urn:microsoft.com/office/officeart/2016/7/layout/RepeatingBendingProcessNew"/>
    <dgm:cxn modelId="{5BC7E457-7795-454E-8412-0653F51D3B2A}" type="presOf" srcId="{315FC6C2-A398-4BA3-B046-9B92D9CA13C3}" destId="{82250ACE-D7E6-405E-9CFD-57C55E687753}" srcOrd="1" destOrd="0" presId="urn:microsoft.com/office/officeart/2016/7/layout/RepeatingBendingProcessNew"/>
    <dgm:cxn modelId="{3088077C-315D-490E-B48E-079090439B39}" type="presOf" srcId="{4DDF6D5E-2939-4961-B397-76DCA8AA33B4}" destId="{AE9FCA1A-2CD1-4ADB-869E-AAB78748B32A}" srcOrd="1" destOrd="0" presId="urn:microsoft.com/office/officeart/2016/7/layout/RepeatingBendingProcessNew"/>
    <dgm:cxn modelId="{7951B57F-AAE8-4BDA-B676-BC2E541CC514}" srcId="{82D2033D-268F-4269-8796-6C97F75E6C02}" destId="{5078E0CA-57B5-42A3-95C1-37C0C28925D7}" srcOrd="14" destOrd="0" parTransId="{7B4B2E41-316E-46E1-9C5B-EE1AD04FB23F}" sibTransId="{BD6301D0-1B48-43CD-B767-FE7C75725B63}"/>
    <dgm:cxn modelId="{44D81B80-C0CF-49D0-BF83-1F55F73BFC04}" type="presOf" srcId="{6E89C11D-BB2E-463F-8418-C792AD847D8C}" destId="{DB568AE7-082F-49AE-848C-D61203BDB1FD}" srcOrd="0" destOrd="0" presId="urn:microsoft.com/office/officeart/2016/7/layout/RepeatingBendingProcessNew"/>
    <dgm:cxn modelId="{4C831086-211A-4F00-9F8B-1C2D91E29E8A}" srcId="{82D2033D-268F-4269-8796-6C97F75E6C02}" destId="{2AFC2F91-C4F2-4B41-8EB7-7E9DD7D19628}" srcOrd="17" destOrd="0" parTransId="{01B22FA5-31E4-46C2-8D9B-8E3FEA01D0AC}" sibTransId="{4F97B375-71F0-43F1-BF5A-93AB9B370704}"/>
    <dgm:cxn modelId="{2C627786-5551-4CF5-BAD5-776CBAD16879}" type="presOf" srcId="{3ABF5982-CFF8-4907-AF89-A4658DEDE7D8}" destId="{15FFFCC4-60A7-4C47-A633-85B7AE034951}" srcOrd="0" destOrd="0" presId="urn:microsoft.com/office/officeart/2016/7/layout/RepeatingBendingProcessNew"/>
    <dgm:cxn modelId="{3E26BE88-A350-4B21-9ED2-1C0A8FCE2A32}" type="presOf" srcId="{A3CF7949-9EF9-4892-A000-C173EB323BBC}" destId="{BF645BD1-3A7B-4D13-BF4F-3648195B619B}" srcOrd="1" destOrd="0" presId="urn:microsoft.com/office/officeart/2016/7/layout/RepeatingBendingProcessNew"/>
    <dgm:cxn modelId="{DBDA6389-6B8B-49DC-B5C0-36A8B01ADF42}" type="presOf" srcId="{02990D23-A787-4B3A-BB65-485314F9F664}" destId="{92E8F72C-4C80-4EB7-9226-CC407584D596}" srcOrd="0" destOrd="0" presId="urn:microsoft.com/office/officeart/2016/7/layout/RepeatingBendingProcessNew"/>
    <dgm:cxn modelId="{2A70C389-6EDA-4666-8961-7E7D4390FD54}" type="presOf" srcId="{54489EFE-5C88-4FD6-ABE4-13C5646DBBB8}" destId="{912654D1-E243-4650-B4B8-D42C8FCAB3DD}" srcOrd="1" destOrd="0" presId="urn:microsoft.com/office/officeart/2016/7/layout/RepeatingBendingProcessNew"/>
    <dgm:cxn modelId="{23F7838F-4177-4C3D-8C4C-8E9AA26253C8}" type="presOf" srcId="{D56F04FF-9B3B-4806-AC3C-A7F55800EFAD}" destId="{68ADB434-3A5B-4D66-8E80-29850668E134}" srcOrd="0" destOrd="0" presId="urn:microsoft.com/office/officeart/2016/7/layout/RepeatingBendingProcessNew"/>
    <dgm:cxn modelId="{486E8B92-19D7-4056-9258-2976907BCD70}" type="presOf" srcId="{4DDF6D5E-2939-4961-B397-76DCA8AA33B4}" destId="{A95AEED5-3A68-4A3F-BCA5-972249F549FF}" srcOrd="0" destOrd="0" presId="urn:microsoft.com/office/officeart/2016/7/layout/RepeatingBendingProcessNew"/>
    <dgm:cxn modelId="{97F41494-57D3-436D-B494-09DA150B1430}" type="presOf" srcId="{13850301-11B6-493A-A0B0-E799D787C6FB}" destId="{EF71B4FA-EA80-4496-9771-85CBD043BEF2}" srcOrd="0" destOrd="0" presId="urn:microsoft.com/office/officeart/2016/7/layout/RepeatingBendingProcessNew"/>
    <dgm:cxn modelId="{4155DA96-9208-4515-BD02-FD8D7D875AB0}" type="presOf" srcId="{99124FF4-CB42-4A62-AC88-33D56754EC98}" destId="{62E8CB45-F3A3-426B-AE94-EE47E22F6DE8}" srcOrd="0" destOrd="0" presId="urn:microsoft.com/office/officeart/2016/7/layout/RepeatingBendingProcessNew"/>
    <dgm:cxn modelId="{8176539C-5D97-48A0-8144-968FDD2B9918}" type="presOf" srcId="{9A96A7BE-94B9-4328-BA7C-394613623038}" destId="{CC6B7D68-8795-436B-B458-FEBED09639CA}" srcOrd="1" destOrd="0" presId="urn:microsoft.com/office/officeart/2016/7/layout/RepeatingBendingProcessNew"/>
    <dgm:cxn modelId="{45BF4BA3-111B-4A11-9488-78B93FEAD202}" srcId="{82D2033D-268F-4269-8796-6C97F75E6C02}" destId="{597A48B6-D7E2-4DF3-81D3-708A988CA4E8}" srcOrd="15" destOrd="0" parTransId="{1A749232-DEFF-4AD5-B8B7-6512A3748BB9}" sibTransId="{315FC6C2-A398-4BA3-B046-9B92D9CA13C3}"/>
    <dgm:cxn modelId="{FAA375A3-F967-4FBD-AE4A-9D770713CF8D}" type="presOf" srcId="{E6AE1464-0C38-43A6-A764-5329AF9CF569}" destId="{C976B678-8E83-4E29-9E21-9842171B57A4}" srcOrd="1" destOrd="0" presId="urn:microsoft.com/office/officeart/2016/7/layout/RepeatingBendingProcessNew"/>
    <dgm:cxn modelId="{F60C95A5-8F48-40DC-BC4B-74891112A1E3}" type="presOf" srcId="{65C10B5C-B4A2-45AC-B5C4-E78466D26575}" destId="{A065C943-EA0D-4E41-B6B1-04EBC262A382}" srcOrd="0" destOrd="0" presId="urn:microsoft.com/office/officeart/2016/7/layout/RepeatingBendingProcessNew"/>
    <dgm:cxn modelId="{47BA5EA8-5E9B-4613-96C9-9A679FCD6C3F}" type="presOf" srcId="{F728EE01-811A-471E-9904-BB61A3238D55}" destId="{FC2D26FF-49CE-41A4-9BBD-336FD05EA1F3}" srcOrd="0" destOrd="0" presId="urn:microsoft.com/office/officeart/2016/7/layout/RepeatingBendingProcessNew"/>
    <dgm:cxn modelId="{2B258EA9-FE5A-49E4-BBD5-78DD8D70C74B}" type="presOf" srcId="{E79DBC15-13E8-47D4-9256-732F7C6F15A0}" destId="{9B349DC7-6F96-4386-B583-304F8E579653}" srcOrd="0" destOrd="0" presId="urn:microsoft.com/office/officeart/2016/7/layout/RepeatingBendingProcessNew"/>
    <dgm:cxn modelId="{32B0F1B5-AC88-4A16-A75B-845ED349904F}" type="presOf" srcId="{41C43604-B69F-4188-AF71-B243EB641A03}" destId="{C2E299CA-505C-4BFA-A9E8-042BDC8C05C8}" srcOrd="0" destOrd="0" presId="urn:microsoft.com/office/officeart/2016/7/layout/RepeatingBendingProcessNew"/>
    <dgm:cxn modelId="{9C742BBC-7BA9-45AD-94BE-603295CE350A}" type="presOf" srcId="{2AFC2F91-C4F2-4B41-8EB7-7E9DD7D19628}" destId="{EEBEB306-2E4B-450E-B325-FE7545608D4B}" srcOrd="0" destOrd="0" presId="urn:microsoft.com/office/officeart/2016/7/layout/RepeatingBendingProcessNew"/>
    <dgm:cxn modelId="{617D99BF-CD8E-4582-A7EE-BA73A3F11EAB}" srcId="{82D2033D-268F-4269-8796-6C97F75E6C02}" destId="{C3108F5E-1EC3-4A34-9FB6-B431CA02A71F}" srcOrd="11" destOrd="0" parTransId="{934AC884-3134-4575-B4AC-8EDC916A6585}" sibTransId="{B8C0F720-2A43-4200-BC09-0D7E29083EED}"/>
    <dgm:cxn modelId="{290A74C0-37EB-4975-AD08-6493E03807B2}" type="presOf" srcId="{99124FF4-CB42-4A62-AC88-33D56754EC98}" destId="{E728299E-0087-439F-90D4-FE836DD8B68C}" srcOrd="1" destOrd="0" presId="urn:microsoft.com/office/officeart/2016/7/layout/RepeatingBendingProcessNew"/>
    <dgm:cxn modelId="{A40694C1-6343-40FA-A5D7-265627D6275A}" srcId="{82D2033D-268F-4269-8796-6C97F75E6C02}" destId="{A55ABD23-308A-4DDA-9395-542FBDF48DCD}" srcOrd="10" destOrd="0" parTransId="{4352ABB9-DE42-42FE-87F2-5CE9A226AFC5}" sibTransId="{D56F04FF-9B3B-4806-AC3C-A7F55800EFAD}"/>
    <dgm:cxn modelId="{31C774C3-7D6A-48EF-B31F-8EC4325AD1D9}" type="presOf" srcId="{776ECA04-BDB4-4FFA-A100-381D33AB576C}" destId="{7AF06633-B7D7-4E47-9BA8-39C69419A674}" srcOrd="1" destOrd="0" presId="urn:microsoft.com/office/officeart/2016/7/layout/RepeatingBendingProcessNew"/>
    <dgm:cxn modelId="{19CE31C6-48D2-4580-BD1D-77F546285274}" srcId="{82D2033D-268F-4269-8796-6C97F75E6C02}" destId="{6E89C11D-BB2E-463F-8418-C792AD847D8C}" srcOrd="5" destOrd="0" parTransId="{22A1AF57-E9C6-4DC5-B28F-D90AB71B4BA3}" sibTransId="{E6AE1464-0C38-43A6-A764-5329AF9CF569}"/>
    <dgm:cxn modelId="{CB9DD7CC-5922-4015-B112-4B045B05FE96}" srcId="{82D2033D-268F-4269-8796-6C97F75E6C02}" destId="{F52BA7E2-FF7E-4937-AB04-A03E9483D3B5}" srcOrd="7" destOrd="0" parTransId="{91A024D0-95D4-4A8D-9E23-B10109948C3D}" sibTransId="{10BDB08C-F62B-4645-AA2C-54FCF6FF1865}"/>
    <dgm:cxn modelId="{389DD0CD-F8F7-4D17-BA17-EBB242B5B107}" type="presOf" srcId="{F04923BE-D85D-4997-8E96-C4F95B8B8A0C}" destId="{9BC91A0A-34B0-41C5-8E53-0D821054376E}" srcOrd="1" destOrd="0" presId="urn:microsoft.com/office/officeart/2016/7/layout/RepeatingBendingProcessNew"/>
    <dgm:cxn modelId="{A5607ECE-A094-4CC4-BF56-D08C615DFB27}" srcId="{82D2033D-268F-4269-8796-6C97F75E6C02}" destId="{93AF68B9-6CB9-4528-994A-6C9BA3974975}" srcOrd="2" destOrd="0" parTransId="{0DBAE21A-D926-4BE9-ADE9-14FC4F15C2B6}" sibTransId="{776ECA04-BDB4-4FFA-A100-381D33AB576C}"/>
    <dgm:cxn modelId="{CFBB0DD2-68AE-475C-8CD2-8E1B75FB2CEF}" type="presOf" srcId="{4F97B375-71F0-43F1-BF5A-93AB9B370704}" destId="{BF13655D-15D8-4FC7-87BD-E62FA4B1709B}" srcOrd="1" destOrd="0" presId="urn:microsoft.com/office/officeart/2016/7/layout/RepeatingBendingProcessNew"/>
    <dgm:cxn modelId="{C62C45D4-4893-4EE9-8DB2-029CBEEBFD3C}" type="presOf" srcId="{02990D23-A787-4B3A-BB65-485314F9F664}" destId="{CDF133BE-03AA-4A3A-B372-275E592A78F6}" srcOrd="1" destOrd="0" presId="urn:microsoft.com/office/officeart/2016/7/layout/RepeatingBendingProcessNew"/>
    <dgm:cxn modelId="{4F18BED5-59C7-4711-8485-8FBA093A20D1}" type="presOf" srcId="{D56F04FF-9B3B-4806-AC3C-A7F55800EFAD}" destId="{56DFA6C5-CD88-4177-8727-918892601AB6}" srcOrd="1" destOrd="0" presId="urn:microsoft.com/office/officeart/2016/7/layout/RepeatingBendingProcessNew"/>
    <dgm:cxn modelId="{C447BCDD-6F55-430F-8A90-A039EB8F41E6}" type="presOf" srcId="{82D2033D-268F-4269-8796-6C97F75E6C02}" destId="{32B2C065-AEAE-45D1-B521-E94578F40566}" srcOrd="0" destOrd="0" presId="urn:microsoft.com/office/officeart/2016/7/layout/RepeatingBendingProcessNew"/>
    <dgm:cxn modelId="{1307D5DD-DE64-4349-81F0-7AF4D1ECDF2C}" srcId="{82D2033D-268F-4269-8796-6C97F75E6C02}" destId="{B212D63E-D4E8-4364-A399-37C4A3727B7C}" srcOrd="0" destOrd="0" parTransId="{B23E7BEE-056E-4EFD-98F5-770646AAA897}" sibTransId="{54489EFE-5C88-4FD6-ABE4-13C5646DBBB8}"/>
    <dgm:cxn modelId="{9C1FB3E0-E6E9-4759-A87C-36CB27FFB2F3}" srcId="{82D2033D-268F-4269-8796-6C97F75E6C02}" destId="{108972C6-E230-4946-B8EB-07BDA27B8E59}" srcOrd="12" destOrd="0" parTransId="{8D3FA389-4BF0-4502-9E3B-46842D05B611}" sibTransId="{9A96A7BE-94B9-4328-BA7C-394613623038}"/>
    <dgm:cxn modelId="{012E44E2-3E5F-45FA-9615-EDECA555EB74}" type="presOf" srcId="{A3CF7949-9EF9-4892-A000-C173EB323BBC}" destId="{53869FC8-C0C4-42C3-BE28-DEED5B7DA5B7}" srcOrd="0" destOrd="0" presId="urn:microsoft.com/office/officeart/2016/7/layout/RepeatingBendingProcessNew"/>
    <dgm:cxn modelId="{A694B4F0-33A4-4015-B81F-6017C7B01D07}" type="presOf" srcId="{F04923BE-D85D-4997-8E96-C4F95B8B8A0C}" destId="{41D7AF6C-E0B4-4A1E-851B-981F3B07549B}" srcOrd="0" destOrd="0" presId="urn:microsoft.com/office/officeart/2016/7/layout/RepeatingBendingProcessNew"/>
    <dgm:cxn modelId="{12943EF4-119F-4A04-8024-CEC03E25F91B}" type="presOf" srcId="{F52BA7E2-FF7E-4937-AB04-A03E9483D3B5}" destId="{2153F8E9-2BCB-4248-B882-42043B42443A}" srcOrd="0" destOrd="0" presId="urn:microsoft.com/office/officeart/2016/7/layout/RepeatingBendingProcessNew"/>
    <dgm:cxn modelId="{1D7209F5-008B-499C-AADF-04D11181E10E}" type="presOf" srcId="{D637535D-F508-46EB-9DCB-7AD1C81AD966}" destId="{6D3D3E43-A2BA-4C11-9516-8CFD0953E254}" srcOrd="0" destOrd="0" presId="urn:microsoft.com/office/officeart/2016/7/layout/RepeatingBendingProcessNew"/>
    <dgm:cxn modelId="{DA2EF0F9-BD11-4C7A-9EFA-CE0B0D415F1A}" srcId="{82D2033D-268F-4269-8796-6C97F75E6C02}" destId="{3ABF5982-CFF8-4907-AF89-A4658DEDE7D8}" srcOrd="9" destOrd="0" parTransId="{2CD006EA-9DF1-45EE-B8FA-025A441442C0}" sibTransId="{F728EE01-811A-471E-9904-BB61A3238D55}"/>
    <dgm:cxn modelId="{F9ECF5F9-A367-4FDF-9C9F-2835ACFA1BA6}" type="presOf" srcId="{2FF83306-DD59-4018-BACA-461C8C7772D2}" destId="{3B7D4DB0-7C57-4D31-980F-39B07F972B91}" srcOrd="1" destOrd="0" presId="urn:microsoft.com/office/officeart/2016/7/layout/RepeatingBendingProcessNew"/>
    <dgm:cxn modelId="{7B437CFB-E8C4-428B-A433-9FCC4776B7F7}" type="presOf" srcId="{B8C0F720-2A43-4200-BC09-0D7E29083EED}" destId="{A687CF02-96A2-4560-9883-C387A340755C}" srcOrd="0" destOrd="0" presId="urn:microsoft.com/office/officeart/2016/7/layout/RepeatingBendingProcessNew"/>
    <dgm:cxn modelId="{E200AAFC-35EA-4610-B08B-42D8AF277314}" srcId="{82D2033D-268F-4269-8796-6C97F75E6C02}" destId="{3A3782E8-FF28-4C6A-A127-761F35DA5E76}" srcOrd="19" destOrd="0" parTransId="{8CDF6CA3-BE04-4C24-9B4C-D0683A4CA721}" sibTransId="{A3CF7949-9EF9-4892-A000-C173EB323BBC}"/>
    <dgm:cxn modelId="{B842A9FE-08E1-4A0C-8803-30F2AEF50973}" type="presOf" srcId="{BD6301D0-1B48-43CD-B767-FE7C75725B63}" destId="{25C91600-6817-4C78-9E50-63A5163F9158}" srcOrd="1" destOrd="0" presId="urn:microsoft.com/office/officeart/2016/7/layout/RepeatingBendingProcessNew"/>
    <dgm:cxn modelId="{8D7DABA0-19E2-4173-85AF-6A22033FFFFD}" type="presParOf" srcId="{32B2C065-AEAE-45D1-B521-E94578F40566}" destId="{4C21A323-EC84-496F-BEF9-E68D68FF5FEF}" srcOrd="0" destOrd="0" presId="urn:microsoft.com/office/officeart/2016/7/layout/RepeatingBendingProcessNew"/>
    <dgm:cxn modelId="{D0C4E28E-4F81-4446-8836-39FEE2335B27}" type="presParOf" srcId="{32B2C065-AEAE-45D1-B521-E94578F40566}" destId="{932557E2-3074-4C26-8A1D-5B8548AE4185}" srcOrd="1" destOrd="0" presId="urn:microsoft.com/office/officeart/2016/7/layout/RepeatingBendingProcessNew"/>
    <dgm:cxn modelId="{DDEA6280-9128-4228-B34F-58F323E687C9}" type="presParOf" srcId="{932557E2-3074-4C26-8A1D-5B8548AE4185}" destId="{912654D1-E243-4650-B4B8-D42C8FCAB3DD}" srcOrd="0" destOrd="0" presId="urn:microsoft.com/office/officeart/2016/7/layout/RepeatingBendingProcessNew"/>
    <dgm:cxn modelId="{03203532-53CF-4689-8BCA-E5EC655F870B}" type="presParOf" srcId="{32B2C065-AEAE-45D1-B521-E94578F40566}" destId="{9B349DC7-6F96-4386-B583-304F8E579653}" srcOrd="2" destOrd="0" presId="urn:microsoft.com/office/officeart/2016/7/layout/RepeatingBendingProcessNew"/>
    <dgm:cxn modelId="{E7B702E5-3D8C-4A4F-A2A0-AA329F5D3022}" type="presParOf" srcId="{32B2C065-AEAE-45D1-B521-E94578F40566}" destId="{EF71B4FA-EA80-4496-9771-85CBD043BEF2}" srcOrd="3" destOrd="0" presId="urn:microsoft.com/office/officeart/2016/7/layout/RepeatingBendingProcessNew"/>
    <dgm:cxn modelId="{BCE84826-0D6E-4336-9F9A-B3CBA08055FC}" type="presParOf" srcId="{EF71B4FA-EA80-4496-9771-85CBD043BEF2}" destId="{4A304702-C633-4EB4-B7F2-79369A8151A9}" srcOrd="0" destOrd="0" presId="urn:microsoft.com/office/officeart/2016/7/layout/RepeatingBendingProcessNew"/>
    <dgm:cxn modelId="{42D53FE3-B2E5-4235-A05B-1198FD092C41}" type="presParOf" srcId="{32B2C065-AEAE-45D1-B521-E94578F40566}" destId="{B13E7F12-FECD-49FF-9EAD-CDF62E0B1441}" srcOrd="4" destOrd="0" presId="urn:microsoft.com/office/officeart/2016/7/layout/RepeatingBendingProcessNew"/>
    <dgm:cxn modelId="{8358A65E-E8F6-4F78-88BD-E9C0AB6085BB}" type="presParOf" srcId="{32B2C065-AEAE-45D1-B521-E94578F40566}" destId="{6B8429DD-C988-45B3-8E67-F74D57ED5C4A}" srcOrd="5" destOrd="0" presId="urn:microsoft.com/office/officeart/2016/7/layout/RepeatingBendingProcessNew"/>
    <dgm:cxn modelId="{D619FEFB-B819-4FF7-B94F-D2B9787F6094}" type="presParOf" srcId="{6B8429DD-C988-45B3-8E67-F74D57ED5C4A}" destId="{7AF06633-B7D7-4E47-9BA8-39C69419A674}" srcOrd="0" destOrd="0" presId="urn:microsoft.com/office/officeart/2016/7/layout/RepeatingBendingProcessNew"/>
    <dgm:cxn modelId="{3DCD9B5C-575E-485A-83ED-EFC5BC8E519B}" type="presParOf" srcId="{32B2C065-AEAE-45D1-B521-E94578F40566}" destId="{6D3D3E43-A2BA-4C11-9516-8CFD0953E254}" srcOrd="6" destOrd="0" presId="urn:microsoft.com/office/officeart/2016/7/layout/RepeatingBendingProcessNew"/>
    <dgm:cxn modelId="{539D1B8C-E5F0-4E19-8DA5-3F56FA746213}" type="presParOf" srcId="{32B2C065-AEAE-45D1-B521-E94578F40566}" destId="{A8265018-64F3-428B-B6B9-916E1A10B386}" srcOrd="7" destOrd="0" presId="urn:microsoft.com/office/officeart/2016/7/layout/RepeatingBendingProcessNew"/>
    <dgm:cxn modelId="{CC277A72-E158-4172-9A08-4F20FD9EF96F}" type="presParOf" srcId="{A8265018-64F3-428B-B6B9-916E1A10B386}" destId="{BFB1DA97-772F-493B-A29F-BCB955F45C31}" srcOrd="0" destOrd="0" presId="urn:microsoft.com/office/officeart/2016/7/layout/RepeatingBendingProcessNew"/>
    <dgm:cxn modelId="{3A7155E5-E6B7-484F-97FF-DA446526B09C}" type="presParOf" srcId="{32B2C065-AEAE-45D1-B521-E94578F40566}" destId="{277F9BE4-5074-493F-A482-DD4BBB755DDE}" srcOrd="8" destOrd="0" presId="urn:microsoft.com/office/officeart/2016/7/layout/RepeatingBendingProcessNew"/>
    <dgm:cxn modelId="{57FF043A-A961-4D51-A045-1FD4C045B3EE}" type="presParOf" srcId="{32B2C065-AEAE-45D1-B521-E94578F40566}" destId="{92E8F72C-4C80-4EB7-9226-CC407584D596}" srcOrd="9" destOrd="0" presId="urn:microsoft.com/office/officeart/2016/7/layout/RepeatingBendingProcessNew"/>
    <dgm:cxn modelId="{BD918678-9510-47B1-ACB9-C441F1FD5DD3}" type="presParOf" srcId="{92E8F72C-4C80-4EB7-9226-CC407584D596}" destId="{CDF133BE-03AA-4A3A-B372-275E592A78F6}" srcOrd="0" destOrd="0" presId="urn:microsoft.com/office/officeart/2016/7/layout/RepeatingBendingProcessNew"/>
    <dgm:cxn modelId="{82AEDE6A-5923-4ACF-AC8D-81FF93EC6EA5}" type="presParOf" srcId="{32B2C065-AEAE-45D1-B521-E94578F40566}" destId="{DB568AE7-082F-49AE-848C-D61203BDB1FD}" srcOrd="10" destOrd="0" presId="urn:microsoft.com/office/officeart/2016/7/layout/RepeatingBendingProcessNew"/>
    <dgm:cxn modelId="{E866D32C-BE86-4EA9-BA47-150C2BD02368}" type="presParOf" srcId="{32B2C065-AEAE-45D1-B521-E94578F40566}" destId="{DD2A337E-1248-40C0-919F-058A849C2DA7}" srcOrd="11" destOrd="0" presId="urn:microsoft.com/office/officeart/2016/7/layout/RepeatingBendingProcessNew"/>
    <dgm:cxn modelId="{1D769546-5C04-4097-8252-C1DC38B06EAC}" type="presParOf" srcId="{DD2A337E-1248-40C0-919F-058A849C2DA7}" destId="{C976B678-8E83-4E29-9E21-9842171B57A4}" srcOrd="0" destOrd="0" presId="urn:microsoft.com/office/officeart/2016/7/layout/RepeatingBendingProcessNew"/>
    <dgm:cxn modelId="{46B432BD-440B-4224-88ED-A57F5D0EC519}" type="presParOf" srcId="{32B2C065-AEAE-45D1-B521-E94578F40566}" destId="{C2E299CA-505C-4BFA-A9E8-042BDC8C05C8}" srcOrd="12" destOrd="0" presId="urn:microsoft.com/office/officeart/2016/7/layout/RepeatingBendingProcessNew"/>
    <dgm:cxn modelId="{3795C0C4-0185-4339-ABE7-73255DDB0901}" type="presParOf" srcId="{32B2C065-AEAE-45D1-B521-E94578F40566}" destId="{CEE38C81-3963-4D66-B725-7EDC72175FA7}" srcOrd="13" destOrd="0" presId="urn:microsoft.com/office/officeart/2016/7/layout/RepeatingBendingProcessNew"/>
    <dgm:cxn modelId="{0D852F80-AEE6-4574-9AEB-0769B54BF94C}" type="presParOf" srcId="{CEE38C81-3963-4D66-B725-7EDC72175FA7}" destId="{3B7D4DB0-7C57-4D31-980F-39B07F972B91}" srcOrd="0" destOrd="0" presId="urn:microsoft.com/office/officeart/2016/7/layout/RepeatingBendingProcessNew"/>
    <dgm:cxn modelId="{BFCE7B31-3D74-4B75-BA5E-695A5379B1F4}" type="presParOf" srcId="{32B2C065-AEAE-45D1-B521-E94578F40566}" destId="{2153F8E9-2BCB-4248-B882-42043B42443A}" srcOrd="14" destOrd="0" presId="urn:microsoft.com/office/officeart/2016/7/layout/RepeatingBendingProcessNew"/>
    <dgm:cxn modelId="{97FCDEFD-682F-4AD4-BACE-3B34EE403D57}" type="presParOf" srcId="{32B2C065-AEAE-45D1-B521-E94578F40566}" destId="{36D898E3-EE48-4B3D-9ED8-E3866E89C08B}" srcOrd="15" destOrd="0" presId="urn:microsoft.com/office/officeart/2016/7/layout/RepeatingBendingProcessNew"/>
    <dgm:cxn modelId="{14320676-340D-4169-8F47-9FAFA4430038}" type="presParOf" srcId="{36D898E3-EE48-4B3D-9ED8-E3866E89C08B}" destId="{63CC6F3D-60FB-4BB5-8911-5C570D1CBA2E}" srcOrd="0" destOrd="0" presId="urn:microsoft.com/office/officeart/2016/7/layout/RepeatingBendingProcessNew"/>
    <dgm:cxn modelId="{08CE8BBB-B3A5-4825-8A2F-601D8A1784C9}" type="presParOf" srcId="{32B2C065-AEAE-45D1-B521-E94578F40566}" destId="{540E9ABF-2A7B-4706-966C-647026450542}" srcOrd="16" destOrd="0" presId="urn:microsoft.com/office/officeart/2016/7/layout/RepeatingBendingProcessNew"/>
    <dgm:cxn modelId="{AA436A2E-E685-44C0-AC56-E1F1FD92BEB5}" type="presParOf" srcId="{32B2C065-AEAE-45D1-B521-E94578F40566}" destId="{62E8CB45-F3A3-426B-AE94-EE47E22F6DE8}" srcOrd="17" destOrd="0" presId="urn:microsoft.com/office/officeart/2016/7/layout/RepeatingBendingProcessNew"/>
    <dgm:cxn modelId="{E7A568D7-3B11-4B4E-B1A5-14BDAECBC54A}" type="presParOf" srcId="{62E8CB45-F3A3-426B-AE94-EE47E22F6DE8}" destId="{E728299E-0087-439F-90D4-FE836DD8B68C}" srcOrd="0" destOrd="0" presId="urn:microsoft.com/office/officeart/2016/7/layout/RepeatingBendingProcessNew"/>
    <dgm:cxn modelId="{AAA27BA5-6594-48B3-B6F7-B8676FF98094}" type="presParOf" srcId="{32B2C065-AEAE-45D1-B521-E94578F40566}" destId="{15FFFCC4-60A7-4C47-A633-85B7AE034951}" srcOrd="18" destOrd="0" presId="urn:microsoft.com/office/officeart/2016/7/layout/RepeatingBendingProcessNew"/>
    <dgm:cxn modelId="{8AA5D62E-320A-43FF-B5B0-2562C3468316}" type="presParOf" srcId="{32B2C065-AEAE-45D1-B521-E94578F40566}" destId="{FC2D26FF-49CE-41A4-9BBD-336FD05EA1F3}" srcOrd="19" destOrd="0" presId="urn:microsoft.com/office/officeart/2016/7/layout/RepeatingBendingProcessNew"/>
    <dgm:cxn modelId="{1BC76847-0A83-4080-8428-11BF93827808}" type="presParOf" srcId="{FC2D26FF-49CE-41A4-9BBD-336FD05EA1F3}" destId="{655AD76F-B6EA-4C05-B123-6800AA8829FC}" srcOrd="0" destOrd="0" presId="urn:microsoft.com/office/officeart/2016/7/layout/RepeatingBendingProcessNew"/>
    <dgm:cxn modelId="{34A9348E-42A3-4C2E-944D-90BD6D5DEA80}" type="presParOf" srcId="{32B2C065-AEAE-45D1-B521-E94578F40566}" destId="{752E9768-2060-439A-B6FB-ADFE13BFEE60}" srcOrd="20" destOrd="0" presId="urn:microsoft.com/office/officeart/2016/7/layout/RepeatingBendingProcessNew"/>
    <dgm:cxn modelId="{2C32C7B8-9596-4075-8F17-4E5C7A95A65C}" type="presParOf" srcId="{32B2C065-AEAE-45D1-B521-E94578F40566}" destId="{68ADB434-3A5B-4D66-8E80-29850668E134}" srcOrd="21" destOrd="0" presId="urn:microsoft.com/office/officeart/2016/7/layout/RepeatingBendingProcessNew"/>
    <dgm:cxn modelId="{7F12F5F7-38D2-4A84-9BA0-B6200E69B35D}" type="presParOf" srcId="{68ADB434-3A5B-4D66-8E80-29850668E134}" destId="{56DFA6C5-CD88-4177-8727-918892601AB6}" srcOrd="0" destOrd="0" presId="urn:microsoft.com/office/officeart/2016/7/layout/RepeatingBendingProcessNew"/>
    <dgm:cxn modelId="{6F8DA065-54AE-4473-A773-E1CDD1D399AF}" type="presParOf" srcId="{32B2C065-AEAE-45D1-B521-E94578F40566}" destId="{62B87882-490D-4022-AD94-A90C98316956}" srcOrd="22" destOrd="0" presId="urn:microsoft.com/office/officeart/2016/7/layout/RepeatingBendingProcessNew"/>
    <dgm:cxn modelId="{6AD2C837-6662-43E3-9EE1-E447D56FFFD5}" type="presParOf" srcId="{32B2C065-AEAE-45D1-B521-E94578F40566}" destId="{A687CF02-96A2-4560-9883-C387A340755C}" srcOrd="23" destOrd="0" presId="urn:microsoft.com/office/officeart/2016/7/layout/RepeatingBendingProcessNew"/>
    <dgm:cxn modelId="{45152FA0-8FEA-4BB0-9111-95B0B874F518}" type="presParOf" srcId="{A687CF02-96A2-4560-9883-C387A340755C}" destId="{8624984F-F0C2-44E9-8688-4B22EF431EF0}" srcOrd="0" destOrd="0" presId="urn:microsoft.com/office/officeart/2016/7/layout/RepeatingBendingProcessNew"/>
    <dgm:cxn modelId="{FC494932-80B2-49AD-9A47-08447FA739D3}" type="presParOf" srcId="{32B2C065-AEAE-45D1-B521-E94578F40566}" destId="{C10BB72F-A9CE-4BAA-B6D1-79EC4D4FDCA7}" srcOrd="24" destOrd="0" presId="urn:microsoft.com/office/officeart/2016/7/layout/RepeatingBendingProcessNew"/>
    <dgm:cxn modelId="{BAC26FF8-51FA-4EAD-8003-2DC360E7CB11}" type="presParOf" srcId="{32B2C065-AEAE-45D1-B521-E94578F40566}" destId="{08741EC2-90B9-4600-9A54-136B6C6569D4}" srcOrd="25" destOrd="0" presId="urn:microsoft.com/office/officeart/2016/7/layout/RepeatingBendingProcessNew"/>
    <dgm:cxn modelId="{30E0FEB9-BA46-4F93-B843-31F5FED5BB47}" type="presParOf" srcId="{08741EC2-90B9-4600-9A54-136B6C6569D4}" destId="{CC6B7D68-8795-436B-B458-FEBED09639CA}" srcOrd="0" destOrd="0" presId="urn:microsoft.com/office/officeart/2016/7/layout/RepeatingBendingProcessNew"/>
    <dgm:cxn modelId="{A6E811F7-E48D-404B-B3F6-AB94926616E5}" type="presParOf" srcId="{32B2C065-AEAE-45D1-B521-E94578F40566}" destId="{A065C943-EA0D-4E41-B6B1-04EBC262A382}" srcOrd="26" destOrd="0" presId="urn:microsoft.com/office/officeart/2016/7/layout/RepeatingBendingProcessNew"/>
    <dgm:cxn modelId="{120ACCDE-1230-4007-93C4-BD407A9EA58D}" type="presParOf" srcId="{32B2C065-AEAE-45D1-B521-E94578F40566}" destId="{EDD79F25-733E-4294-AB8C-405C465F6C38}" srcOrd="27" destOrd="0" presId="urn:microsoft.com/office/officeart/2016/7/layout/RepeatingBendingProcessNew"/>
    <dgm:cxn modelId="{9BE3AD79-48EF-472E-AF67-F3E49622B907}" type="presParOf" srcId="{EDD79F25-733E-4294-AB8C-405C465F6C38}" destId="{3B606E6F-46AD-4DFC-8341-FE17BFB1D125}" srcOrd="0" destOrd="0" presId="urn:microsoft.com/office/officeart/2016/7/layout/RepeatingBendingProcessNew"/>
    <dgm:cxn modelId="{24B2103D-80E9-4338-82F0-E7663C92822F}" type="presParOf" srcId="{32B2C065-AEAE-45D1-B521-E94578F40566}" destId="{A5604321-1E0F-4ED4-BD6D-1C2470CD4D11}" srcOrd="28" destOrd="0" presId="urn:microsoft.com/office/officeart/2016/7/layout/RepeatingBendingProcessNew"/>
    <dgm:cxn modelId="{FDB0AF4E-C13E-48A1-BB85-288DD9902451}" type="presParOf" srcId="{32B2C065-AEAE-45D1-B521-E94578F40566}" destId="{58CD959C-0E70-4B43-BC59-9436CB709540}" srcOrd="29" destOrd="0" presId="urn:microsoft.com/office/officeart/2016/7/layout/RepeatingBendingProcessNew"/>
    <dgm:cxn modelId="{D10DA7A7-03A7-480F-A60D-A261A03A23A0}" type="presParOf" srcId="{58CD959C-0E70-4B43-BC59-9436CB709540}" destId="{25C91600-6817-4C78-9E50-63A5163F9158}" srcOrd="0" destOrd="0" presId="urn:microsoft.com/office/officeart/2016/7/layout/RepeatingBendingProcessNew"/>
    <dgm:cxn modelId="{99E7D0C9-97FE-4B48-B458-25003F759099}" type="presParOf" srcId="{32B2C065-AEAE-45D1-B521-E94578F40566}" destId="{FAB6B33C-8400-4D46-9254-5DB54BF77670}" srcOrd="30" destOrd="0" presId="urn:microsoft.com/office/officeart/2016/7/layout/RepeatingBendingProcessNew"/>
    <dgm:cxn modelId="{6E4F972D-8B37-4EBF-B60F-8B5FE46FC08B}" type="presParOf" srcId="{32B2C065-AEAE-45D1-B521-E94578F40566}" destId="{978C25D4-2D31-42D6-9B78-B14F800A628A}" srcOrd="31" destOrd="0" presId="urn:microsoft.com/office/officeart/2016/7/layout/RepeatingBendingProcessNew"/>
    <dgm:cxn modelId="{212A84EA-2B5E-43FE-B53A-F33C78064A0D}" type="presParOf" srcId="{978C25D4-2D31-42D6-9B78-B14F800A628A}" destId="{82250ACE-D7E6-405E-9CFD-57C55E687753}" srcOrd="0" destOrd="0" presId="urn:microsoft.com/office/officeart/2016/7/layout/RepeatingBendingProcessNew"/>
    <dgm:cxn modelId="{345F607C-BFFD-42AB-B1E5-8258C71654EA}" type="presParOf" srcId="{32B2C065-AEAE-45D1-B521-E94578F40566}" destId="{96101105-2EB2-4BC3-A23C-BC2B122D66AD}" srcOrd="32" destOrd="0" presId="urn:microsoft.com/office/officeart/2016/7/layout/RepeatingBendingProcessNew"/>
    <dgm:cxn modelId="{34A55A31-F35F-403B-BBFA-3BB3E33AF333}" type="presParOf" srcId="{32B2C065-AEAE-45D1-B521-E94578F40566}" destId="{41D7AF6C-E0B4-4A1E-851B-981F3B07549B}" srcOrd="33" destOrd="0" presId="urn:microsoft.com/office/officeart/2016/7/layout/RepeatingBendingProcessNew"/>
    <dgm:cxn modelId="{67754205-1C43-458A-BDFC-3B5498DDACC0}" type="presParOf" srcId="{41D7AF6C-E0B4-4A1E-851B-981F3B07549B}" destId="{9BC91A0A-34B0-41C5-8E53-0D821054376E}" srcOrd="0" destOrd="0" presId="urn:microsoft.com/office/officeart/2016/7/layout/RepeatingBendingProcessNew"/>
    <dgm:cxn modelId="{87EFBF46-381C-4FD3-BC14-7026D6C1AB76}" type="presParOf" srcId="{32B2C065-AEAE-45D1-B521-E94578F40566}" destId="{EEBEB306-2E4B-450E-B325-FE7545608D4B}" srcOrd="34" destOrd="0" presId="urn:microsoft.com/office/officeart/2016/7/layout/RepeatingBendingProcessNew"/>
    <dgm:cxn modelId="{E8D93C3F-D029-4470-AA22-35806FC12CFD}" type="presParOf" srcId="{32B2C065-AEAE-45D1-B521-E94578F40566}" destId="{D2499A66-EA7B-4B57-98E8-B852394E5894}" srcOrd="35" destOrd="0" presId="urn:microsoft.com/office/officeart/2016/7/layout/RepeatingBendingProcessNew"/>
    <dgm:cxn modelId="{8733F49B-77B0-4284-8DFD-9D83A9BDDC05}" type="presParOf" srcId="{D2499A66-EA7B-4B57-98E8-B852394E5894}" destId="{BF13655D-15D8-4FC7-87BD-E62FA4B1709B}" srcOrd="0" destOrd="0" presId="urn:microsoft.com/office/officeart/2016/7/layout/RepeatingBendingProcessNew"/>
    <dgm:cxn modelId="{8A605FAF-4B02-44E9-89EB-80E125BA9425}" type="presParOf" srcId="{32B2C065-AEAE-45D1-B521-E94578F40566}" destId="{82B568FF-B286-4EAE-9C0E-49E05C31C062}" srcOrd="36" destOrd="0" presId="urn:microsoft.com/office/officeart/2016/7/layout/RepeatingBendingProcessNew"/>
    <dgm:cxn modelId="{C4A72693-62F1-42AE-863E-222E4B1C1AA1}" type="presParOf" srcId="{32B2C065-AEAE-45D1-B521-E94578F40566}" destId="{A95AEED5-3A68-4A3F-BCA5-972249F549FF}" srcOrd="37" destOrd="0" presId="urn:microsoft.com/office/officeart/2016/7/layout/RepeatingBendingProcessNew"/>
    <dgm:cxn modelId="{AEFC1EA4-A0DD-4AD7-B2BE-DB90423B72FB}" type="presParOf" srcId="{A95AEED5-3A68-4A3F-BCA5-972249F549FF}" destId="{AE9FCA1A-2CD1-4ADB-869E-AAB78748B32A}" srcOrd="0" destOrd="0" presId="urn:microsoft.com/office/officeart/2016/7/layout/RepeatingBendingProcessNew"/>
    <dgm:cxn modelId="{25C68C5F-AF86-4153-9B37-4B96742D8D98}" type="presParOf" srcId="{32B2C065-AEAE-45D1-B521-E94578F40566}" destId="{FB2AEA41-DB51-457B-A9DE-CA65EE0E981A}" srcOrd="38" destOrd="0" presId="urn:microsoft.com/office/officeart/2016/7/layout/RepeatingBendingProcessNew"/>
    <dgm:cxn modelId="{0F104697-4402-4BDC-BE55-FDFF98D1DA11}" type="presParOf" srcId="{32B2C065-AEAE-45D1-B521-E94578F40566}" destId="{53869FC8-C0C4-42C3-BE28-DEED5B7DA5B7}" srcOrd="39" destOrd="0" presId="urn:microsoft.com/office/officeart/2016/7/layout/RepeatingBendingProcessNew"/>
    <dgm:cxn modelId="{ADD56858-7358-425B-A4F1-CB05F8D40D4D}" type="presParOf" srcId="{53869FC8-C0C4-42C3-BE28-DEED5B7DA5B7}" destId="{BF645BD1-3A7B-4D13-BF4F-3648195B619B}" srcOrd="0" destOrd="0" presId="urn:microsoft.com/office/officeart/2016/7/layout/RepeatingBendingProcessNew"/>
    <dgm:cxn modelId="{145E8C8A-0774-4B5F-BF92-D08A8F01303B}" type="presParOf" srcId="{32B2C065-AEAE-45D1-B521-E94578F40566}" destId="{42BCC87C-C81B-4B3E-9BE1-DD6F572F02D1}" srcOrd="4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08259F2-D688-4040-BF0F-3C24CF12A183}" type="doc">
      <dgm:prSet loTypeId="urn:microsoft.com/office/officeart/2005/8/layout/arrow5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67EC70E-5FE8-4BD1-87CF-5296EBDC8EEC}">
      <dgm:prSet/>
      <dgm:spPr/>
      <dgm:t>
        <a:bodyPr/>
        <a:lstStyle/>
        <a:p>
          <a:r>
            <a:rPr lang="en-US" dirty="0"/>
            <a:t>WAIT_START</a:t>
          </a:r>
        </a:p>
      </dgm:t>
    </dgm:pt>
    <dgm:pt modelId="{FE5C5E90-7F09-4CD2-A9FF-AE51AE8186C7}" type="parTrans" cxnId="{58866DA1-A467-4ADE-AE48-3FA53CD889AF}">
      <dgm:prSet/>
      <dgm:spPr/>
      <dgm:t>
        <a:bodyPr/>
        <a:lstStyle/>
        <a:p>
          <a:endParaRPr lang="en-US"/>
        </a:p>
      </dgm:t>
    </dgm:pt>
    <dgm:pt modelId="{E7C68E10-49CD-4F35-8EB5-3B47810E3211}" type="sibTrans" cxnId="{58866DA1-A467-4ADE-AE48-3FA53CD889AF}">
      <dgm:prSet/>
      <dgm:spPr/>
      <dgm:t>
        <a:bodyPr/>
        <a:lstStyle/>
        <a:p>
          <a:endParaRPr lang="en-US"/>
        </a:p>
      </dgm:t>
    </dgm:pt>
    <dgm:pt modelId="{ABBDC2D6-D0F9-40A6-A7C7-ACFAB2A18893}">
      <dgm:prSet/>
      <dgm:spPr/>
      <dgm:t>
        <a:bodyPr/>
        <a:lstStyle/>
        <a:p>
          <a:r>
            <a:rPr lang="en-GB" dirty="0"/>
            <a:t>GC_TARGET_POS_TO_LOAD_BOXES</a:t>
          </a:r>
          <a:endParaRPr lang="en-US" dirty="0"/>
        </a:p>
      </dgm:t>
    </dgm:pt>
    <dgm:pt modelId="{29348918-94CB-433D-B780-2CC04D0EAFA9}" type="parTrans" cxnId="{ED0D02AE-916D-4D64-BA6A-5CAB27393EA3}">
      <dgm:prSet/>
      <dgm:spPr/>
      <dgm:t>
        <a:bodyPr/>
        <a:lstStyle/>
        <a:p>
          <a:endParaRPr lang="en-US"/>
        </a:p>
      </dgm:t>
    </dgm:pt>
    <dgm:pt modelId="{21AC3677-FDFB-433C-9DA4-574A0E6013D8}" type="sibTrans" cxnId="{ED0D02AE-916D-4D64-BA6A-5CAB27393EA3}">
      <dgm:prSet/>
      <dgm:spPr/>
      <dgm:t>
        <a:bodyPr/>
        <a:lstStyle/>
        <a:p>
          <a:endParaRPr lang="en-US"/>
        </a:p>
      </dgm:t>
    </dgm:pt>
    <dgm:pt modelId="{3E62C6AF-E7F7-4005-B5AD-F2945BBDD3D6}">
      <dgm:prSet/>
      <dgm:spPr/>
      <dgm:t>
        <a:bodyPr/>
        <a:lstStyle/>
        <a:p>
          <a:r>
            <a:rPr lang="en-US" dirty="0"/>
            <a:t>B_CRANE_CARTLOAD_POS </a:t>
          </a:r>
        </a:p>
      </dgm:t>
    </dgm:pt>
    <dgm:pt modelId="{65DC5F46-A649-4C77-9F3E-2E37907CAF92}" type="parTrans" cxnId="{CB3116A7-13B4-4D95-955C-B5A0DDDAC7D6}">
      <dgm:prSet/>
      <dgm:spPr/>
      <dgm:t>
        <a:bodyPr/>
        <a:lstStyle/>
        <a:p>
          <a:endParaRPr lang="en-US"/>
        </a:p>
      </dgm:t>
    </dgm:pt>
    <dgm:pt modelId="{0691B065-7AC5-4C5C-AAED-27481954C5E5}" type="sibTrans" cxnId="{CB3116A7-13B4-4D95-955C-B5A0DDDAC7D6}">
      <dgm:prSet/>
      <dgm:spPr/>
      <dgm:t>
        <a:bodyPr/>
        <a:lstStyle/>
        <a:p>
          <a:endParaRPr lang="en-US"/>
        </a:p>
      </dgm:t>
    </dgm:pt>
    <dgm:pt modelId="{6BEF3AF9-7C22-438E-98C5-563E7D4180D6}">
      <dgm:prSet/>
      <dgm:spPr/>
      <dgm:t>
        <a:bodyPr/>
        <a:lstStyle/>
        <a:p>
          <a:r>
            <a:rPr lang="en-GB" dirty="0"/>
            <a:t>TRGT_POS_TO_LD_BOXES_AND_CRTBRD</a:t>
          </a:r>
          <a:endParaRPr lang="en-US" dirty="0"/>
        </a:p>
      </dgm:t>
    </dgm:pt>
    <dgm:pt modelId="{89FA6EFC-71E9-48A0-A76B-C874EB581CC6}" type="parTrans" cxnId="{36CB76A5-4FBB-41FC-82B2-739577850ABA}">
      <dgm:prSet/>
      <dgm:spPr/>
      <dgm:t>
        <a:bodyPr/>
        <a:lstStyle/>
        <a:p>
          <a:endParaRPr lang="en-US"/>
        </a:p>
      </dgm:t>
    </dgm:pt>
    <dgm:pt modelId="{2F945289-B70E-4343-B985-2B2D4034D78F}" type="sibTrans" cxnId="{36CB76A5-4FBB-41FC-82B2-739577850ABA}">
      <dgm:prSet/>
      <dgm:spPr/>
      <dgm:t>
        <a:bodyPr/>
        <a:lstStyle/>
        <a:p>
          <a:endParaRPr lang="en-US"/>
        </a:p>
      </dgm:t>
    </dgm:pt>
    <dgm:pt modelId="{EA5285D2-4569-427E-AED3-9AA07555D5A5}">
      <dgm:prSet/>
      <dgm:spPr/>
      <dgm:t>
        <a:bodyPr/>
        <a:lstStyle/>
        <a:p>
          <a:r>
            <a:rPr lang="en-GB" dirty="0"/>
            <a:t>B_CRANE_POS_TO_LD_BX</a:t>
          </a:r>
          <a:endParaRPr lang="en-US" dirty="0"/>
        </a:p>
      </dgm:t>
    </dgm:pt>
    <dgm:pt modelId="{2C75956D-0069-4CAB-B935-B9D13D9B50FD}" type="parTrans" cxnId="{405451D1-76DD-488E-94A6-D69315554DA7}">
      <dgm:prSet/>
      <dgm:spPr/>
      <dgm:t>
        <a:bodyPr/>
        <a:lstStyle/>
        <a:p>
          <a:endParaRPr lang="en-US"/>
        </a:p>
      </dgm:t>
    </dgm:pt>
    <dgm:pt modelId="{E3F32F3F-D9AD-4B88-8A6F-C8E73531C05E}" type="sibTrans" cxnId="{405451D1-76DD-488E-94A6-D69315554DA7}">
      <dgm:prSet/>
      <dgm:spPr/>
      <dgm:t>
        <a:bodyPr/>
        <a:lstStyle/>
        <a:p>
          <a:endParaRPr lang="en-US"/>
        </a:p>
      </dgm:t>
    </dgm:pt>
    <dgm:pt modelId="{342DEF4A-D20C-456A-AAA6-DF4641852EEA}">
      <dgm:prSet/>
      <dgm:spPr/>
      <dgm:t>
        <a:bodyPr/>
        <a:lstStyle/>
        <a:p>
          <a:r>
            <a:rPr lang="en-US" dirty="0"/>
            <a:t>CONFIRM_PUSHERZ_ENABLED</a:t>
          </a:r>
        </a:p>
      </dgm:t>
    </dgm:pt>
    <dgm:pt modelId="{07B6A34B-5C96-453D-A334-5419C9295FA2}" type="parTrans" cxnId="{C3F24401-29DE-45A0-AB55-9E7A21BD1422}">
      <dgm:prSet/>
      <dgm:spPr/>
      <dgm:t>
        <a:bodyPr/>
        <a:lstStyle/>
        <a:p>
          <a:endParaRPr lang="en-US"/>
        </a:p>
      </dgm:t>
    </dgm:pt>
    <dgm:pt modelId="{2B8C3691-B10D-407C-9AD5-3964FED1A610}" type="sibTrans" cxnId="{C3F24401-29DE-45A0-AB55-9E7A21BD1422}">
      <dgm:prSet/>
      <dgm:spPr/>
      <dgm:t>
        <a:bodyPr/>
        <a:lstStyle/>
        <a:p>
          <a:endParaRPr lang="en-US"/>
        </a:p>
      </dgm:t>
    </dgm:pt>
    <dgm:pt modelId="{D85CDE71-DCF5-4F15-A95D-C3C0199E0253}">
      <dgm:prSet/>
      <dgm:spPr/>
      <dgm:t>
        <a:bodyPr/>
        <a:lstStyle/>
        <a:p>
          <a:r>
            <a:rPr lang="en-US" dirty="0"/>
            <a:t>CONFIRM_PUSHERX_ENABLED</a:t>
          </a:r>
        </a:p>
      </dgm:t>
    </dgm:pt>
    <dgm:pt modelId="{635AE036-F1ED-4CE2-8A8E-47BFAD695808}" type="parTrans" cxnId="{E476D6B7-B83D-46CE-B573-C35696F3D872}">
      <dgm:prSet/>
      <dgm:spPr/>
      <dgm:t>
        <a:bodyPr/>
        <a:lstStyle/>
        <a:p>
          <a:endParaRPr lang="en-US"/>
        </a:p>
      </dgm:t>
    </dgm:pt>
    <dgm:pt modelId="{59A78CCC-EF11-41D0-86DE-9B3333159941}" type="sibTrans" cxnId="{E476D6B7-B83D-46CE-B573-C35696F3D872}">
      <dgm:prSet/>
      <dgm:spPr/>
      <dgm:t>
        <a:bodyPr/>
        <a:lstStyle/>
        <a:p>
          <a:endParaRPr lang="en-US"/>
        </a:p>
      </dgm:t>
    </dgm:pt>
    <dgm:pt modelId="{9F76CCEA-2E87-4AC5-AC13-6DF92A3EF364}">
      <dgm:prSet/>
      <dgm:spPr/>
      <dgm:t>
        <a:bodyPr/>
        <a:lstStyle/>
        <a:p>
          <a:r>
            <a:rPr lang="en-US" dirty="0"/>
            <a:t>CONFIRM_CARTBOARD_DISABLED</a:t>
          </a:r>
        </a:p>
      </dgm:t>
    </dgm:pt>
    <dgm:pt modelId="{B3546C8F-8825-4973-99A4-8F5B505AAE4E}" type="parTrans" cxnId="{4B8F5DE9-02E5-4129-B34E-C0F940BBC751}">
      <dgm:prSet/>
      <dgm:spPr/>
      <dgm:t>
        <a:bodyPr/>
        <a:lstStyle/>
        <a:p>
          <a:endParaRPr lang="en-US"/>
        </a:p>
      </dgm:t>
    </dgm:pt>
    <dgm:pt modelId="{B54BF423-3942-4F76-883A-A2C321EF3F08}" type="sibTrans" cxnId="{4B8F5DE9-02E5-4129-B34E-C0F940BBC751}">
      <dgm:prSet/>
      <dgm:spPr/>
      <dgm:t>
        <a:bodyPr/>
        <a:lstStyle/>
        <a:p>
          <a:endParaRPr lang="en-US"/>
        </a:p>
      </dgm:t>
    </dgm:pt>
    <dgm:pt modelId="{DEE6C553-E003-4FCC-B94A-11CF22AEB593}">
      <dgm:prSet/>
      <dgm:spPr/>
      <dgm:t>
        <a:bodyPr/>
        <a:lstStyle/>
        <a:p>
          <a:r>
            <a:rPr lang="en-GB" dirty="0"/>
            <a:t>WAIT_FOR_BOX_LD_ON_CRANE</a:t>
          </a:r>
          <a:endParaRPr lang="en-US" dirty="0"/>
        </a:p>
      </dgm:t>
    </dgm:pt>
    <dgm:pt modelId="{442E0DA8-3B5F-4334-B11B-4E318FB30418}" type="parTrans" cxnId="{30958E0A-D970-4FC1-B9FB-E5426DE8D247}">
      <dgm:prSet/>
      <dgm:spPr/>
      <dgm:t>
        <a:bodyPr/>
        <a:lstStyle/>
        <a:p>
          <a:endParaRPr lang="en-US"/>
        </a:p>
      </dgm:t>
    </dgm:pt>
    <dgm:pt modelId="{0B7739A1-A157-49DA-A0EC-876CFB88428B}" type="sibTrans" cxnId="{30958E0A-D970-4FC1-B9FB-E5426DE8D247}">
      <dgm:prSet/>
      <dgm:spPr/>
      <dgm:t>
        <a:bodyPr/>
        <a:lstStyle/>
        <a:p>
          <a:endParaRPr lang="en-US"/>
        </a:p>
      </dgm:t>
    </dgm:pt>
    <dgm:pt modelId="{80AB4D89-2894-4E05-B856-51495A6D8080}">
      <dgm:prSet/>
      <dgm:spPr/>
      <dgm:t>
        <a:bodyPr/>
        <a:lstStyle/>
        <a:p>
          <a:r>
            <a:rPr lang="en-US" dirty="0"/>
            <a:t>CONFIRM_SLIDERAIL_ENABLED</a:t>
          </a:r>
        </a:p>
      </dgm:t>
    </dgm:pt>
    <dgm:pt modelId="{5804D9BD-A80B-4474-92F4-B8D3A902CFF4}" type="parTrans" cxnId="{C4892D2F-6C85-4CD0-BF6B-7FED9296C14F}">
      <dgm:prSet/>
      <dgm:spPr/>
      <dgm:t>
        <a:bodyPr/>
        <a:lstStyle/>
        <a:p>
          <a:endParaRPr lang="en-US"/>
        </a:p>
      </dgm:t>
    </dgm:pt>
    <dgm:pt modelId="{18B06AEE-2993-4DF2-ACC7-01FBDFFE021F}" type="sibTrans" cxnId="{C4892D2F-6C85-4CD0-BF6B-7FED9296C14F}">
      <dgm:prSet/>
      <dgm:spPr/>
      <dgm:t>
        <a:bodyPr/>
        <a:lstStyle/>
        <a:p>
          <a:endParaRPr lang="en-US"/>
        </a:p>
      </dgm:t>
    </dgm:pt>
    <dgm:pt modelId="{EDDCA1BD-1A44-4CD1-B6BE-0453F8AD0DDE}">
      <dgm:prSet/>
      <dgm:spPr/>
      <dgm:t>
        <a:bodyPr/>
        <a:lstStyle/>
        <a:p>
          <a:r>
            <a:rPr lang="en-US" dirty="0"/>
            <a:t>CONFIRM_PUSHERZ_DISABLED</a:t>
          </a:r>
        </a:p>
      </dgm:t>
    </dgm:pt>
    <dgm:pt modelId="{F7AC2FA5-58F7-49B6-A2D6-DD528D960DFC}" type="parTrans" cxnId="{ECD0FA0C-86F5-4F8C-B70D-BB0596EC60B4}">
      <dgm:prSet/>
      <dgm:spPr/>
      <dgm:t>
        <a:bodyPr/>
        <a:lstStyle/>
        <a:p>
          <a:endParaRPr lang="en-US"/>
        </a:p>
      </dgm:t>
    </dgm:pt>
    <dgm:pt modelId="{BAF7E0AB-3B42-45C2-A989-C60C1C2E5945}" type="sibTrans" cxnId="{ECD0FA0C-86F5-4F8C-B70D-BB0596EC60B4}">
      <dgm:prSet/>
      <dgm:spPr/>
      <dgm:t>
        <a:bodyPr/>
        <a:lstStyle/>
        <a:p>
          <a:endParaRPr lang="en-US"/>
        </a:p>
      </dgm:t>
    </dgm:pt>
    <dgm:pt modelId="{3DC9F186-C06A-4E0B-B1DF-F5694A54297D}">
      <dgm:prSet/>
      <dgm:spPr/>
      <dgm:t>
        <a:bodyPr/>
        <a:lstStyle/>
        <a:p>
          <a:r>
            <a:rPr lang="en-US" dirty="0"/>
            <a:t>CONFIRM_PUSHERX_DISABLED</a:t>
          </a:r>
        </a:p>
      </dgm:t>
    </dgm:pt>
    <dgm:pt modelId="{6014EA88-8983-479F-B089-10E011B351AC}" type="parTrans" cxnId="{0FAFA589-0F8A-4853-9926-DF36863D6A4C}">
      <dgm:prSet/>
      <dgm:spPr/>
      <dgm:t>
        <a:bodyPr/>
        <a:lstStyle/>
        <a:p>
          <a:endParaRPr lang="en-US"/>
        </a:p>
      </dgm:t>
    </dgm:pt>
    <dgm:pt modelId="{67C8CF62-DCED-4562-8BED-3D9787E5B725}" type="sibTrans" cxnId="{0FAFA589-0F8A-4853-9926-DF36863D6A4C}">
      <dgm:prSet/>
      <dgm:spPr/>
      <dgm:t>
        <a:bodyPr/>
        <a:lstStyle/>
        <a:p>
          <a:endParaRPr lang="en-US"/>
        </a:p>
      </dgm:t>
    </dgm:pt>
    <dgm:pt modelId="{41B7688F-0443-47DB-BC59-D32DB665EB43}">
      <dgm:prSet/>
      <dgm:spPr/>
      <dgm:t>
        <a:bodyPr/>
        <a:lstStyle/>
        <a:p>
          <a:r>
            <a:rPr lang="en-GB" dirty="0"/>
            <a:t>CNFRM_PUSHERZ_ENBLD_AND_PL_READY </a:t>
          </a:r>
          <a:endParaRPr lang="en-US" dirty="0"/>
        </a:p>
      </dgm:t>
    </dgm:pt>
    <dgm:pt modelId="{2AE451E6-2E16-41F8-9848-AD83CE1971FF}" type="parTrans" cxnId="{B147C84B-79BF-471D-9629-76C0983BF247}">
      <dgm:prSet/>
      <dgm:spPr/>
      <dgm:t>
        <a:bodyPr/>
        <a:lstStyle/>
        <a:p>
          <a:endParaRPr lang="en-US"/>
        </a:p>
      </dgm:t>
    </dgm:pt>
    <dgm:pt modelId="{73415C28-3F4C-4652-B21E-EB998F85A120}" type="sibTrans" cxnId="{B147C84B-79BF-471D-9629-76C0983BF247}">
      <dgm:prSet/>
      <dgm:spPr/>
      <dgm:t>
        <a:bodyPr/>
        <a:lstStyle/>
        <a:p>
          <a:endParaRPr lang="en-US"/>
        </a:p>
      </dgm:t>
    </dgm:pt>
    <dgm:pt modelId="{E588EDFF-2DF1-49CA-8FAB-733A7F509B13}">
      <dgm:prSet/>
      <dgm:spPr/>
      <dgm:t>
        <a:bodyPr/>
        <a:lstStyle/>
        <a:p>
          <a:r>
            <a:rPr lang="en-GB" dirty="0"/>
            <a:t>BOX_CRANE_TO_PLACE_FIRST_LAYER </a:t>
          </a:r>
          <a:endParaRPr lang="en-US" dirty="0"/>
        </a:p>
      </dgm:t>
    </dgm:pt>
    <dgm:pt modelId="{53766A7D-48FF-4590-A499-942E5740519D}" type="parTrans" cxnId="{E90D9096-1CF7-4778-A1C9-6A85868F33FF}">
      <dgm:prSet/>
      <dgm:spPr/>
      <dgm:t>
        <a:bodyPr/>
        <a:lstStyle/>
        <a:p>
          <a:endParaRPr lang="en-US"/>
        </a:p>
      </dgm:t>
    </dgm:pt>
    <dgm:pt modelId="{33C347B3-3752-4C92-8066-EDEC4063CA79}" type="sibTrans" cxnId="{E90D9096-1CF7-4778-A1C9-6A85868F33FF}">
      <dgm:prSet/>
      <dgm:spPr/>
      <dgm:t>
        <a:bodyPr/>
        <a:lstStyle/>
        <a:p>
          <a:endParaRPr lang="en-US"/>
        </a:p>
      </dgm:t>
    </dgm:pt>
    <dgm:pt modelId="{5E551394-CD5E-4206-9051-C5CF3BE36AE0}">
      <dgm:prSet/>
      <dgm:spPr/>
      <dgm:t>
        <a:bodyPr/>
        <a:lstStyle/>
        <a:p>
          <a:r>
            <a:rPr lang="en-GB" dirty="0"/>
            <a:t>BOX_CRANE_TO_PLACE_SECOND_LAYER </a:t>
          </a:r>
          <a:endParaRPr lang="en-US" dirty="0"/>
        </a:p>
      </dgm:t>
    </dgm:pt>
    <dgm:pt modelId="{069F364A-5EA2-4ADA-BCD8-1E0914AE6BF7}" type="parTrans" cxnId="{CD9F01F6-543F-4373-99F0-98AC8F3F2967}">
      <dgm:prSet/>
      <dgm:spPr/>
      <dgm:t>
        <a:bodyPr/>
        <a:lstStyle/>
        <a:p>
          <a:endParaRPr lang="en-US"/>
        </a:p>
      </dgm:t>
    </dgm:pt>
    <dgm:pt modelId="{F4844326-9FE1-4672-9D3B-C7110D2141B1}" type="sibTrans" cxnId="{CD9F01F6-543F-4373-99F0-98AC8F3F2967}">
      <dgm:prSet/>
      <dgm:spPr/>
      <dgm:t>
        <a:bodyPr/>
        <a:lstStyle/>
        <a:p>
          <a:endParaRPr lang="en-US"/>
        </a:p>
      </dgm:t>
    </dgm:pt>
    <dgm:pt modelId="{CE4AA0F9-026A-4401-BE13-B1C32E2548B2}">
      <dgm:prSet/>
      <dgm:spPr/>
      <dgm:t>
        <a:bodyPr/>
        <a:lstStyle/>
        <a:p>
          <a:r>
            <a:rPr lang="en-GB" dirty="0"/>
            <a:t>GC_TRGT_POS_TO_PLC_CARTBD_ON_PLT </a:t>
          </a:r>
          <a:endParaRPr lang="en-US" dirty="0"/>
        </a:p>
      </dgm:t>
    </dgm:pt>
    <dgm:pt modelId="{9C411C6C-8DC4-43CD-AE75-EF1018FDC297}" type="parTrans" cxnId="{29CA48FE-6158-4470-98CC-70C87B4E12F2}">
      <dgm:prSet/>
      <dgm:spPr/>
      <dgm:t>
        <a:bodyPr/>
        <a:lstStyle/>
        <a:p>
          <a:endParaRPr lang="en-US"/>
        </a:p>
      </dgm:t>
    </dgm:pt>
    <dgm:pt modelId="{1B70811D-9D03-4A57-9045-8654AD0FB376}" type="sibTrans" cxnId="{29CA48FE-6158-4470-98CC-70C87B4E12F2}">
      <dgm:prSet/>
      <dgm:spPr/>
      <dgm:t>
        <a:bodyPr/>
        <a:lstStyle/>
        <a:p>
          <a:endParaRPr lang="en-US"/>
        </a:p>
      </dgm:t>
    </dgm:pt>
    <dgm:pt modelId="{1D203BC9-6BE5-40EA-9D50-B2A5BEF97CA3}">
      <dgm:prSet/>
      <dgm:spPr/>
      <dgm:t>
        <a:bodyPr/>
        <a:lstStyle/>
        <a:p>
          <a:r>
            <a:rPr lang="en-GB" dirty="0"/>
            <a:t>CONFIRM_GC_TO_PLACE_CRT_PL </a:t>
          </a:r>
          <a:endParaRPr lang="en-US" dirty="0"/>
        </a:p>
      </dgm:t>
    </dgm:pt>
    <dgm:pt modelId="{910F2525-553B-4A07-8416-998BD6790B03}" type="parTrans" cxnId="{391091AF-25FE-48A8-8A07-5DCFD9721499}">
      <dgm:prSet/>
      <dgm:spPr/>
      <dgm:t>
        <a:bodyPr/>
        <a:lstStyle/>
        <a:p>
          <a:endParaRPr lang="en-US"/>
        </a:p>
      </dgm:t>
    </dgm:pt>
    <dgm:pt modelId="{8709C8A0-A00E-43F8-AA7B-DA9ED38FBE55}" type="sibTrans" cxnId="{391091AF-25FE-48A8-8A07-5DCFD9721499}">
      <dgm:prSet/>
      <dgm:spPr/>
      <dgm:t>
        <a:bodyPr/>
        <a:lstStyle/>
        <a:p>
          <a:endParaRPr lang="en-US"/>
        </a:p>
      </dgm:t>
    </dgm:pt>
    <dgm:pt modelId="{D1474327-81BA-4C95-96D3-22F2C21BCC2E}">
      <dgm:prSet/>
      <dgm:spPr/>
      <dgm:t>
        <a:bodyPr/>
        <a:lstStyle/>
        <a:p>
          <a:r>
            <a:rPr lang="en-GB" dirty="0"/>
            <a:t>GC_TRGT_POS_TO_PLC_BX_LYR_ON_PLT </a:t>
          </a:r>
          <a:endParaRPr lang="en-US" dirty="0"/>
        </a:p>
      </dgm:t>
    </dgm:pt>
    <dgm:pt modelId="{E07DB527-C7E4-43CD-AF44-8F257D4C049F}" type="parTrans" cxnId="{68F6DC55-B08A-49F3-8E4E-142907D13EF4}">
      <dgm:prSet/>
      <dgm:spPr/>
      <dgm:t>
        <a:bodyPr/>
        <a:lstStyle/>
        <a:p>
          <a:endParaRPr lang="en-US"/>
        </a:p>
      </dgm:t>
    </dgm:pt>
    <dgm:pt modelId="{652F9A00-1152-4655-BBD7-4A43FC879866}" type="sibTrans" cxnId="{68F6DC55-B08A-49F3-8E4E-142907D13EF4}">
      <dgm:prSet/>
      <dgm:spPr/>
      <dgm:t>
        <a:bodyPr/>
        <a:lstStyle/>
        <a:p>
          <a:endParaRPr lang="en-US"/>
        </a:p>
      </dgm:t>
    </dgm:pt>
    <dgm:pt modelId="{502CE491-455A-4754-86BA-A0FA830B0185}">
      <dgm:prSet/>
      <dgm:spPr/>
      <dgm:t>
        <a:bodyPr/>
        <a:lstStyle/>
        <a:p>
          <a:r>
            <a:rPr lang="en-GB" dirty="0"/>
            <a:t>CONFIRM_GC_REACH_POS </a:t>
          </a:r>
          <a:endParaRPr lang="en-US" dirty="0"/>
        </a:p>
      </dgm:t>
    </dgm:pt>
    <dgm:pt modelId="{C48EACA8-BBC4-488B-826F-AB0742D251A2}" type="parTrans" cxnId="{3EF24C3C-8171-479A-97A1-009774F6C8FF}">
      <dgm:prSet/>
      <dgm:spPr/>
      <dgm:t>
        <a:bodyPr/>
        <a:lstStyle/>
        <a:p>
          <a:endParaRPr lang="en-US"/>
        </a:p>
      </dgm:t>
    </dgm:pt>
    <dgm:pt modelId="{5C00FA4A-39D6-4191-A85C-CC676EB05316}" type="sibTrans" cxnId="{3EF24C3C-8171-479A-97A1-009774F6C8FF}">
      <dgm:prSet/>
      <dgm:spPr/>
      <dgm:t>
        <a:bodyPr/>
        <a:lstStyle/>
        <a:p>
          <a:endParaRPr lang="en-US"/>
        </a:p>
      </dgm:t>
    </dgm:pt>
    <dgm:pt modelId="{4B60331B-2B80-4774-A33A-B85917621AA1}">
      <dgm:prSet/>
      <dgm:spPr/>
      <dgm:t>
        <a:bodyPr/>
        <a:lstStyle/>
        <a:p>
          <a:r>
            <a:rPr lang="en-GB" dirty="0"/>
            <a:t>GC_TRGT_POS_TO_LD_BX_AND_CRTBRD</a:t>
          </a:r>
          <a:endParaRPr lang="en-US" dirty="0"/>
        </a:p>
      </dgm:t>
    </dgm:pt>
    <dgm:pt modelId="{B9CDDD3D-659B-4109-A051-9748A1562477}" type="parTrans" cxnId="{A7088441-5580-495E-8D09-8D8A3EF44C90}">
      <dgm:prSet/>
      <dgm:spPr/>
      <dgm:t>
        <a:bodyPr/>
        <a:lstStyle/>
        <a:p>
          <a:endParaRPr lang="en-US"/>
        </a:p>
      </dgm:t>
    </dgm:pt>
    <dgm:pt modelId="{FA243E31-AB72-4FA6-8DCB-F97924A33742}" type="sibTrans" cxnId="{A7088441-5580-495E-8D09-8D8A3EF44C90}">
      <dgm:prSet/>
      <dgm:spPr/>
      <dgm:t>
        <a:bodyPr/>
        <a:lstStyle/>
        <a:p>
          <a:endParaRPr lang="en-US"/>
        </a:p>
      </dgm:t>
    </dgm:pt>
    <dgm:pt modelId="{FEE0EAA4-225F-49A1-B419-80C862D1F3A3}">
      <dgm:prSet/>
      <dgm:spPr/>
      <dgm:t>
        <a:bodyPr/>
        <a:lstStyle/>
        <a:p>
          <a:r>
            <a:rPr lang="en-GB" dirty="0"/>
            <a:t>CNFRM_GC_REACH_AND_PUSHERX_ENBLD</a:t>
          </a:r>
          <a:endParaRPr lang="en-US" dirty="0"/>
        </a:p>
      </dgm:t>
    </dgm:pt>
    <dgm:pt modelId="{E2EA1022-7D05-44D0-9CE9-4836B124F851}" type="parTrans" cxnId="{9ED48934-5824-477F-AB45-C67221870F09}">
      <dgm:prSet/>
      <dgm:spPr/>
      <dgm:t>
        <a:bodyPr/>
        <a:lstStyle/>
        <a:p>
          <a:endParaRPr lang="en-US"/>
        </a:p>
      </dgm:t>
    </dgm:pt>
    <dgm:pt modelId="{5B770F97-B073-4E18-A759-40195F1403DE}" type="sibTrans" cxnId="{9ED48934-5824-477F-AB45-C67221870F09}">
      <dgm:prSet/>
      <dgm:spPr/>
      <dgm:t>
        <a:bodyPr/>
        <a:lstStyle/>
        <a:p>
          <a:endParaRPr lang="en-US"/>
        </a:p>
      </dgm:t>
    </dgm:pt>
    <dgm:pt modelId="{57FED6A8-179B-4570-9A51-4773603B8B04}" type="pres">
      <dgm:prSet presAssocID="{B08259F2-D688-4040-BF0F-3C24CF12A183}" presName="diagram" presStyleCnt="0">
        <dgm:presLayoutVars>
          <dgm:dir/>
          <dgm:resizeHandles val="exact"/>
        </dgm:presLayoutVars>
      </dgm:prSet>
      <dgm:spPr/>
    </dgm:pt>
    <dgm:pt modelId="{DB3CBBAA-511F-411D-84A3-1610B1B4BDE0}" type="pres">
      <dgm:prSet presAssocID="{967EC70E-5FE8-4BD1-87CF-5296EBDC8EEC}" presName="arrow" presStyleLbl="node1" presStyleIdx="0" presStyleCnt="21">
        <dgm:presLayoutVars>
          <dgm:bulletEnabled val="1"/>
        </dgm:presLayoutVars>
      </dgm:prSet>
      <dgm:spPr/>
    </dgm:pt>
    <dgm:pt modelId="{264EBDF1-4EC6-4C12-91D9-4C95F3BE798B}" type="pres">
      <dgm:prSet presAssocID="{ABBDC2D6-D0F9-40A6-A7C7-ACFAB2A18893}" presName="arrow" presStyleLbl="node1" presStyleIdx="1" presStyleCnt="21">
        <dgm:presLayoutVars>
          <dgm:bulletEnabled val="1"/>
        </dgm:presLayoutVars>
      </dgm:prSet>
      <dgm:spPr/>
    </dgm:pt>
    <dgm:pt modelId="{3C5A9CBC-9A75-4F95-B508-685CDB5922A1}" type="pres">
      <dgm:prSet presAssocID="{3E62C6AF-E7F7-4005-B5AD-F2945BBDD3D6}" presName="arrow" presStyleLbl="node1" presStyleIdx="2" presStyleCnt="21">
        <dgm:presLayoutVars>
          <dgm:bulletEnabled val="1"/>
        </dgm:presLayoutVars>
      </dgm:prSet>
      <dgm:spPr/>
    </dgm:pt>
    <dgm:pt modelId="{54C676B3-F572-4D97-B280-CE05E0B6315A}" type="pres">
      <dgm:prSet presAssocID="{6BEF3AF9-7C22-438E-98C5-563E7D4180D6}" presName="arrow" presStyleLbl="node1" presStyleIdx="3" presStyleCnt="21">
        <dgm:presLayoutVars>
          <dgm:bulletEnabled val="1"/>
        </dgm:presLayoutVars>
      </dgm:prSet>
      <dgm:spPr/>
    </dgm:pt>
    <dgm:pt modelId="{623F15E2-D86B-4B0F-9D13-C318A58D6B55}" type="pres">
      <dgm:prSet presAssocID="{EA5285D2-4569-427E-AED3-9AA07555D5A5}" presName="arrow" presStyleLbl="node1" presStyleIdx="4" presStyleCnt="21">
        <dgm:presLayoutVars>
          <dgm:bulletEnabled val="1"/>
        </dgm:presLayoutVars>
      </dgm:prSet>
      <dgm:spPr/>
    </dgm:pt>
    <dgm:pt modelId="{110318AA-D7D2-482D-965A-B1BA22FCB6D0}" type="pres">
      <dgm:prSet presAssocID="{342DEF4A-D20C-456A-AAA6-DF4641852EEA}" presName="arrow" presStyleLbl="node1" presStyleIdx="5" presStyleCnt="21">
        <dgm:presLayoutVars>
          <dgm:bulletEnabled val="1"/>
        </dgm:presLayoutVars>
      </dgm:prSet>
      <dgm:spPr/>
    </dgm:pt>
    <dgm:pt modelId="{952266C5-3013-4F5F-ADAF-ED2FD408FDDC}" type="pres">
      <dgm:prSet presAssocID="{D85CDE71-DCF5-4F15-A95D-C3C0199E0253}" presName="arrow" presStyleLbl="node1" presStyleIdx="6" presStyleCnt="21">
        <dgm:presLayoutVars>
          <dgm:bulletEnabled val="1"/>
        </dgm:presLayoutVars>
      </dgm:prSet>
      <dgm:spPr/>
    </dgm:pt>
    <dgm:pt modelId="{1E9588B9-067A-4BB8-8260-D2E023DE409F}" type="pres">
      <dgm:prSet presAssocID="{9F76CCEA-2E87-4AC5-AC13-6DF92A3EF364}" presName="arrow" presStyleLbl="node1" presStyleIdx="7" presStyleCnt="21">
        <dgm:presLayoutVars>
          <dgm:bulletEnabled val="1"/>
        </dgm:presLayoutVars>
      </dgm:prSet>
      <dgm:spPr/>
    </dgm:pt>
    <dgm:pt modelId="{7D676581-FED5-4CF6-B5B2-59F179A52D9A}" type="pres">
      <dgm:prSet presAssocID="{DEE6C553-E003-4FCC-B94A-11CF22AEB593}" presName="arrow" presStyleLbl="node1" presStyleIdx="8" presStyleCnt="21">
        <dgm:presLayoutVars>
          <dgm:bulletEnabled val="1"/>
        </dgm:presLayoutVars>
      </dgm:prSet>
      <dgm:spPr/>
    </dgm:pt>
    <dgm:pt modelId="{30E8F5E9-C1D3-419D-9C04-83D4FB176A27}" type="pres">
      <dgm:prSet presAssocID="{80AB4D89-2894-4E05-B856-51495A6D8080}" presName="arrow" presStyleLbl="node1" presStyleIdx="9" presStyleCnt="21">
        <dgm:presLayoutVars>
          <dgm:bulletEnabled val="1"/>
        </dgm:presLayoutVars>
      </dgm:prSet>
      <dgm:spPr/>
    </dgm:pt>
    <dgm:pt modelId="{6F2EC7B5-5A9F-4AEA-9B97-9F3B54E59996}" type="pres">
      <dgm:prSet presAssocID="{EDDCA1BD-1A44-4CD1-B6BE-0453F8AD0DDE}" presName="arrow" presStyleLbl="node1" presStyleIdx="10" presStyleCnt="21">
        <dgm:presLayoutVars>
          <dgm:bulletEnabled val="1"/>
        </dgm:presLayoutVars>
      </dgm:prSet>
      <dgm:spPr/>
    </dgm:pt>
    <dgm:pt modelId="{83735135-8460-433C-A262-75E34D7B06CA}" type="pres">
      <dgm:prSet presAssocID="{3DC9F186-C06A-4E0B-B1DF-F5694A54297D}" presName="arrow" presStyleLbl="node1" presStyleIdx="11" presStyleCnt="21">
        <dgm:presLayoutVars>
          <dgm:bulletEnabled val="1"/>
        </dgm:presLayoutVars>
      </dgm:prSet>
      <dgm:spPr/>
    </dgm:pt>
    <dgm:pt modelId="{C459A6F8-F687-4B7A-BCD8-4C6069D34DE0}" type="pres">
      <dgm:prSet presAssocID="{41B7688F-0443-47DB-BC59-D32DB665EB43}" presName="arrow" presStyleLbl="node1" presStyleIdx="12" presStyleCnt="21">
        <dgm:presLayoutVars>
          <dgm:bulletEnabled val="1"/>
        </dgm:presLayoutVars>
      </dgm:prSet>
      <dgm:spPr/>
    </dgm:pt>
    <dgm:pt modelId="{9D4FE88F-1A74-4E84-A961-04D4B20AA4C5}" type="pres">
      <dgm:prSet presAssocID="{E588EDFF-2DF1-49CA-8FAB-733A7F509B13}" presName="arrow" presStyleLbl="node1" presStyleIdx="13" presStyleCnt="21">
        <dgm:presLayoutVars>
          <dgm:bulletEnabled val="1"/>
        </dgm:presLayoutVars>
      </dgm:prSet>
      <dgm:spPr/>
    </dgm:pt>
    <dgm:pt modelId="{786B6CF4-CF47-492C-8DF2-BBB008038FC1}" type="pres">
      <dgm:prSet presAssocID="{5E551394-CD5E-4206-9051-C5CF3BE36AE0}" presName="arrow" presStyleLbl="node1" presStyleIdx="14" presStyleCnt="21">
        <dgm:presLayoutVars>
          <dgm:bulletEnabled val="1"/>
        </dgm:presLayoutVars>
      </dgm:prSet>
      <dgm:spPr/>
    </dgm:pt>
    <dgm:pt modelId="{DB20F0E7-B637-4736-BAD5-291D0FEF2381}" type="pres">
      <dgm:prSet presAssocID="{CE4AA0F9-026A-4401-BE13-B1C32E2548B2}" presName="arrow" presStyleLbl="node1" presStyleIdx="15" presStyleCnt="21">
        <dgm:presLayoutVars>
          <dgm:bulletEnabled val="1"/>
        </dgm:presLayoutVars>
      </dgm:prSet>
      <dgm:spPr/>
    </dgm:pt>
    <dgm:pt modelId="{E4DCCBA5-0EA5-4C22-8B71-79DABF737B76}" type="pres">
      <dgm:prSet presAssocID="{1D203BC9-6BE5-40EA-9D50-B2A5BEF97CA3}" presName="arrow" presStyleLbl="node1" presStyleIdx="16" presStyleCnt="21">
        <dgm:presLayoutVars>
          <dgm:bulletEnabled val="1"/>
        </dgm:presLayoutVars>
      </dgm:prSet>
      <dgm:spPr/>
    </dgm:pt>
    <dgm:pt modelId="{485F4834-9E28-429B-8A5B-7113B9E29611}" type="pres">
      <dgm:prSet presAssocID="{D1474327-81BA-4C95-96D3-22F2C21BCC2E}" presName="arrow" presStyleLbl="node1" presStyleIdx="17" presStyleCnt="21">
        <dgm:presLayoutVars>
          <dgm:bulletEnabled val="1"/>
        </dgm:presLayoutVars>
      </dgm:prSet>
      <dgm:spPr/>
    </dgm:pt>
    <dgm:pt modelId="{3FEFA74A-0502-450A-AACD-A0209C27C547}" type="pres">
      <dgm:prSet presAssocID="{502CE491-455A-4754-86BA-A0FA830B0185}" presName="arrow" presStyleLbl="node1" presStyleIdx="18" presStyleCnt="21">
        <dgm:presLayoutVars>
          <dgm:bulletEnabled val="1"/>
        </dgm:presLayoutVars>
      </dgm:prSet>
      <dgm:spPr/>
    </dgm:pt>
    <dgm:pt modelId="{1DFC13B1-A5A3-45FE-9101-B63CB9ACA318}" type="pres">
      <dgm:prSet presAssocID="{4B60331B-2B80-4774-A33A-B85917621AA1}" presName="arrow" presStyleLbl="node1" presStyleIdx="19" presStyleCnt="21">
        <dgm:presLayoutVars>
          <dgm:bulletEnabled val="1"/>
        </dgm:presLayoutVars>
      </dgm:prSet>
      <dgm:spPr/>
    </dgm:pt>
    <dgm:pt modelId="{650615B3-C4AD-4594-9E42-F7BA1F8B2B94}" type="pres">
      <dgm:prSet presAssocID="{FEE0EAA4-225F-49A1-B419-80C862D1F3A3}" presName="arrow" presStyleLbl="node1" presStyleIdx="20" presStyleCnt="21">
        <dgm:presLayoutVars>
          <dgm:bulletEnabled val="1"/>
        </dgm:presLayoutVars>
      </dgm:prSet>
      <dgm:spPr/>
    </dgm:pt>
  </dgm:ptLst>
  <dgm:cxnLst>
    <dgm:cxn modelId="{C3F24401-29DE-45A0-AB55-9E7A21BD1422}" srcId="{B08259F2-D688-4040-BF0F-3C24CF12A183}" destId="{342DEF4A-D20C-456A-AAA6-DF4641852EEA}" srcOrd="5" destOrd="0" parTransId="{07B6A34B-5C96-453D-A334-5419C9295FA2}" sibTransId="{2B8C3691-B10D-407C-9AD5-3964FED1A610}"/>
    <dgm:cxn modelId="{A9263305-C8EB-4A86-9621-63DB72E47FF4}" type="presOf" srcId="{EDDCA1BD-1A44-4CD1-B6BE-0453F8AD0DDE}" destId="{6F2EC7B5-5A9F-4AEA-9B97-9F3B54E59996}" srcOrd="0" destOrd="0" presId="urn:microsoft.com/office/officeart/2005/8/layout/arrow5"/>
    <dgm:cxn modelId="{A6E9F205-546A-4ACB-A6FC-DC1DB8486082}" type="presOf" srcId="{ABBDC2D6-D0F9-40A6-A7C7-ACFAB2A18893}" destId="{264EBDF1-4EC6-4C12-91D9-4C95F3BE798B}" srcOrd="0" destOrd="0" presId="urn:microsoft.com/office/officeart/2005/8/layout/arrow5"/>
    <dgm:cxn modelId="{BE754506-5D97-4FFD-B645-1A805C656584}" type="presOf" srcId="{E588EDFF-2DF1-49CA-8FAB-733A7F509B13}" destId="{9D4FE88F-1A74-4E84-A961-04D4B20AA4C5}" srcOrd="0" destOrd="0" presId="urn:microsoft.com/office/officeart/2005/8/layout/arrow5"/>
    <dgm:cxn modelId="{30958E0A-D970-4FC1-B9FB-E5426DE8D247}" srcId="{B08259F2-D688-4040-BF0F-3C24CF12A183}" destId="{DEE6C553-E003-4FCC-B94A-11CF22AEB593}" srcOrd="8" destOrd="0" parTransId="{442E0DA8-3B5F-4334-B11B-4E318FB30418}" sibTransId="{0B7739A1-A157-49DA-A0EC-876CFB88428B}"/>
    <dgm:cxn modelId="{ECD0FA0C-86F5-4F8C-B70D-BB0596EC60B4}" srcId="{B08259F2-D688-4040-BF0F-3C24CF12A183}" destId="{EDDCA1BD-1A44-4CD1-B6BE-0453F8AD0DDE}" srcOrd="10" destOrd="0" parTransId="{F7AC2FA5-58F7-49B6-A2D6-DD528D960DFC}" sibTransId="{BAF7E0AB-3B42-45C2-A989-C60C1C2E5945}"/>
    <dgm:cxn modelId="{9120BE1E-F9F0-4563-847E-4B9CBD683776}" type="presOf" srcId="{EA5285D2-4569-427E-AED3-9AA07555D5A5}" destId="{623F15E2-D86B-4B0F-9D13-C318A58D6B55}" srcOrd="0" destOrd="0" presId="urn:microsoft.com/office/officeart/2005/8/layout/arrow5"/>
    <dgm:cxn modelId="{FDE9FA21-9798-4E75-B05A-171CE7789639}" type="presOf" srcId="{1D203BC9-6BE5-40EA-9D50-B2A5BEF97CA3}" destId="{E4DCCBA5-0EA5-4C22-8B71-79DABF737B76}" srcOrd="0" destOrd="0" presId="urn:microsoft.com/office/officeart/2005/8/layout/arrow5"/>
    <dgm:cxn modelId="{C4892D2F-6C85-4CD0-BF6B-7FED9296C14F}" srcId="{B08259F2-D688-4040-BF0F-3C24CF12A183}" destId="{80AB4D89-2894-4E05-B856-51495A6D8080}" srcOrd="9" destOrd="0" parTransId="{5804D9BD-A80B-4474-92F4-B8D3A902CFF4}" sibTransId="{18B06AEE-2993-4DF2-ACC7-01FBDFFE021F}"/>
    <dgm:cxn modelId="{7D029B32-F305-4307-8AF9-E2F21FEF488B}" type="presOf" srcId="{502CE491-455A-4754-86BA-A0FA830B0185}" destId="{3FEFA74A-0502-450A-AACD-A0209C27C547}" srcOrd="0" destOrd="0" presId="urn:microsoft.com/office/officeart/2005/8/layout/arrow5"/>
    <dgm:cxn modelId="{5A8FB732-E20B-421C-980A-D0B02B1FF80D}" type="presOf" srcId="{D1474327-81BA-4C95-96D3-22F2C21BCC2E}" destId="{485F4834-9E28-429B-8A5B-7113B9E29611}" srcOrd="0" destOrd="0" presId="urn:microsoft.com/office/officeart/2005/8/layout/arrow5"/>
    <dgm:cxn modelId="{9ED48934-5824-477F-AB45-C67221870F09}" srcId="{B08259F2-D688-4040-BF0F-3C24CF12A183}" destId="{FEE0EAA4-225F-49A1-B419-80C862D1F3A3}" srcOrd="20" destOrd="0" parTransId="{E2EA1022-7D05-44D0-9CE9-4836B124F851}" sibTransId="{5B770F97-B073-4E18-A759-40195F1403DE}"/>
    <dgm:cxn modelId="{6598CF35-CF1B-4673-9B85-063D9E2F92BB}" type="presOf" srcId="{FEE0EAA4-225F-49A1-B419-80C862D1F3A3}" destId="{650615B3-C4AD-4594-9E42-F7BA1F8B2B94}" srcOrd="0" destOrd="0" presId="urn:microsoft.com/office/officeart/2005/8/layout/arrow5"/>
    <dgm:cxn modelId="{7DE18C39-A5F4-4691-9AF9-1D844D2984C2}" type="presOf" srcId="{4B60331B-2B80-4774-A33A-B85917621AA1}" destId="{1DFC13B1-A5A3-45FE-9101-B63CB9ACA318}" srcOrd="0" destOrd="0" presId="urn:microsoft.com/office/officeart/2005/8/layout/arrow5"/>
    <dgm:cxn modelId="{3EF24C3C-8171-479A-97A1-009774F6C8FF}" srcId="{B08259F2-D688-4040-BF0F-3C24CF12A183}" destId="{502CE491-455A-4754-86BA-A0FA830B0185}" srcOrd="18" destOrd="0" parTransId="{C48EACA8-BBC4-488B-826F-AB0742D251A2}" sibTransId="{5C00FA4A-39D6-4191-A85C-CC676EB05316}"/>
    <dgm:cxn modelId="{B97BD840-A3AC-43D8-9A25-7543C3B4BEE2}" type="presOf" srcId="{B08259F2-D688-4040-BF0F-3C24CF12A183}" destId="{57FED6A8-179B-4570-9A51-4773603B8B04}" srcOrd="0" destOrd="0" presId="urn:microsoft.com/office/officeart/2005/8/layout/arrow5"/>
    <dgm:cxn modelId="{0F78095B-D9F8-4A6B-B04F-DA89BFD40443}" type="presOf" srcId="{D85CDE71-DCF5-4F15-A95D-C3C0199E0253}" destId="{952266C5-3013-4F5F-ADAF-ED2FD408FDDC}" srcOrd="0" destOrd="0" presId="urn:microsoft.com/office/officeart/2005/8/layout/arrow5"/>
    <dgm:cxn modelId="{F4ADEF5F-8756-42C7-9D37-B43FED5B84D0}" type="presOf" srcId="{6BEF3AF9-7C22-438E-98C5-563E7D4180D6}" destId="{54C676B3-F572-4D97-B280-CE05E0B6315A}" srcOrd="0" destOrd="0" presId="urn:microsoft.com/office/officeart/2005/8/layout/arrow5"/>
    <dgm:cxn modelId="{A7088441-5580-495E-8D09-8D8A3EF44C90}" srcId="{B08259F2-D688-4040-BF0F-3C24CF12A183}" destId="{4B60331B-2B80-4774-A33A-B85917621AA1}" srcOrd="19" destOrd="0" parTransId="{B9CDDD3D-659B-4109-A051-9748A1562477}" sibTransId="{FA243E31-AB72-4FA6-8DCB-F97924A33742}"/>
    <dgm:cxn modelId="{62012C42-44F3-494D-BB00-D0823FED798A}" type="presOf" srcId="{80AB4D89-2894-4E05-B856-51495A6D8080}" destId="{30E8F5E9-C1D3-419D-9C04-83D4FB176A27}" srcOrd="0" destOrd="0" presId="urn:microsoft.com/office/officeart/2005/8/layout/arrow5"/>
    <dgm:cxn modelId="{B147C84B-79BF-471D-9629-76C0983BF247}" srcId="{B08259F2-D688-4040-BF0F-3C24CF12A183}" destId="{41B7688F-0443-47DB-BC59-D32DB665EB43}" srcOrd="12" destOrd="0" parTransId="{2AE451E6-2E16-41F8-9848-AD83CE1971FF}" sibTransId="{73415C28-3F4C-4652-B21E-EB998F85A120}"/>
    <dgm:cxn modelId="{1DE8EC52-5CA4-49D3-998B-B530E3EB5B7A}" type="presOf" srcId="{CE4AA0F9-026A-4401-BE13-B1C32E2548B2}" destId="{DB20F0E7-B637-4736-BAD5-291D0FEF2381}" srcOrd="0" destOrd="0" presId="urn:microsoft.com/office/officeart/2005/8/layout/arrow5"/>
    <dgm:cxn modelId="{68F6DC55-B08A-49F3-8E4E-142907D13EF4}" srcId="{B08259F2-D688-4040-BF0F-3C24CF12A183}" destId="{D1474327-81BA-4C95-96D3-22F2C21BCC2E}" srcOrd="17" destOrd="0" parTransId="{E07DB527-C7E4-43CD-AF44-8F257D4C049F}" sibTransId="{652F9A00-1152-4655-BBD7-4A43FC879866}"/>
    <dgm:cxn modelId="{7DBBFE78-F296-4D4E-A674-92929BA4E07F}" type="presOf" srcId="{3E62C6AF-E7F7-4005-B5AD-F2945BBDD3D6}" destId="{3C5A9CBC-9A75-4F95-B508-685CDB5922A1}" srcOrd="0" destOrd="0" presId="urn:microsoft.com/office/officeart/2005/8/layout/arrow5"/>
    <dgm:cxn modelId="{8FCE3F80-6F06-437B-98B3-7177C65F9303}" type="presOf" srcId="{5E551394-CD5E-4206-9051-C5CF3BE36AE0}" destId="{786B6CF4-CF47-492C-8DF2-BBB008038FC1}" srcOrd="0" destOrd="0" presId="urn:microsoft.com/office/officeart/2005/8/layout/arrow5"/>
    <dgm:cxn modelId="{533A8287-C071-4708-B8BF-6C4063D7180A}" type="presOf" srcId="{3DC9F186-C06A-4E0B-B1DF-F5694A54297D}" destId="{83735135-8460-433C-A262-75E34D7B06CA}" srcOrd="0" destOrd="0" presId="urn:microsoft.com/office/officeart/2005/8/layout/arrow5"/>
    <dgm:cxn modelId="{C2595488-DE2B-41A5-82F5-4B2FDD261C0F}" type="presOf" srcId="{9F76CCEA-2E87-4AC5-AC13-6DF92A3EF364}" destId="{1E9588B9-067A-4BB8-8260-D2E023DE409F}" srcOrd="0" destOrd="0" presId="urn:microsoft.com/office/officeart/2005/8/layout/arrow5"/>
    <dgm:cxn modelId="{0FAFA589-0F8A-4853-9926-DF36863D6A4C}" srcId="{B08259F2-D688-4040-BF0F-3C24CF12A183}" destId="{3DC9F186-C06A-4E0B-B1DF-F5694A54297D}" srcOrd="11" destOrd="0" parTransId="{6014EA88-8983-479F-B089-10E011B351AC}" sibTransId="{67C8CF62-DCED-4562-8BED-3D9787E5B725}"/>
    <dgm:cxn modelId="{E90D9096-1CF7-4778-A1C9-6A85868F33FF}" srcId="{B08259F2-D688-4040-BF0F-3C24CF12A183}" destId="{E588EDFF-2DF1-49CA-8FAB-733A7F509B13}" srcOrd="13" destOrd="0" parTransId="{53766A7D-48FF-4590-A499-942E5740519D}" sibTransId="{33C347B3-3752-4C92-8066-EDEC4063CA79}"/>
    <dgm:cxn modelId="{97B67199-EACD-4F92-992A-D93D62B3341D}" type="presOf" srcId="{342DEF4A-D20C-456A-AAA6-DF4641852EEA}" destId="{110318AA-D7D2-482D-965A-B1BA22FCB6D0}" srcOrd="0" destOrd="0" presId="urn:microsoft.com/office/officeart/2005/8/layout/arrow5"/>
    <dgm:cxn modelId="{58866DA1-A467-4ADE-AE48-3FA53CD889AF}" srcId="{B08259F2-D688-4040-BF0F-3C24CF12A183}" destId="{967EC70E-5FE8-4BD1-87CF-5296EBDC8EEC}" srcOrd="0" destOrd="0" parTransId="{FE5C5E90-7F09-4CD2-A9FF-AE51AE8186C7}" sibTransId="{E7C68E10-49CD-4F35-8EB5-3B47810E3211}"/>
    <dgm:cxn modelId="{4BF7FFA1-24E1-418C-A26D-2EA5058FE2A8}" type="presOf" srcId="{DEE6C553-E003-4FCC-B94A-11CF22AEB593}" destId="{7D676581-FED5-4CF6-B5B2-59F179A52D9A}" srcOrd="0" destOrd="0" presId="urn:microsoft.com/office/officeart/2005/8/layout/arrow5"/>
    <dgm:cxn modelId="{36CB76A5-4FBB-41FC-82B2-739577850ABA}" srcId="{B08259F2-D688-4040-BF0F-3C24CF12A183}" destId="{6BEF3AF9-7C22-438E-98C5-563E7D4180D6}" srcOrd="3" destOrd="0" parTransId="{89FA6EFC-71E9-48A0-A76B-C874EB581CC6}" sibTransId="{2F945289-B70E-4343-B985-2B2D4034D78F}"/>
    <dgm:cxn modelId="{CB3116A7-13B4-4D95-955C-B5A0DDDAC7D6}" srcId="{B08259F2-D688-4040-BF0F-3C24CF12A183}" destId="{3E62C6AF-E7F7-4005-B5AD-F2945BBDD3D6}" srcOrd="2" destOrd="0" parTransId="{65DC5F46-A649-4C77-9F3E-2E37907CAF92}" sibTransId="{0691B065-7AC5-4C5C-AAED-27481954C5E5}"/>
    <dgm:cxn modelId="{ED0D02AE-916D-4D64-BA6A-5CAB27393EA3}" srcId="{B08259F2-D688-4040-BF0F-3C24CF12A183}" destId="{ABBDC2D6-D0F9-40A6-A7C7-ACFAB2A18893}" srcOrd="1" destOrd="0" parTransId="{29348918-94CB-433D-B780-2CC04D0EAFA9}" sibTransId="{21AC3677-FDFB-433C-9DA4-574A0E6013D8}"/>
    <dgm:cxn modelId="{391091AF-25FE-48A8-8A07-5DCFD9721499}" srcId="{B08259F2-D688-4040-BF0F-3C24CF12A183}" destId="{1D203BC9-6BE5-40EA-9D50-B2A5BEF97CA3}" srcOrd="16" destOrd="0" parTransId="{910F2525-553B-4A07-8416-998BD6790B03}" sibTransId="{8709C8A0-A00E-43F8-AA7B-DA9ED38FBE55}"/>
    <dgm:cxn modelId="{4C19B4B4-D129-4C41-852F-235A46B36494}" type="presOf" srcId="{41B7688F-0443-47DB-BC59-D32DB665EB43}" destId="{C459A6F8-F687-4B7A-BCD8-4C6069D34DE0}" srcOrd="0" destOrd="0" presId="urn:microsoft.com/office/officeart/2005/8/layout/arrow5"/>
    <dgm:cxn modelId="{E476D6B7-B83D-46CE-B573-C35696F3D872}" srcId="{B08259F2-D688-4040-BF0F-3C24CF12A183}" destId="{D85CDE71-DCF5-4F15-A95D-C3C0199E0253}" srcOrd="6" destOrd="0" parTransId="{635AE036-F1ED-4CE2-8A8E-47BFAD695808}" sibTransId="{59A78CCC-EF11-41D0-86DE-9B3333159941}"/>
    <dgm:cxn modelId="{515A8EC6-36C3-4943-BFED-3E2776C95F1F}" type="presOf" srcId="{967EC70E-5FE8-4BD1-87CF-5296EBDC8EEC}" destId="{DB3CBBAA-511F-411D-84A3-1610B1B4BDE0}" srcOrd="0" destOrd="0" presId="urn:microsoft.com/office/officeart/2005/8/layout/arrow5"/>
    <dgm:cxn modelId="{405451D1-76DD-488E-94A6-D69315554DA7}" srcId="{B08259F2-D688-4040-BF0F-3C24CF12A183}" destId="{EA5285D2-4569-427E-AED3-9AA07555D5A5}" srcOrd="4" destOrd="0" parTransId="{2C75956D-0069-4CAB-B935-B9D13D9B50FD}" sibTransId="{E3F32F3F-D9AD-4B88-8A6F-C8E73531C05E}"/>
    <dgm:cxn modelId="{4B8F5DE9-02E5-4129-B34E-C0F940BBC751}" srcId="{B08259F2-D688-4040-BF0F-3C24CF12A183}" destId="{9F76CCEA-2E87-4AC5-AC13-6DF92A3EF364}" srcOrd="7" destOrd="0" parTransId="{B3546C8F-8825-4973-99A4-8F5B505AAE4E}" sibTransId="{B54BF423-3942-4F76-883A-A2C321EF3F08}"/>
    <dgm:cxn modelId="{CD9F01F6-543F-4373-99F0-98AC8F3F2967}" srcId="{B08259F2-D688-4040-BF0F-3C24CF12A183}" destId="{5E551394-CD5E-4206-9051-C5CF3BE36AE0}" srcOrd="14" destOrd="0" parTransId="{069F364A-5EA2-4ADA-BCD8-1E0914AE6BF7}" sibTransId="{F4844326-9FE1-4672-9D3B-C7110D2141B1}"/>
    <dgm:cxn modelId="{29CA48FE-6158-4470-98CC-70C87B4E12F2}" srcId="{B08259F2-D688-4040-BF0F-3C24CF12A183}" destId="{CE4AA0F9-026A-4401-BE13-B1C32E2548B2}" srcOrd="15" destOrd="0" parTransId="{9C411C6C-8DC4-43CD-AE75-EF1018FDC297}" sibTransId="{1B70811D-9D03-4A57-9045-8654AD0FB376}"/>
    <dgm:cxn modelId="{6F1BC27F-258B-48C0-8E88-A4EAA4F6CC60}" type="presParOf" srcId="{57FED6A8-179B-4570-9A51-4773603B8B04}" destId="{DB3CBBAA-511F-411D-84A3-1610B1B4BDE0}" srcOrd="0" destOrd="0" presId="urn:microsoft.com/office/officeart/2005/8/layout/arrow5"/>
    <dgm:cxn modelId="{A9134883-4483-4628-AF9D-9A03420AEE5F}" type="presParOf" srcId="{57FED6A8-179B-4570-9A51-4773603B8B04}" destId="{264EBDF1-4EC6-4C12-91D9-4C95F3BE798B}" srcOrd="1" destOrd="0" presId="urn:microsoft.com/office/officeart/2005/8/layout/arrow5"/>
    <dgm:cxn modelId="{B52E4215-F7F2-4B92-9B03-BD95CF5ED8D9}" type="presParOf" srcId="{57FED6A8-179B-4570-9A51-4773603B8B04}" destId="{3C5A9CBC-9A75-4F95-B508-685CDB5922A1}" srcOrd="2" destOrd="0" presId="urn:microsoft.com/office/officeart/2005/8/layout/arrow5"/>
    <dgm:cxn modelId="{A2AC43BE-9AE4-4CD6-9B70-4EDC2B0A0652}" type="presParOf" srcId="{57FED6A8-179B-4570-9A51-4773603B8B04}" destId="{54C676B3-F572-4D97-B280-CE05E0B6315A}" srcOrd="3" destOrd="0" presId="urn:microsoft.com/office/officeart/2005/8/layout/arrow5"/>
    <dgm:cxn modelId="{9242CB4B-FA1B-411F-9838-D271E29A24D4}" type="presParOf" srcId="{57FED6A8-179B-4570-9A51-4773603B8B04}" destId="{623F15E2-D86B-4B0F-9D13-C318A58D6B55}" srcOrd="4" destOrd="0" presId="urn:microsoft.com/office/officeart/2005/8/layout/arrow5"/>
    <dgm:cxn modelId="{C1CB2070-74C2-486C-AD2A-645D39BB1A95}" type="presParOf" srcId="{57FED6A8-179B-4570-9A51-4773603B8B04}" destId="{110318AA-D7D2-482D-965A-B1BA22FCB6D0}" srcOrd="5" destOrd="0" presId="urn:microsoft.com/office/officeart/2005/8/layout/arrow5"/>
    <dgm:cxn modelId="{B9DFA917-400A-4ECB-B421-A03DB92908C7}" type="presParOf" srcId="{57FED6A8-179B-4570-9A51-4773603B8B04}" destId="{952266C5-3013-4F5F-ADAF-ED2FD408FDDC}" srcOrd="6" destOrd="0" presId="urn:microsoft.com/office/officeart/2005/8/layout/arrow5"/>
    <dgm:cxn modelId="{CE04F48F-141F-495E-85D7-EEE7FF7381B1}" type="presParOf" srcId="{57FED6A8-179B-4570-9A51-4773603B8B04}" destId="{1E9588B9-067A-4BB8-8260-D2E023DE409F}" srcOrd="7" destOrd="0" presId="urn:microsoft.com/office/officeart/2005/8/layout/arrow5"/>
    <dgm:cxn modelId="{6D4BDA75-498C-4102-8D61-9915491E08D5}" type="presParOf" srcId="{57FED6A8-179B-4570-9A51-4773603B8B04}" destId="{7D676581-FED5-4CF6-B5B2-59F179A52D9A}" srcOrd="8" destOrd="0" presId="urn:microsoft.com/office/officeart/2005/8/layout/arrow5"/>
    <dgm:cxn modelId="{073EFA6B-BD09-44F4-B22E-B41BAF151C19}" type="presParOf" srcId="{57FED6A8-179B-4570-9A51-4773603B8B04}" destId="{30E8F5E9-C1D3-419D-9C04-83D4FB176A27}" srcOrd="9" destOrd="0" presId="urn:microsoft.com/office/officeart/2005/8/layout/arrow5"/>
    <dgm:cxn modelId="{358C3C13-0E08-4382-9A41-134E81D66C79}" type="presParOf" srcId="{57FED6A8-179B-4570-9A51-4773603B8B04}" destId="{6F2EC7B5-5A9F-4AEA-9B97-9F3B54E59996}" srcOrd="10" destOrd="0" presId="urn:microsoft.com/office/officeart/2005/8/layout/arrow5"/>
    <dgm:cxn modelId="{7FD1B4C1-3BE5-4B75-890B-E0FEE283A5D7}" type="presParOf" srcId="{57FED6A8-179B-4570-9A51-4773603B8B04}" destId="{83735135-8460-433C-A262-75E34D7B06CA}" srcOrd="11" destOrd="0" presId="urn:microsoft.com/office/officeart/2005/8/layout/arrow5"/>
    <dgm:cxn modelId="{64699492-06A9-467B-9CF7-D5089A497766}" type="presParOf" srcId="{57FED6A8-179B-4570-9A51-4773603B8B04}" destId="{C459A6F8-F687-4B7A-BCD8-4C6069D34DE0}" srcOrd="12" destOrd="0" presId="urn:microsoft.com/office/officeart/2005/8/layout/arrow5"/>
    <dgm:cxn modelId="{83251641-76A0-40A6-B1C0-AE16F02B8A67}" type="presParOf" srcId="{57FED6A8-179B-4570-9A51-4773603B8B04}" destId="{9D4FE88F-1A74-4E84-A961-04D4B20AA4C5}" srcOrd="13" destOrd="0" presId="urn:microsoft.com/office/officeart/2005/8/layout/arrow5"/>
    <dgm:cxn modelId="{5FBB2673-C971-464C-BF3B-19A4DC1654B1}" type="presParOf" srcId="{57FED6A8-179B-4570-9A51-4773603B8B04}" destId="{786B6CF4-CF47-492C-8DF2-BBB008038FC1}" srcOrd="14" destOrd="0" presId="urn:microsoft.com/office/officeart/2005/8/layout/arrow5"/>
    <dgm:cxn modelId="{D1301B9E-4ADA-4DCB-80F5-8F89FC78E648}" type="presParOf" srcId="{57FED6A8-179B-4570-9A51-4773603B8B04}" destId="{DB20F0E7-B637-4736-BAD5-291D0FEF2381}" srcOrd="15" destOrd="0" presId="urn:microsoft.com/office/officeart/2005/8/layout/arrow5"/>
    <dgm:cxn modelId="{9970DD0E-A7CC-4CC7-9380-31DD0FA5673A}" type="presParOf" srcId="{57FED6A8-179B-4570-9A51-4773603B8B04}" destId="{E4DCCBA5-0EA5-4C22-8B71-79DABF737B76}" srcOrd="16" destOrd="0" presId="urn:microsoft.com/office/officeart/2005/8/layout/arrow5"/>
    <dgm:cxn modelId="{D47EC0A0-8705-4234-A6C3-11E2B43EAECA}" type="presParOf" srcId="{57FED6A8-179B-4570-9A51-4773603B8B04}" destId="{485F4834-9E28-429B-8A5B-7113B9E29611}" srcOrd="17" destOrd="0" presId="urn:microsoft.com/office/officeart/2005/8/layout/arrow5"/>
    <dgm:cxn modelId="{BF0D1D02-267F-4885-8A0C-CCAE65B12EF3}" type="presParOf" srcId="{57FED6A8-179B-4570-9A51-4773603B8B04}" destId="{3FEFA74A-0502-450A-AACD-A0209C27C547}" srcOrd="18" destOrd="0" presId="urn:microsoft.com/office/officeart/2005/8/layout/arrow5"/>
    <dgm:cxn modelId="{C225F270-8571-49E8-BD95-A10EDB1C587C}" type="presParOf" srcId="{57FED6A8-179B-4570-9A51-4773603B8B04}" destId="{1DFC13B1-A5A3-45FE-9101-B63CB9ACA318}" srcOrd="19" destOrd="0" presId="urn:microsoft.com/office/officeart/2005/8/layout/arrow5"/>
    <dgm:cxn modelId="{B67830E1-23D8-4889-B117-3209FE769E78}" type="presParOf" srcId="{57FED6A8-179B-4570-9A51-4773603B8B04}" destId="{650615B3-C4AD-4594-9E42-F7BA1F8B2B94}" srcOrd="20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280FF6-0F8A-4CAE-B6A2-7EE03A964115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88BC3EF-98D9-45A3-96BF-7C68B1944021}">
      <dgm:prSet/>
      <dgm:spPr/>
      <dgm:t>
        <a:bodyPr/>
        <a:lstStyle/>
        <a:p>
          <a:r>
            <a:rPr lang="en-US" dirty="0"/>
            <a:t>WAIT_START</a:t>
          </a:r>
        </a:p>
      </dgm:t>
    </dgm:pt>
    <dgm:pt modelId="{AB138FF9-2967-45A9-B892-B79B684CD7A8}" type="parTrans" cxnId="{AB8FE770-16B9-498E-8276-DA9E7A2FD146}">
      <dgm:prSet/>
      <dgm:spPr/>
      <dgm:t>
        <a:bodyPr/>
        <a:lstStyle/>
        <a:p>
          <a:endParaRPr lang="en-US"/>
        </a:p>
      </dgm:t>
    </dgm:pt>
    <dgm:pt modelId="{257B3D58-EF9F-4D5C-9313-114BD0DBD02A}" type="sibTrans" cxnId="{AB8FE770-16B9-498E-8276-DA9E7A2FD146}">
      <dgm:prSet/>
      <dgm:spPr/>
      <dgm:t>
        <a:bodyPr/>
        <a:lstStyle/>
        <a:p>
          <a:endParaRPr lang="en-US"/>
        </a:p>
      </dgm:t>
    </dgm:pt>
    <dgm:pt modelId="{334CA9C3-CEC4-4F29-8612-7F5757C92A59}">
      <dgm:prSet/>
      <dgm:spPr/>
      <dgm:t>
        <a:bodyPr/>
        <a:lstStyle/>
        <a:p>
          <a:r>
            <a:rPr lang="en-GB" dirty="0"/>
            <a:t>PL_LIFTER_MOVE_DOWN</a:t>
          </a:r>
          <a:endParaRPr lang="en-US" dirty="0"/>
        </a:p>
      </dgm:t>
    </dgm:pt>
    <dgm:pt modelId="{5937F732-F4D4-4083-A967-82AE2F75BB47}" type="parTrans" cxnId="{90B96207-F1E1-4C58-B602-C5F41305BEDB}">
      <dgm:prSet/>
      <dgm:spPr/>
      <dgm:t>
        <a:bodyPr/>
        <a:lstStyle/>
        <a:p>
          <a:endParaRPr lang="en-US"/>
        </a:p>
      </dgm:t>
    </dgm:pt>
    <dgm:pt modelId="{716425FC-55B8-414D-A6B7-CB7BD15A9642}" type="sibTrans" cxnId="{90B96207-F1E1-4C58-B602-C5F41305BEDB}">
      <dgm:prSet/>
      <dgm:spPr/>
      <dgm:t>
        <a:bodyPr/>
        <a:lstStyle/>
        <a:p>
          <a:endParaRPr lang="en-US"/>
        </a:p>
      </dgm:t>
    </dgm:pt>
    <dgm:pt modelId="{77610FF1-6B7D-4CA0-9793-B74B04604415}">
      <dgm:prSet/>
      <dgm:spPr/>
      <dgm:t>
        <a:bodyPr/>
        <a:lstStyle/>
        <a:p>
          <a:r>
            <a:rPr lang="en-US" dirty="0"/>
            <a:t>PL_FORK_OPEN </a:t>
          </a:r>
        </a:p>
      </dgm:t>
    </dgm:pt>
    <dgm:pt modelId="{ABF81051-38CD-490E-AA2E-7DC32631C9D8}" type="parTrans" cxnId="{3B9ABD70-DDFE-47E9-948B-A7972427848E}">
      <dgm:prSet/>
      <dgm:spPr/>
      <dgm:t>
        <a:bodyPr/>
        <a:lstStyle/>
        <a:p>
          <a:endParaRPr lang="en-US"/>
        </a:p>
      </dgm:t>
    </dgm:pt>
    <dgm:pt modelId="{3C0F8954-0EDF-40CA-B8FF-572164C968FB}" type="sibTrans" cxnId="{3B9ABD70-DDFE-47E9-948B-A7972427848E}">
      <dgm:prSet/>
      <dgm:spPr/>
      <dgm:t>
        <a:bodyPr/>
        <a:lstStyle/>
        <a:p>
          <a:endParaRPr lang="en-US"/>
        </a:p>
      </dgm:t>
    </dgm:pt>
    <dgm:pt modelId="{E361DD8E-1964-48ED-8574-D467ED045A73}">
      <dgm:prSet/>
      <dgm:spPr/>
      <dgm:t>
        <a:bodyPr/>
        <a:lstStyle/>
        <a:p>
          <a:r>
            <a:rPr lang="en-GB" dirty="0"/>
            <a:t>PL_LIFTER_BACK_TO_POS </a:t>
          </a:r>
          <a:endParaRPr lang="en-US" dirty="0"/>
        </a:p>
      </dgm:t>
    </dgm:pt>
    <dgm:pt modelId="{7AF63B8C-4113-400D-BB7C-7F506803647A}" type="parTrans" cxnId="{71152B8D-4D63-408E-84D2-D3E46D641D6E}">
      <dgm:prSet/>
      <dgm:spPr/>
      <dgm:t>
        <a:bodyPr/>
        <a:lstStyle/>
        <a:p>
          <a:endParaRPr lang="en-US"/>
        </a:p>
      </dgm:t>
    </dgm:pt>
    <dgm:pt modelId="{4259A7ED-5EC7-4F7E-9126-5F7BAB5FED4B}" type="sibTrans" cxnId="{71152B8D-4D63-408E-84D2-D3E46D641D6E}">
      <dgm:prSet/>
      <dgm:spPr/>
      <dgm:t>
        <a:bodyPr/>
        <a:lstStyle/>
        <a:p>
          <a:endParaRPr lang="en-US"/>
        </a:p>
      </dgm:t>
    </dgm:pt>
    <dgm:pt modelId="{AE7C2B36-4E9B-4FBC-B572-BC4BFE1E1E59}">
      <dgm:prSet/>
      <dgm:spPr/>
      <dgm:t>
        <a:bodyPr/>
        <a:lstStyle/>
        <a:p>
          <a:r>
            <a:rPr lang="en-US" dirty="0"/>
            <a:t>PL_FORK_LOCKED </a:t>
          </a:r>
        </a:p>
      </dgm:t>
    </dgm:pt>
    <dgm:pt modelId="{CC782DF4-C766-4FEC-8E54-CBC113A087AA}" type="parTrans" cxnId="{0C390043-D55F-428E-B7B8-5714C0118038}">
      <dgm:prSet/>
      <dgm:spPr/>
      <dgm:t>
        <a:bodyPr/>
        <a:lstStyle/>
        <a:p>
          <a:endParaRPr lang="en-US"/>
        </a:p>
      </dgm:t>
    </dgm:pt>
    <dgm:pt modelId="{B27DD928-1925-4B70-B8C1-B313071DBF41}" type="sibTrans" cxnId="{0C390043-D55F-428E-B7B8-5714C0118038}">
      <dgm:prSet/>
      <dgm:spPr/>
      <dgm:t>
        <a:bodyPr/>
        <a:lstStyle/>
        <a:p>
          <a:endParaRPr lang="en-US"/>
        </a:p>
      </dgm:t>
    </dgm:pt>
    <dgm:pt modelId="{E0636D6C-54DA-47D8-8A46-E1D3EFAECF66}">
      <dgm:prSet/>
      <dgm:spPr/>
      <dgm:t>
        <a:bodyPr/>
        <a:lstStyle/>
        <a:p>
          <a:r>
            <a:rPr lang="en-US" dirty="0"/>
            <a:t>PL_LIFTER_LOCKED </a:t>
          </a:r>
        </a:p>
      </dgm:t>
    </dgm:pt>
    <dgm:pt modelId="{C019A85D-C9B5-4685-8AF0-DC7E37C67D2A}" type="parTrans" cxnId="{9FFDC1E9-01B6-4F0F-81F4-814D039EBEDA}">
      <dgm:prSet/>
      <dgm:spPr/>
      <dgm:t>
        <a:bodyPr/>
        <a:lstStyle/>
        <a:p>
          <a:endParaRPr lang="en-US"/>
        </a:p>
      </dgm:t>
    </dgm:pt>
    <dgm:pt modelId="{947CD9E3-0C30-4C57-8F90-E8451DF14B06}" type="sibTrans" cxnId="{9FFDC1E9-01B6-4F0F-81F4-814D039EBEDA}">
      <dgm:prSet/>
      <dgm:spPr/>
      <dgm:t>
        <a:bodyPr/>
        <a:lstStyle/>
        <a:p>
          <a:endParaRPr lang="en-US"/>
        </a:p>
      </dgm:t>
    </dgm:pt>
    <dgm:pt modelId="{BF11B35D-9771-4198-BE1C-9834EC7D087D}">
      <dgm:prSet/>
      <dgm:spPr/>
      <dgm:t>
        <a:bodyPr/>
        <a:lstStyle/>
        <a:p>
          <a:r>
            <a:rPr lang="en-GB" dirty="0"/>
            <a:t>START_PL_CONVY_1</a:t>
          </a:r>
          <a:endParaRPr lang="en-US" dirty="0"/>
        </a:p>
      </dgm:t>
    </dgm:pt>
    <dgm:pt modelId="{281D7D88-6687-4095-86F2-FD598563C2F4}" type="parTrans" cxnId="{4C3F17F4-6EE4-45CD-9658-CF563E17E836}">
      <dgm:prSet/>
      <dgm:spPr/>
      <dgm:t>
        <a:bodyPr/>
        <a:lstStyle/>
        <a:p>
          <a:endParaRPr lang="en-US"/>
        </a:p>
      </dgm:t>
    </dgm:pt>
    <dgm:pt modelId="{2398AA59-4AAF-40DF-9939-1FFE971C6578}" type="sibTrans" cxnId="{4C3F17F4-6EE4-45CD-9658-CF563E17E836}">
      <dgm:prSet/>
      <dgm:spPr/>
      <dgm:t>
        <a:bodyPr/>
        <a:lstStyle/>
        <a:p>
          <a:endParaRPr lang="en-US"/>
        </a:p>
      </dgm:t>
    </dgm:pt>
    <dgm:pt modelId="{03A5F1DC-2C86-403D-8A0D-CE29931D2F2B}">
      <dgm:prSet/>
      <dgm:spPr/>
      <dgm:t>
        <a:bodyPr/>
        <a:lstStyle/>
        <a:p>
          <a:r>
            <a:rPr lang="en-GB" dirty="0"/>
            <a:t>START_PL_CONVY_2</a:t>
          </a:r>
          <a:endParaRPr lang="en-US" dirty="0"/>
        </a:p>
      </dgm:t>
    </dgm:pt>
    <dgm:pt modelId="{FB3A5987-EBB5-4683-B41E-98BA85C55E25}" type="parTrans" cxnId="{E015AD55-1F1A-4AF3-B1AD-3B1237F2E2F1}">
      <dgm:prSet/>
      <dgm:spPr/>
      <dgm:t>
        <a:bodyPr/>
        <a:lstStyle/>
        <a:p>
          <a:endParaRPr lang="en-US"/>
        </a:p>
      </dgm:t>
    </dgm:pt>
    <dgm:pt modelId="{AB7B2726-535B-45DE-8588-4052D5089C82}" type="sibTrans" cxnId="{E015AD55-1F1A-4AF3-B1AD-3B1237F2E2F1}">
      <dgm:prSet/>
      <dgm:spPr/>
      <dgm:t>
        <a:bodyPr/>
        <a:lstStyle/>
        <a:p>
          <a:endParaRPr lang="en-US"/>
        </a:p>
      </dgm:t>
    </dgm:pt>
    <dgm:pt modelId="{E0FE4310-A533-4DD7-8B58-60FB1FFCAE91}">
      <dgm:prSet/>
      <dgm:spPr/>
      <dgm:t>
        <a:bodyPr/>
        <a:lstStyle/>
        <a:p>
          <a:r>
            <a:rPr lang="en-US" dirty="0"/>
            <a:t>LIGHT_BARRIER_2</a:t>
          </a:r>
        </a:p>
      </dgm:t>
    </dgm:pt>
    <dgm:pt modelId="{A941ECC3-FCAB-4223-9930-4B3C0D797491}" type="parTrans" cxnId="{B2DB75EA-A4B8-4A2A-81ED-D1C8FD891559}">
      <dgm:prSet/>
      <dgm:spPr/>
      <dgm:t>
        <a:bodyPr/>
        <a:lstStyle/>
        <a:p>
          <a:endParaRPr lang="en-US"/>
        </a:p>
      </dgm:t>
    </dgm:pt>
    <dgm:pt modelId="{83A8B60E-CB73-43A9-B723-280F83B710CF}" type="sibTrans" cxnId="{B2DB75EA-A4B8-4A2A-81ED-D1C8FD891559}">
      <dgm:prSet/>
      <dgm:spPr/>
      <dgm:t>
        <a:bodyPr/>
        <a:lstStyle/>
        <a:p>
          <a:endParaRPr lang="en-US"/>
        </a:p>
      </dgm:t>
    </dgm:pt>
    <dgm:pt modelId="{7BE52E62-9EF0-420C-9717-AE4D378EB414}">
      <dgm:prSet/>
      <dgm:spPr/>
      <dgm:t>
        <a:bodyPr/>
        <a:lstStyle/>
        <a:p>
          <a:r>
            <a:rPr lang="en-GB" dirty="0"/>
            <a:t>CONFIRM_PL_CONVY_1_STOP </a:t>
          </a:r>
          <a:endParaRPr lang="en-US" dirty="0"/>
        </a:p>
      </dgm:t>
    </dgm:pt>
    <dgm:pt modelId="{B0E4985A-B936-4953-89B5-28114F36096A}" type="parTrans" cxnId="{0B1DFF5A-3DA6-4193-AF13-863366356E3F}">
      <dgm:prSet/>
      <dgm:spPr/>
      <dgm:t>
        <a:bodyPr/>
        <a:lstStyle/>
        <a:p>
          <a:endParaRPr lang="en-US"/>
        </a:p>
      </dgm:t>
    </dgm:pt>
    <dgm:pt modelId="{FC0F85F6-D8A4-49F3-BDEE-7AA3D560DAA1}" type="sibTrans" cxnId="{0B1DFF5A-3DA6-4193-AF13-863366356E3F}">
      <dgm:prSet/>
      <dgm:spPr/>
      <dgm:t>
        <a:bodyPr/>
        <a:lstStyle/>
        <a:p>
          <a:endParaRPr lang="en-US"/>
        </a:p>
      </dgm:t>
    </dgm:pt>
    <dgm:pt modelId="{7ACB3781-1F9E-49BF-8DD2-F74A6A404AC6}">
      <dgm:prSet/>
      <dgm:spPr/>
      <dgm:t>
        <a:bodyPr/>
        <a:lstStyle/>
        <a:p>
          <a:r>
            <a:rPr lang="en-US" dirty="0"/>
            <a:t>CONFIRM_PL_CONVY_2_VELOCITY </a:t>
          </a:r>
        </a:p>
      </dgm:t>
    </dgm:pt>
    <dgm:pt modelId="{98AB2DD7-7BBE-471A-A0BA-B7DC1467021A}" type="parTrans" cxnId="{35D7814E-3CA6-4BD7-B9B3-9B6E646AD778}">
      <dgm:prSet/>
      <dgm:spPr/>
      <dgm:t>
        <a:bodyPr/>
        <a:lstStyle/>
        <a:p>
          <a:endParaRPr lang="en-US"/>
        </a:p>
      </dgm:t>
    </dgm:pt>
    <dgm:pt modelId="{B81C29C7-21DD-4F03-9C9D-52BF6F318536}" type="sibTrans" cxnId="{35D7814E-3CA6-4BD7-B9B3-9B6E646AD778}">
      <dgm:prSet/>
      <dgm:spPr/>
      <dgm:t>
        <a:bodyPr/>
        <a:lstStyle/>
        <a:p>
          <a:endParaRPr lang="en-US"/>
        </a:p>
      </dgm:t>
    </dgm:pt>
    <dgm:pt modelId="{D6E645B3-3029-4F6B-B0A8-0AED76642F7F}">
      <dgm:prSet/>
      <dgm:spPr/>
      <dgm:t>
        <a:bodyPr/>
        <a:lstStyle/>
        <a:p>
          <a:r>
            <a:rPr lang="en-US" dirty="0"/>
            <a:t>LIGHT_BARRIER_1</a:t>
          </a:r>
        </a:p>
      </dgm:t>
    </dgm:pt>
    <dgm:pt modelId="{4AA36912-DB6F-4CDD-8D5E-7AE8D937552E}" type="parTrans" cxnId="{047A0C4A-4504-4BF4-ABD8-FE2D430C5991}">
      <dgm:prSet/>
      <dgm:spPr/>
      <dgm:t>
        <a:bodyPr/>
        <a:lstStyle/>
        <a:p>
          <a:endParaRPr lang="en-US"/>
        </a:p>
      </dgm:t>
    </dgm:pt>
    <dgm:pt modelId="{0840A3D3-6804-4DC3-B9BB-185483F3A6B8}" type="sibTrans" cxnId="{047A0C4A-4504-4BF4-ABD8-FE2D430C5991}">
      <dgm:prSet/>
      <dgm:spPr/>
      <dgm:t>
        <a:bodyPr/>
        <a:lstStyle/>
        <a:p>
          <a:endParaRPr lang="en-US"/>
        </a:p>
      </dgm:t>
    </dgm:pt>
    <dgm:pt modelId="{BC672AD9-062D-440D-AEF1-2D6C12339B79}">
      <dgm:prSet/>
      <dgm:spPr/>
      <dgm:t>
        <a:bodyPr/>
        <a:lstStyle/>
        <a:p>
          <a:r>
            <a:rPr lang="en-GB" dirty="0"/>
            <a:t>CONFIRM_PL_CONVY_2_STOP </a:t>
          </a:r>
          <a:endParaRPr lang="en-US" dirty="0"/>
        </a:p>
      </dgm:t>
    </dgm:pt>
    <dgm:pt modelId="{81F72438-A456-408A-AE3F-B7A3BFDDF06A}" type="parTrans" cxnId="{6048DD2D-FB63-46A7-AB7E-1C11DAFF5B99}">
      <dgm:prSet/>
      <dgm:spPr/>
      <dgm:t>
        <a:bodyPr/>
        <a:lstStyle/>
        <a:p>
          <a:endParaRPr lang="en-US"/>
        </a:p>
      </dgm:t>
    </dgm:pt>
    <dgm:pt modelId="{2440E604-E942-4165-A057-E7671828A88D}" type="sibTrans" cxnId="{6048DD2D-FB63-46A7-AB7E-1C11DAFF5B99}">
      <dgm:prSet/>
      <dgm:spPr/>
      <dgm:t>
        <a:bodyPr/>
        <a:lstStyle/>
        <a:p>
          <a:endParaRPr lang="en-US"/>
        </a:p>
      </dgm:t>
    </dgm:pt>
    <dgm:pt modelId="{AD3DAD7A-479A-4002-B5F8-65FE24DA53AC}">
      <dgm:prSet/>
      <dgm:spPr/>
      <dgm:t>
        <a:bodyPr/>
        <a:lstStyle/>
        <a:p>
          <a:r>
            <a:rPr lang="en-GB" dirty="0"/>
            <a:t>WAIT_FOR_LAYERS_OF_BOX </a:t>
          </a:r>
          <a:endParaRPr lang="en-US" dirty="0"/>
        </a:p>
      </dgm:t>
    </dgm:pt>
    <dgm:pt modelId="{F950751E-7897-43CF-92EE-F20CC67370E8}" type="parTrans" cxnId="{6B7A86EC-5F7B-4647-833B-68FA92A5BDE9}">
      <dgm:prSet/>
      <dgm:spPr/>
      <dgm:t>
        <a:bodyPr/>
        <a:lstStyle/>
        <a:p>
          <a:endParaRPr lang="en-US"/>
        </a:p>
      </dgm:t>
    </dgm:pt>
    <dgm:pt modelId="{E39274E1-E86F-42EA-89FB-37EB6B1D1152}" type="sibTrans" cxnId="{6B7A86EC-5F7B-4647-833B-68FA92A5BDE9}">
      <dgm:prSet/>
      <dgm:spPr/>
      <dgm:t>
        <a:bodyPr/>
        <a:lstStyle/>
        <a:p>
          <a:endParaRPr lang="en-US"/>
        </a:p>
      </dgm:t>
    </dgm:pt>
    <dgm:pt modelId="{6EE140EC-F136-4F11-BC2F-8AE394BE170C}">
      <dgm:prSet/>
      <dgm:spPr/>
      <dgm:t>
        <a:bodyPr/>
        <a:lstStyle/>
        <a:p>
          <a:r>
            <a:rPr lang="en-US" dirty="0"/>
            <a:t>PL_EXIT </a:t>
          </a:r>
        </a:p>
      </dgm:t>
    </dgm:pt>
    <dgm:pt modelId="{616A82F4-F1C3-4EC9-870D-892B0972A52F}" type="parTrans" cxnId="{CE3C506D-2340-4D6A-9535-959C5B7D021B}">
      <dgm:prSet/>
      <dgm:spPr/>
      <dgm:t>
        <a:bodyPr/>
        <a:lstStyle/>
        <a:p>
          <a:endParaRPr lang="en-US"/>
        </a:p>
      </dgm:t>
    </dgm:pt>
    <dgm:pt modelId="{08F02C12-DCC4-48FD-9EC9-B11D0569E4CA}" type="sibTrans" cxnId="{CE3C506D-2340-4D6A-9535-959C5B7D021B}">
      <dgm:prSet/>
      <dgm:spPr/>
      <dgm:t>
        <a:bodyPr/>
        <a:lstStyle/>
        <a:p>
          <a:endParaRPr lang="en-US"/>
        </a:p>
      </dgm:t>
    </dgm:pt>
    <dgm:pt modelId="{6CF4D8CB-9082-445D-BA45-7E9AB7F17DFF}" type="pres">
      <dgm:prSet presAssocID="{17280FF6-0F8A-4CAE-B6A2-7EE03A964115}" presName="Name0" presStyleCnt="0">
        <dgm:presLayoutVars>
          <dgm:dir/>
          <dgm:resizeHandles val="exact"/>
        </dgm:presLayoutVars>
      </dgm:prSet>
      <dgm:spPr/>
    </dgm:pt>
    <dgm:pt modelId="{7962C5C2-333C-492A-AB72-367AB1C7A7A5}" type="pres">
      <dgm:prSet presAssocID="{188BC3EF-98D9-45A3-96BF-7C68B1944021}" presName="node" presStyleLbl="node1" presStyleIdx="0" presStyleCnt="15">
        <dgm:presLayoutVars>
          <dgm:bulletEnabled val="1"/>
        </dgm:presLayoutVars>
      </dgm:prSet>
      <dgm:spPr/>
    </dgm:pt>
    <dgm:pt modelId="{B32A3769-98FA-403C-AAB7-27FC9026A231}" type="pres">
      <dgm:prSet presAssocID="{257B3D58-EF9F-4D5C-9313-114BD0DBD02A}" presName="sibTrans" presStyleLbl="sibTrans1D1" presStyleIdx="0" presStyleCnt="14"/>
      <dgm:spPr/>
    </dgm:pt>
    <dgm:pt modelId="{1770FDBB-2E74-412C-BE92-9DFF50780177}" type="pres">
      <dgm:prSet presAssocID="{257B3D58-EF9F-4D5C-9313-114BD0DBD02A}" presName="connectorText" presStyleLbl="sibTrans1D1" presStyleIdx="0" presStyleCnt="14"/>
      <dgm:spPr/>
    </dgm:pt>
    <dgm:pt modelId="{2AF2DC3B-D762-46E7-8546-0D2B1AE5ADBE}" type="pres">
      <dgm:prSet presAssocID="{334CA9C3-CEC4-4F29-8612-7F5757C92A59}" presName="node" presStyleLbl="node1" presStyleIdx="1" presStyleCnt="15">
        <dgm:presLayoutVars>
          <dgm:bulletEnabled val="1"/>
        </dgm:presLayoutVars>
      </dgm:prSet>
      <dgm:spPr/>
    </dgm:pt>
    <dgm:pt modelId="{380366F5-3DDA-4CA8-8535-23A462D031A8}" type="pres">
      <dgm:prSet presAssocID="{716425FC-55B8-414D-A6B7-CB7BD15A9642}" presName="sibTrans" presStyleLbl="sibTrans1D1" presStyleIdx="1" presStyleCnt="14"/>
      <dgm:spPr/>
    </dgm:pt>
    <dgm:pt modelId="{100B4300-CCCA-4EB2-B22B-CC55D2BC4305}" type="pres">
      <dgm:prSet presAssocID="{716425FC-55B8-414D-A6B7-CB7BD15A9642}" presName="connectorText" presStyleLbl="sibTrans1D1" presStyleIdx="1" presStyleCnt="14"/>
      <dgm:spPr/>
    </dgm:pt>
    <dgm:pt modelId="{C609B9EB-BBD1-44AB-A3C5-C5B0A59A447D}" type="pres">
      <dgm:prSet presAssocID="{77610FF1-6B7D-4CA0-9793-B74B04604415}" presName="node" presStyleLbl="node1" presStyleIdx="2" presStyleCnt="15">
        <dgm:presLayoutVars>
          <dgm:bulletEnabled val="1"/>
        </dgm:presLayoutVars>
      </dgm:prSet>
      <dgm:spPr/>
    </dgm:pt>
    <dgm:pt modelId="{460A199B-05E6-4AD0-89BE-72BED4E957C8}" type="pres">
      <dgm:prSet presAssocID="{3C0F8954-0EDF-40CA-B8FF-572164C968FB}" presName="sibTrans" presStyleLbl="sibTrans1D1" presStyleIdx="2" presStyleCnt="14"/>
      <dgm:spPr/>
    </dgm:pt>
    <dgm:pt modelId="{BB0925C4-E0B9-40B0-8225-D4E7FEF880AF}" type="pres">
      <dgm:prSet presAssocID="{3C0F8954-0EDF-40CA-B8FF-572164C968FB}" presName="connectorText" presStyleLbl="sibTrans1D1" presStyleIdx="2" presStyleCnt="14"/>
      <dgm:spPr/>
    </dgm:pt>
    <dgm:pt modelId="{FFAE0900-4A10-4ABF-A860-D94DED5C14F2}" type="pres">
      <dgm:prSet presAssocID="{E361DD8E-1964-48ED-8574-D467ED045A73}" presName="node" presStyleLbl="node1" presStyleIdx="3" presStyleCnt="15">
        <dgm:presLayoutVars>
          <dgm:bulletEnabled val="1"/>
        </dgm:presLayoutVars>
      </dgm:prSet>
      <dgm:spPr/>
    </dgm:pt>
    <dgm:pt modelId="{7CCC86AB-4640-4F1C-B3E8-BF6886F52D49}" type="pres">
      <dgm:prSet presAssocID="{4259A7ED-5EC7-4F7E-9126-5F7BAB5FED4B}" presName="sibTrans" presStyleLbl="sibTrans1D1" presStyleIdx="3" presStyleCnt="14"/>
      <dgm:spPr/>
    </dgm:pt>
    <dgm:pt modelId="{13AA214E-F0B2-444D-82F3-D6BD16BF4CA1}" type="pres">
      <dgm:prSet presAssocID="{4259A7ED-5EC7-4F7E-9126-5F7BAB5FED4B}" presName="connectorText" presStyleLbl="sibTrans1D1" presStyleIdx="3" presStyleCnt="14"/>
      <dgm:spPr/>
    </dgm:pt>
    <dgm:pt modelId="{19277312-D05A-46AF-B771-4FE30A08AD4D}" type="pres">
      <dgm:prSet presAssocID="{AE7C2B36-4E9B-4FBC-B572-BC4BFE1E1E59}" presName="node" presStyleLbl="node1" presStyleIdx="4" presStyleCnt="15">
        <dgm:presLayoutVars>
          <dgm:bulletEnabled val="1"/>
        </dgm:presLayoutVars>
      </dgm:prSet>
      <dgm:spPr/>
    </dgm:pt>
    <dgm:pt modelId="{281E8281-99B8-4B10-9C76-37CE7F09EF6E}" type="pres">
      <dgm:prSet presAssocID="{B27DD928-1925-4B70-B8C1-B313071DBF41}" presName="sibTrans" presStyleLbl="sibTrans1D1" presStyleIdx="4" presStyleCnt="14"/>
      <dgm:spPr/>
    </dgm:pt>
    <dgm:pt modelId="{6AB4638E-61CD-4A6A-80B4-5D2B0795C8A7}" type="pres">
      <dgm:prSet presAssocID="{B27DD928-1925-4B70-B8C1-B313071DBF41}" presName="connectorText" presStyleLbl="sibTrans1D1" presStyleIdx="4" presStyleCnt="14"/>
      <dgm:spPr/>
    </dgm:pt>
    <dgm:pt modelId="{71DC099B-A7EC-493A-BE12-75A020560C6A}" type="pres">
      <dgm:prSet presAssocID="{E0636D6C-54DA-47D8-8A46-E1D3EFAECF66}" presName="node" presStyleLbl="node1" presStyleIdx="5" presStyleCnt="15">
        <dgm:presLayoutVars>
          <dgm:bulletEnabled val="1"/>
        </dgm:presLayoutVars>
      </dgm:prSet>
      <dgm:spPr/>
    </dgm:pt>
    <dgm:pt modelId="{7AD40BF6-7AAE-488D-B7DA-218B95BB97DB}" type="pres">
      <dgm:prSet presAssocID="{947CD9E3-0C30-4C57-8F90-E8451DF14B06}" presName="sibTrans" presStyleLbl="sibTrans1D1" presStyleIdx="5" presStyleCnt="14"/>
      <dgm:spPr/>
    </dgm:pt>
    <dgm:pt modelId="{C9C95D71-0D82-4E7F-B2A8-64D92847182A}" type="pres">
      <dgm:prSet presAssocID="{947CD9E3-0C30-4C57-8F90-E8451DF14B06}" presName="connectorText" presStyleLbl="sibTrans1D1" presStyleIdx="5" presStyleCnt="14"/>
      <dgm:spPr/>
    </dgm:pt>
    <dgm:pt modelId="{334F3A71-12FD-4066-8068-0D07A2C05557}" type="pres">
      <dgm:prSet presAssocID="{BF11B35D-9771-4198-BE1C-9834EC7D087D}" presName="node" presStyleLbl="node1" presStyleIdx="6" presStyleCnt="15">
        <dgm:presLayoutVars>
          <dgm:bulletEnabled val="1"/>
        </dgm:presLayoutVars>
      </dgm:prSet>
      <dgm:spPr/>
    </dgm:pt>
    <dgm:pt modelId="{9D61F35D-826C-4193-964B-9D9287E73C27}" type="pres">
      <dgm:prSet presAssocID="{2398AA59-4AAF-40DF-9939-1FFE971C6578}" presName="sibTrans" presStyleLbl="sibTrans1D1" presStyleIdx="6" presStyleCnt="14"/>
      <dgm:spPr/>
    </dgm:pt>
    <dgm:pt modelId="{6DA683C2-26B6-421C-8045-F1C9ADDDC126}" type="pres">
      <dgm:prSet presAssocID="{2398AA59-4AAF-40DF-9939-1FFE971C6578}" presName="connectorText" presStyleLbl="sibTrans1D1" presStyleIdx="6" presStyleCnt="14"/>
      <dgm:spPr/>
    </dgm:pt>
    <dgm:pt modelId="{99DF15B6-A2FC-4BDC-AFDE-2C3314A03E97}" type="pres">
      <dgm:prSet presAssocID="{03A5F1DC-2C86-403D-8A0D-CE29931D2F2B}" presName="node" presStyleLbl="node1" presStyleIdx="7" presStyleCnt="15">
        <dgm:presLayoutVars>
          <dgm:bulletEnabled val="1"/>
        </dgm:presLayoutVars>
      </dgm:prSet>
      <dgm:spPr/>
    </dgm:pt>
    <dgm:pt modelId="{94F1DE02-556E-495D-BAC8-6B858F738842}" type="pres">
      <dgm:prSet presAssocID="{AB7B2726-535B-45DE-8588-4052D5089C82}" presName="sibTrans" presStyleLbl="sibTrans1D1" presStyleIdx="7" presStyleCnt="14"/>
      <dgm:spPr/>
    </dgm:pt>
    <dgm:pt modelId="{585C6AD3-98FE-4512-9B8D-805F8FC24087}" type="pres">
      <dgm:prSet presAssocID="{AB7B2726-535B-45DE-8588-4052D5089C82}" presName="connectorText" presStyleLbl="sibTrans1D1" presStyleIdx="7" presStyleCnt="14"/>
      <dgm:spPr/>
    </dgm:pt>
    <dgm:pt modelId="{7A2EF746-4B81-455F-A7E5-51747D94A59E}" type="pres">
      <dgm:prSet presAssocID="{E0FE4310-A533-4DD7-8B58-60FB1FFCAE91}" presName="node" presStyleLbl="node1" presStyleIdx="8" presStyleCnt="15">
        <dgm:presLayoutVars>
          <dgm:bulletEnabled val="1"/>
        </dgm:presLayoutVars>
      </dgm:prSet>
      <dgm:spPr/>
    </dgm:pt>
    <dgm:pt modelId="{A6D579AA-B912-44DB-A4D5-7C84F07B9E92}" type="pres">
      <dgm:prSet presAssocID="{83A8B60E-CB73-43A9-B723-280F83B710CF}" presName="sibTrans" presStyleLbl="sibTrans1D1" presStyleIdx="8" presStyleCnt="14"/>
      <dgm:spPr/>
    </dgm:pt>
    <dgm:pt modelId="{C1308EC0-FA40-48CC-A080-4A92EEAC7582}" type="pres">
      <dgm:prSet presAssocID="{83A8B60E-CB73-43A9-B723-280F83B710CF}" presName="connectorText" presStyleLbl="sibTrans1D1" presStyleIdx="8" presStyleCnt="14"/>
      <dgm:spPr/>
    </dgm:pt>
    <dgm:pt modelId="{2926F893-208A-4964-99CD-7150ED41AF3B}" type="pres">
      <dgm:prSet presAssocID="{7BE52E62-9EF0-420C-9717-AE4D378EB414}" presName="node" presStyleLbl="node1" presStyleIdx="9" presStyleCnt="15">
        <dgm:presLayoutVars>
          <dgm:bulletEnabled val="1"/>
        </dgm:presLayoutVars>
      </dgm:prSet>
      <dgm:spPr/>
    </dgm:pt>
    <dgm:pt modelId="{233C4968-88F3-4C1F-B006-649605C247C9}" type="pres">
      <dgm:prSet presAssocID="{FC0F85F6-D8A4-49F3-BDEE-7AA3D560DAA1}" presName="sibTrans" presStyleLbl="sibTrans1D1" presStyleIdx="9" presStyleCnt="14"/>
      <dgm:spPr/>
    </dgm:pt>
    <dgm:pt modelId="{723F4FD2-2CDD-4B7D-A98E-B532FFCAF881}" type="pres">
      <dgm:prSet presAssocID="{FC0F85F6-D8A4-49F3-BDEE-7AA3D560DAA1}" presName="connectorText" presStyleLbl="sibTrans1D1" presStyleIdx="9" presStyleCnt="14"/>
      <dgm:spPr/>
    </dgm:pt>
    <dgm:pt modelId="{9FB664D4-4CC3-4C03-B65F-BEBE5473E120}" type="pres">
      <dgm:prSet presAssocID="{7ACB3781-1F9E-49BF-8DD2-F74A6A404AC6}" presName="node" presStyleLbl="node1" presStyleIdx="10" presStyleCnt="15">
        <dgm:presLayoutVars>
          <dgm:bulletEnabled val="1"/>
        </dgm:presLayoutVars>
      </dgm:prSet>
      <dgm:spPr/>
    </dgm:pt>
    <dgm:pt modelId="{7EE2DE54-05B4-42F7-A6E7-9EB2A4B4488E}" type="pres">
      <dgm:prSet presAssocID="{B81C29C7-21DD-4F03-9C9D-52BF6F318536}" presName="sibTrans" presStyleLbl="sibTrans1D1" presStyleIdx="10" presStyleCnt="14"/>
      <dgm:spPr/>
    </dgm:pt>
    <dgm:pt modelId="{2D8BC8A8-1FAF-4B55-A9DE-C29BE32038AA}" type="pres">
      <dgm:prSet presAssocID="{B81C29C7-21DD-4F03-9C9D-52BF6F318536}" presName="connectorText" presStyleLbl="sibTrans1D1" presStyleIdx="10" presStyleCnt="14"/>
      <dgm:spPr/>
    </dgm:pt>
    <dgm:pt modelId="{84B7811C-17BC-4165-98C5-EB109E3A75B0}" type="pres">
      <dgm:prSet presAssocID="{D6E645B3-3029-4F6B-B0A8-0AED76642F7F}" presName="node" presStyleLbl="node1" presStyleIdx="11" presStyleCnt="15">
        <dgm:presLayoutVars>
          <dgm:bulletEnabled val="1"/>
        </dgm:presLayoutVars>
      </dgm:prSet>
      <dgm:spPr/>
    </dgm:pt>
    <dgm:pt modelId="{923B0580-1760-45B0-8EED-7C6E3FA0F44E}" type="pres">
      <dgm:prSet presAssocID="{0840A3D3-6804-4DC3-B9BB-185483F3A6B8}" presName="sibTrans" presStyleLbl="sibTrans1D1" presStyleIdx="11" presStyleCnt="14"/>
      <dgm:spPr/>
    </dgm:pt>
    <dgm:pt modelId="{DFA608A7-29B4-4E35-8937-ACF6FFDE1013}" type="pres">
      <dgm:prSet presAssocID="{0840A3D3-6804-4DC3-B9BB-185483F3A6B8}" presName="connectorText" presStyleLbl="sibTrans1D1" presStyleIdx="11" presStyleCnt="14"/>
      <dgm:spPr/>
    </dgm:pt>
    <dgm:pt modelId="{E303EA56-41B2-45BC-AC81-188684CB8298}" type="pres">
      <dgm:prSet presAssocID="{BC672AD9-062D-440D-AEF1-2D6C12339B79}" presName="node" presStyleLbl="node1" presStyleIdx="12" presStyleCnt="15">
        <dgm:presLayoutVars>
          <dgm:bulletEnabled val="1"/>
        </dgm:presLayoutVars>
      </dgm:prSet>
      <dgm:spPr/>
    </dgm:pt>
    <dgm:pt modelId="{AE1EB042-4AEC-46AF-AC01-BE382F31EBAF}" type="pres">
      <dgm:prSet presAssocID="{2440E604-E942-4165-A057-E7671828A88D}" presName="sibTrans" presStyleLbl="sibTrans1D1" presStyleIdx="12" presStyleCnt="14"/>
      <dgm:spPr/>
    </dgm:pt>
    <dgm:pt modelId="{DCC26C61-F365-4BF8-A5F1-03F6D8C73274}" type="pres">
      <dgm:prSet presAssocID="{2440E604-E942-4165-A057-E7671828A88D}" presName="connectorText" presStyleLbl="sibTrans1D1" presStyleIdx="12" presStyleCnt="14"/>
      <dgm:spPr/>
    </dgm:pt>
    <dgm:pt modelId="{D64AEBB3-9656-4BE3-B5C7-9CF6E434CF89}" type="pres">
      <dgm:prSet presAssocID="{AD3DAD7A-479A-4002-B5F8-65FE24DA53AC}" presName="node" presStyleLbl="node1" presStyleIdx="13" presStyleCnt="15">
        <dgm:presLayoutVars>
          <dgm:bulletEnabled val="1"/>
        </dgm:presLayoutVars>
      </dgm:prSet>
      <dgm:spPr/>
    </dgm:pt>
    <dgm:pt modelId="{B359DC14-9E93-4E38-8FEC-9A6F9F0EE5B5}" type="pres">
      <dgm:prSet presAssocID="{E39274E1-E86F-42EA-89FB-37EB6B1D1152}" presName="sibTrans" presStyleLbl="sibTrans1D1" presStyleIdx="13" presStyleCnt="14"/>
      <dgm:spPr/>
    </dgm:pt>
    <dgm:pt modelId="{60FB39F5-294C-4598-9480-BC791293AF15}" type="pres">
      <dgm:prSet presAssocID="{E39274E1-E86F-42EA-89FB-37EB6B1D1152}" presName="connectorText" presStyleLbl="sibTrans1D1" presStyleIdx="13" presStyleCnt="14"/>
      <dgm:spPr/>
    </dgm:pt>
    <dgm:pt modelId="{3427E6B0-BC94-45A7-8E09-31EFE7D76740}" type="pres">
      <dgm:prSet presAssocID="{6EE140EC-F136-4F11-BC2F-8AE394BE170C}" presName="node" presStyleLbl="node1" presStyleIdx="14" presStyleCnt="15">
        <dgm:presLayoutVars>
          <dgm:bulletEnabled val="1"/>
        </dgm:presLayoutVars>
      </dgm:prSet>
      <dgm:spPr/>
    </dgm:pt>
  </dgm:ptLst>
  <dgm:cxnLst>
    <dgm:cxn modelId="{BA5C5F04-269C-4B0E-900E-97D7FEBEC910}" type="presOf" srcId="{AB7B2726-535B-45DE-8588-4052D5089C82}" destId="{585C6AD3-98FE-4512-9B8D-805F8FC24087}" srcOrd="1" destOrd="0" presId="urn:microsoft.com/office/officeart/2016/7/layout/RepeatingBendingProcessNew"/>
    <dgm:cxn modelId="{CEB2CD04-95ED-4111-ACBD-0C75C6622058}" type="presOf" srcId="{B81C29C7-21DD-4F03-9C9D-52BF6F318536}" destId="{7EE2DE54-05B4-42F7-A6E7-9EB2A4B4488E}" srcOrd="0" destOrd="0" presId="urn:microsoft.com/office/officeart/2016/7/layout/RepeatingBendingProcessNew"/>
    <dgm:cxn modelId="{F1D7D105-1CC6-4C01-8025-12DC30B6CE69}" type="presOf" srcId="{2440E604-E942-4165-A057-E7671828A88D}" destId="{AE1EB042-4AEC-46AF-AC01-BE382F31EBAF}" srcOrd="0" destOrd="0" presId="urn:microsoft.com/office/officeart/2016/7/layout/RepeatingBendingProcessNew"/>
    <dgm:cxn modelId="{90B96207-F1E1-4C58-B602-C5F41305BEDB}" srcId="{17280FF6-0F8A-4CAE-B6A2-7EE03A964115}" destId="{334CA9C3-CEC4-4F29-8612-7F5757C92A59}" srcOrd="1" destOrd="0" parTransId="{5937F732-F4D4-4083-A967-82AE2F75BB47}" sibTransId="{716425FC-55B8-414D-A6B7-CB7BD15A9642}"/>
    <dgm:cxn modelId="{ACF1A10C-6E6F-4EB0-B3FE-52AD2EB43E71}" type="presOf" srcId="{D6E645B3-3029-4F6B-B0A8-0AED76642F7F}" destId="{84B7811C-17BC-4165-98C5-EB109E3A75B0}" srcOrd="0" destOrd="0" presId="urn:microsoft.com/office/officeart/2016/7/layout/RepeatingBendingProcessNew"/>
    <dgm:cxn modelId="{063E2B0D-325A-4194-BA1F-A03FAEBBCBEE}" type="presOf" srcId="{77610FF1-6B7D-4CA0-9793-B74B04604415}" destId="{C609B9EB-BBD1-44AB-A3C5-C5B0A59A447D}" srcOrd="0" destOrd="0" presId="urn:microsoft.com/office/officeart/2016/7/layout/RepeatingBendingProcessNew"/>
    <dgm:cxn modelId="{7511CF12-8EB5-4B58-B246-2D612DB45F73}" type="presOf" srcId="{7BE52E62-9EF0-420C-9717-AE4D378EB414}" destId="{2926F893-208A-4964-99CD-7150ED41AF3B}" srcOrd="0" destOrd="0" presId="urn:microsoft.com/office/officeart/2016/7/layout/RepeatingBendingProcessNew"/>
    <dgm:cxn modelId="{D9F42914-3991-4939-832F-5A4D1E58B59F}" type="presOf" srcId="{03A5F1DC-2C86-403D-8A0D-CE29931D2F2B}" destId="{99DF15B6-A2FC-4BDC-AFDE-2C3314A03E97}" srcOrd="0" destOrd="0" presId="urn:microsoft.com/office/officeart/2016/7/layout/RepeatingBendingProcessNew"/>
    <dgm:cxn modelId="{E58A1416-AABE-4EFF-92AB-4F1909575098}" type="presOf" srcId="{17280FF6-0F8A-4CAE-B6A2-7EE03A964115}" destId="{6CF4D8CB-9082-445D-BA45-7E9AB7F17DFF}" srcOrd="0" destOrd="0" presId="urn:microsoft.com/office/officeart/2016/7/layout/RepeatingBendingProcessNew"/>
    <dgm:cxn modelId="{2C098317-0579-49FE-B743-A4A764FFA231}" type="presOf" srcId="{83A8B60E-CB73-43A9-B723-280F83B710CF}" destId="{C1308EC0-FA40-48CC-A080-4A92EEAC7582}" srcOrd="1" destOrd="0" presId="urn:microsoft.com/office/officeart/2016/7/layout/RepeatingBendingProcessNew"/>
    <dgm:cxn modelId="{FF62C41A-9DEA-427D-A1A3-6C55BFCEC2E1}" type="presOf" srcId="{E39274E1-E86F-42EA-89FB-37EB6B1D1152}" destId="{60FB39F5-294C-4598-9480-BC791293AF15}" srcOrd="1" destOrd="0" presId="urn:microsoft.com/office/officeart/2016/7/layout/RepeatingBendingProcessNew"/>
    <dgm:cxn modelId="{3A3C551F-6054-4C56-A6F1-ABE8124472A9}" type="presOf" srcId="{4259A7ED-5EC7-4F7E-9126-5F7BAB5FED4B}" destId="{13AA214E-F0B2-444D-82F3-D6BD16BF4CA1}" srcOrd="1" destOrd="0" presId="urn:microsoft.com/office/officeart/2016/7/layout/RepeatingBendingProcessNew"/>
    <dgm:cxn modelId="{147DB71F-38A6-4F6F-ACC0-A7C0E20F2848}" type="presOf" srcId="{AB7B2726-535B-45DE-8588-4052D5089C82}" destId="{94F1DE02-556E-495D-BAC8-6B858F738842}" srcOrd="0" destOrd="0" presId="urn:microsoft.com/office/officeart/2016/7/layout/RepeatingBendingProcessNew"/>
    <dgm:cxn modelId="{7B4EA020-060B-45A4-9F65-6DBD7C7FE521}" type="presOf" srcId="{3C0F8954-0EDF-40CA-B8FF-572164C968FB}" destId="{460A199B-05E6-4AD0-89BE-72BED4E957C8}" srcOrd="0" destOrd="0" presId="urn:microsoft.com/office/officeart/2016/7/layout/RepeatingBendingProcessNew"/>
    <dgm:cxn modelId="{F6FDB025-88B5-4718-B6D1-8DFF91B0F7A0}" type="presOf" srcId="{2398AA59-4AAF-40DF-9939-1FFE971C6578}" destId="{6DA683C2-26B6-421C-8045-F1C9ADDDC126}" srcOrd="1" destOrd="0" presId="urn:microsoft.com/office/officeart/2016/7/layout/RepeatingBendingProcessNew"/>
    <dgm:cxn modelId="{E757F027-7164-448F-ADC9-0DC0A80E9314}" type="presOf" srcId="{716425FC-55B8-414D-A6B7-CB7BD15A9642}" destId="{380366F5-3DDA-4CA8-8535-23A462D031A8}" srcOrd="0" destOrd="0" presId="urn:microsoft.com/office/officeart/2016/7/layout/RepeatingBendingProcessNew"/>
    <dgm:cxn modelId="{6048DD2D-FB63-46A7-AB7E-1C11DAFF5B99}" srcId="{17280FF6-0F8A-4CAE-B6A2-7EE03A964115}" destId="{BC672AD9-062D-440D-AEF1-2D6C12339B79}" srcOrd="12" destOrd="0" parTransId="{81F72438-A456-408A-AE3F-B7A3BFDDF06A}" sibTransId="{2440E604-E942-4165-A057-E7671828A88D}"/>
    <dgm:cxn modelId="{C1C26340-C52C-4A48-B707-9B382A88DB48}" type="presOf" srcId="{BF11B35D-9771-4198-BE1C-9834EC7D087D}" destId="{334F3A71-12FD-4066-8068-0D07A2C05557}" srcOrd="0" destOrd="0" presId="urn:microsoft.com/office/officeart/2016/7/layout/RepeatingBendingProcessNew"/>
    <dgm:cxn modelId="{0C390043-D55F-428E-B7B8-5714C0118038}" srcId="{17280FF6-0F8A-4CAE-B6A2-7EE03A964115}" destId="{AE7C2B36-4E9B-4FBC-B572-BC4BFE1E1E59}" srcOrd="4" destOrd="0" parTransId="{CC782DF4-C766-4FEC-8E54-CBC113A087AA}" sibTransId="{B27DD928-1925-4B70-B8C1-B313071DBF41}"/>
    <dgm:cxn modelId="{4ECB9C64-7CE5-4502-8C64-3AB18A1BD4F9}" type="presOf" srcId="{0840A3D3-6804-4DC3-B9BB-185483F3A6B8}" destId="{923B0580-1760-45B0-8EED-7C6E3FA0F44E}" srcOrd="0" destOrd="0" presId="urn:microsoft.com/office/officeart/2016/7/layout/RepeatingBendingProcessNew"/>
    <dgm:cxn modelId="{172B8946-900E-4848-AFBE-B386B0A9A4A2}" type="presOf" srcId="{0840A3D3-6804-4DC3-B9BB-185483F3A6B8}" destId="{DFA608A7-29B4-4E35-8937-ACF6FFDE1013}" srcOrd="1" destOrd="0" presId="urn:microsoft.com/office/officeart/2016/7/layout/RepeatingBendingProcessNew"/>
    <dgm:cxn modelId="{BD973649-E0DA-4BE3-8A5E-68980A96F342}" type="presOf" srcId="{FC0F85F6-D8A4-49F3-BDEE-7AA3D560DAA1}" destId="{723F4FD2-2CDD-4B7D-A98E-B532FFCAF881}" srcOrd="1" destOrd="0" presId="urn:microsoft.com/office/officeart/2016/7/layout/RepeatingBendingProcessNew"/>
    <dgm:cxn modelId="{047A0C4A-4504-4BF4-ABD8-FE2D430C5991}" srcId="{17280FF6-0F8A-4CAE-B6A2-7EE03A964115}" destId="{D6E645B3-3029-4F6B-B0A8-0AED76642F7F}" srcOrd="11" destOrd="0" parTransId="{4AA36912-DB6F-4CDD-8D5E-7AE8D937552E}" sibTransId="{0840A3D3-6804-4DC3-B9BB-185483F3A6B8}"/>
    <dgm:cxn modelId="{9B1F874A-3DE4-4742-BAF6-40229C32C070}" type="presOf" srcId="{257B3D58-EF9F-4D5C-9313-114BD0DBD02A}" destId="{1770FDBB-2E74-412C-BE92-9DFF50780177}" srcOrd="1" destOrd="0" presId="urn:microsoft.com/office/officeart/2016/7/layout/RepeatingBendingProcessNew"/>
    <dgm:cxn modelId="{CE3C506D-2340-4D6A-9535-959C5B7D021B}" srcId="{17280FF6-0F8A-4CAE-B6A2-7EE03A964115}" destId="{6EE140EC-F136-4F11-BC2F-8AE394BE170C}" srcOrd="14" destOrd="0" parTransId="{616A82F4-F1C3-4EC9-870D-892B0972A52F}" sibTransId="{08F02C12-DCC4-48FD-9EC9-B11D0569E4CA}"/>
    <dgm:cxn modelId="{46818C6D-D008-4914-926C-E1E2572F8B15}" type="presOf" srcId="{6EE140EC-F136-4F11-BC2F-8AE394BE170C}" destId="{3427E6B0-BC94-45A7-8E09-31EFE7D76740}" srcOrd="0" destOrd="0" presId="urn:microsoft.com/office/officeart/2016/7/layout/RepeatingBendingProcessNew"/>
    <dgm:cxn modelId="{35D7814E-3CA6-4BD7-B9B3-9B6E646AD778}" srcId="{17280FF6-0F8A-4CAE-B6A2-7EE03A964115}" destId="{7ACB3781-1F9E-49BF-8DD2-F74A6A404AC6}" srcOrd="10" destOrd="0" parTransId="{98AB2DD7-7BBE-471A-A0BA-B7DC1467021A}" sibTransId="{B81C29C7-21DD-4F03-9C9D-52BF6F318536}"/>
    <dgm:cxn modelId="{3B9ABD70-DDFE-47E9-948B-A7972427848E}" srcId="{17280FF6-0F8A-4CAE-B6A2-7EE03A964115}" destId="{77610FF1-6B7D-4CA0-9793-B74B04604415}" srcOrd="2" destOrd="0" parTransId="{ABF81051-38CD-490E-AA2E-7DC32631C9D8}" sibTransId="{3C0F8954-0EDF-40CA-B8FF-572164C968FB}"/>
    <dgm:cxn modelId="{AB8FE770-16B9-498E-8276-DA9E7A2FD146}" srcId="{17280FF6-0F8A-4CAE-B6A2-7EE03A964115}" destId="{188BC3EF-98D9-45A3-96BF-7C68B1944021}" srcOrd="0" destOrd="0" parTransId="{AB138FF9-2967-45A9-B892-B79B684CD7A8}" sibTransId="{257B3D58-EF9F-4D5C-9313-114BD0DBD02A}"/>
    <dgm:cxn modelId="{C64FA572-D6E6-4D4C-B5EE-6828CFD5DC66}" type="presOf" srcId="{716425FC-55B8-414D-A6B7-CB7BD15A9642}" destId="{100B4300-CCCA-4EB2-B22B-CC55D2BC4305}" srcOrd="1" destOrd="0" presId="urn:microsoft.com/office/officeart/2016/7/layout/RepeatingBendingProcessNew"/>
    <dgm:cxn modelId="{E015AD55-1F1A-4AF3-B1AD-3B1237F2E2F1}" srcId="{17280FF6-0F8A-4CAE-B6A2-7EE03A964115}" destId="{03A5F1DC-2C86-403D-8A0D-CE29931D2F2B}" srcOrd="7" destOrd="0" parTransId="{FB3A5987-EBB5-4683-B41E-98BA85C55E25}" sibTransId="{AB7B2726-535B-45DE-8588-4052D5089C82}"/>
    <dgm:cxn modelId="{FCFFAB76-19DA-4E34-99D5-161CBAF7066A}" type="presOf" srcId="{3C0F8954-0EDF-40CA-B8FF-572164C968FB}" destId="{BB0925C4-E0B9-40B0-8225-D4E7FEF880AF}" srcOrd="1" destOrd="0" presId="urn:microsoft.com/office/officeart/2016/7/layout/RepeatingBendingProcessNew"/>
    <dgm:cxn modelId="{0B1DFF5A-3DA6-4193-AF13-863366356E3F}" srcId="{17280FF6-0F8A-4CAE-B6A2-7EE03A964115}" destId="{7BE52E62-9EF0-420C-9717-AE4D378EB414}" srcOrd="9" destOrd="0" parTransId="{B0E4985A-B936-4953-89B5-28114F36096A}" sibTransId="{FC0F85F6-D8A4-49F3-BDEE-7AA3D560DAA1}"/>
    <dgm:cxn modelId="{0F8DCC88-C54B-4EA5-B1EF-9EA1C032054D}" type="presOf" srcId="{2398AA59-4AAF-40DF-9939-1FFE971C6578}" destId="{9D61F35D-826C-4193-964B-9D9287E73C27}" srcOrd="0" destOrd="0" presId="urn:microsoft.com/office/officeart/2016/7/layout/RepeatingBendingProcessNew"/>
    <dgm:cxn modelId="{F1444C89-1CED-4D55-9E32-309CA0812C30}" type="presOf" srcId="{B27DD928-1925-4B70-B8C1-B313071DBF41}" destId="{6AB4638E-61CD-4A6A-80B4-5D2B0795C8A7}" srcOrd="1" destOrd="0" presId="urn:microsoft.com/office/officeart/2016/7/layout/RepeatingBendingProcessNew"/>
    <dgm:cxn modelId="{A618E289-2416-4C59-BCF0-C8C33527FAA8}" type="presOf" srcId="{E0FE4310-A533-4DD7-8B58-60FB1FFCAE91}" destId="{7A2EF746-4B81-455F-A7E5-51747D94A59E}" srcOrd="0" destOrd="0" presId="urn:microsoft.com/office/officeart/2016/7/layout/RepeatingBendingProcessNew"/>
    <dgm:cxn modelId="{71152B8D-4D63-408E-84D2-D3E46D641D6E}" srcId="{17280FF6-0F8A-4CAE-B6A2-7EE03A964115}" destId="{E361DD8E-1964-48ED-8574-D467ED045A73}" srcOrd="3" destOrd="0" parTransId="{7AF63B8C-4113-400D-BB7C-7F506803647A}" sibTransId="{4259A7ED-5EC7-4F7E-9126-5F7BAB5FED4B}"/>
    <dgm:cxn modelId="{8D80B88F-BB58-4F8D-AADF-819A4A2DC56F}" type="presOf" srcId="{E0636D6C-54DA-47D8-8A46-E1D3EFAECF66}" destId="{71DC099B-A7EC-493A-BE12-75A020560C6A}" srcOrd="0" destOrd="0" presId="urn:microsoft.com/office/officeart/2016/7/layout/RepeatingBendingProcessNew"/>
    <dgm:cxn modelId="{C95A4695-9510-48AD-857A-91247914DA93}" type="presOf" srcId="{4259A7ED-5EC7-4F7E-9126-5F7BAB5FED4B}" destId="{7CCC86AB-4640-4F1C-B3E8-BF6886F52D49}" srcOrd="0" destOrd="0" presId="urn:microsoft.com/office/officeart/2016/7/layout/RepeatingBendingProcessNew"/>
    <dgm:cxn modelId="{93038599-E190-4D75-903E-3A101E3F60D6}" type="presOf" srcId="{334CA9C3-CEC4-4F29-8612-7F5757C92A59}" destId="{2AF2DC3B-D762-46E7-8546-0D2B1AE5ADBE}" srcOrd="0" destOrd="0" presId="urn:microsoft.com/office/officeart/2016/7/layout/RepeatingBendingProcessNew"/>
    <dgm:cxn modelId="{32DCAD99-F120-4E49-81A4-5F72D6A00D30}" type="presOf" srcId="{AE7C2B36-4E9B-4FBC-B572-BC4BFE1E1E59}" destId="{19277312-D05A-46AF-B771-4FE30A08AD4D}" srcOrd="0" destOrd="0" presId="urn:microsoft.com/office/officeart/2016/7/layout/RepeatingBendingProcessNew"/>
    <dgm:cxn modelId="{0C4AFBA4-42B8-42F7-A3A2-5C48B48E5B88}" type="presOf" srcId="{E39274E1-E86F-42EA-89FB-37EB6B1D1152}" destId="{B359DC14-9E93-4E38-8FEC-9A6F9F0EE5B5}" srcOrd="0" destOrd="0" presId="urn:microsoft.com/office/officeart/2016/7/layout/RepeatingBendingProcessNew"/>
    <dgm:cxn modelId="{F68E2BAA-0FA0-4D68-8838-22E5726AF97D}" type="presOf" srcId="{B81C29C7-21DD-4F03-9C9D-52BF6F318536}" destId="{2D8BC8A8-1FAF-4B55-A9DE-C29BE32038AA}" srcOrd="1" destOrd="0" presId="urn:microsoft.com/office/officeart/2016/7/layout/RepeatingBendingProcessNew"/>
    <dgm:cxn modelId="{646C2FB4-7DB3-4BD9-95CC-90A768D3AF66}" type="presOf" srcId="{257B3D58-EF9F-4D5C-9313-114BD0DBD02A}" destId="{B32A3769-98FA-403C-AAB7-27FC9026A231}" srcOrd="0" destOrd="0" presId="urn:microsoft.com/office/officeart/2016/7/layout/RepeatingBendingProcessNew"/>
    <dgm:cxn modelId="{08FBD1B7-0436-47D8-B618-604EFE427334}" type="presOf" srcId="{947CD9E3-0C30-4C57-8F90-E8451DF14B06}" destId="{7AD40BF6-7AAE-488D-B7DA-218B95BB97DB}" srcOrd="0" destOrd="0" presId="urn:microsoft.com/office/officeart/2016/7/layout/RepeatingBendingProcessNew"/>
    <dgm:cxn modelId="{94B520C1-835E-4581-B191-026874ED9421}" type="presOf" srcId="{BC672AD9-062D-440D-AEF1-2D6C12339B79}" destId="{E303EA56-41B2-45BC-AC81-188684CB8298}" srcOrd="0" destOrd="0" presId="urn:microsoft.com/office/officeart/2016/7/layout/RepeatingBendingProcessNew"/>
    <dgm:cxn modelId="{12400CC3-637A-40AD-8E5A-AB43C850BEF8}" type="presOf" srcId="{E361DD8E-1964-48ED-8574-D467ED045A73}" destId="{FFAE0900-4A10-4ABF-A860-D94DED5C14F2}" srcOrd="0" destOrd="0" presId="urn:microsoft.com/office/officeart/2016/7/layout/RepeatingBendingProcessNew"/>
    <dgm:cxn modelId="{F25BD3C9-CDC3-4736-9720-2BFBC8B43A22}" type="presOf" srcId="{188BC3EF-98D9-45A3-96BF-7C68B1944021}" destId="{7962C5C2-333C-492A-AB72-367AB1C7A7A5}" srcOrd="0" destOrd="0" presId="urn:microsoft.com/office/officeart/2016/7/layout/RepeatingBendingProcessNew"/>
    <dgm:cxn modelId="{D7D3B7CF-B51D-4F6C-BD85-7B092CFF5D20}" type="presOf" srcId="{2440E604-E942-4165-A057-E7671828A88D}" destId="{DCC26C61-F365-4BF8-A5F1-03F6D8C73274}" srcOrd="1" destOrd="0" presId="urn:microsoft.com/office/officeart/2016/7/layout/RepeatingBendingProcessNew"/>
    <dgm:cxn modelId="{5653D8D7-9AA4-473E-9858-4B3FBE8C0EE9}" type="presOf" srcId="{83A8B60E-CB73-43A9-B723-280F83B710CF}" destId="{A6D579AA-B912-44DB-A4D5-7C84F07B9E92}" srcOrd="0" destOrd="0" presId="urn:microsoft.com/office/officeart/2016/7/layout/RepeatingBendingProcessNew"/>
    <dgm:cxn modelId="{4B309BDC-EA95-491E-94A7-4DBEF6CD1423}" type="presOf" srcId="{B27DD928-1925-4B70-B8C1-B313071DBF41}" destId="{281E8281-99B8-4B10-9C76-37CE7F09EF6E}" srcOrd="0" destOrd="0" presId="urn:microsoft.com/office/officeart/2016/7/layout/RepeatingBendingProcessNew"/>
    <dgm:cxn modelId="{97B7F8DC-C5B1-4D11-9DCE-9D13568881CD}" type="presOf" srcId="{AD3DAD7A-479A-4002-B5F8-65FE24DA53AC}" destId="{D64AEBB3-9656-4BE3-B5C7-9CF6E434CF89}" srcOrd="0" destOrd="0" presId="urn:microsoft.com/office/officeart/2016/7/layout/RepeatingBendingProcessNew"/>
    <dgm:cxn modelId="{B7107CDE-2C20-4D47-B3ED-8B8EB8EB63D9}" type="presOf" srcId="{FC0F85F6-D8A4-49F3-BDEE-7AA3D560DAA1}" destId="{233C4968-88F3-4C1F-B006-649605C247C9}" srcOrd="0" destOrd="0" presId="urn:microsoft.com/office/officeart/2016/7/layout/RepeatingBendingProcessNew"/>
    <dgm:cxn modelId="{9FFDC1E9-01B6-4F0F-81F4-814D039EBEDA}" srcId="{17280FF6-0F8A-4CAE-B6A2-7EE03A964115}" destId="{E0636D6C-54DA-47D8-8A46-E1D3EFAECF66}" srcOrd="5" destOrd="0" parTransId="{C019A85D-C9B5-4685-8AF0-DC7E37C67D2A}" sibTransId="{947CD9E3-0C30-4C57-8F90-E8451DF14B06}"/>
    <dgm:cxn modelId="{B2DB75EA-A4B8-4A2A-81ED-D1C8FD891559}" srcId="{17280FF6-0F8A-4CAE-B6A2-7EE03A964115}" destId="{E0FE4310-A533-4DD7-8B58-60FB1FFCAE91}" srcOrd="8" destOrd="0" parTransId="{A941ECC3-FCAB-4223-9930-4B3C0D797491}" sibTransId="{83A8B60E-CB73-43A9-B723-280F83B710CF}"/>
    <dgm:cxn modelId="{6B7A86EC-5F7B-4647-833B-68FA92A5BDE9}" srcId="{17280FF6-0F8A-4CAE-B6A2-7EE03A964115}" destId="{AD3DAD7A-479A-4002-B5F8-65FE24DA53AC}" srcOrd="13" destOrd="0" parTransId="{F950751E-7897-43CF-92EE-F20CC67370E8}" sibTransId="{E39274E1-E86F-42EA-89FB-37EB6B1D1152}"/>
    <dgm:cxn modelId="{405530F0-2AAC-4D6E-B3C6-B09A69C74149}" type="presOf" srcId="{7ACB3781-1F9E-49BF-8DD2-F74A6A404AC6}" destId="{9FB664D4-4CC3-4C03-B65F-BEBE5473E120}" srcOrd="0" destOrd="0" presId="urn:microsoft.com/office/officeart/2016/7/layout/RepeatingBendingProcessNew"/>
    <dgm:cxn modelId="{4C3F17F4-6EE4-45CD-9658-CF563E17E836}" srcId="{17280FF6-0F8A-4CAE-B6A2-7EE03A964115}" destId="{BF11B35D-9771-4198-BE1C-9834EC7D087D}" srcOrd="6" destOrd="0" parTransId="{281D7D88-6687-4095-86F2-FD598563C2F4}" sibTransId="{2398AA59-4AAF-40DF-9939-1FFE971C6578}"/>
    <dgm:cxn modelId="{DB90CDFD-DA0C-42CD-9AF7-2E747D03F2DF}" type="presOf" srcId="{947CD9E3-0C30-4C57-8F90-E8451DF14B06}" destId="{C9C95D71-0D82-4E7F-B2A8-64D92847182A}" srcOrd="1" destOrd="0" presId="urn:microsoft.com/office/officeart/2016/7/layout/RepeatingBendingProcessNew"/>
    <dgm:cxn modelId="{B75F862A-E6D5-4C97-9D88-183235A9C54B}" type="presParOf" srcId="{6CF4D8CB-9082-445D-BA45-7E9AB7F17DFF}" destId="{7962C5C2-333C-492A-AB72-367AB1C7A7A5}" srcOrd="0" destOrd="0" presId="urn:microsoft.com/office/officeart/2016/7/layout/RepeatingBendingProcessNew"/>
    <dgm:cxn modelId="{E5F32B46-054B-4627-869B-FA313566875C}" type="presParOf" srcId="{6CF4D8CB-9082-445D-BA45-7E9AB7F17DFF}" destId="{B32A3769-98FA-403C-AAB7-27FC9026A231}" srcOrd="1" destOrd="0" presId="urn:microsoft.com/office/officeart/2016/7/layout/RepeatingBendingProcessNew"/>
    <dgm:cxn modelId="{3C6F3CD8-535F-47D9-B8F5-15D6B3224BCC}" type="presParOf" srcId="{B32A3769-98FA-403C-AAB7-27FC9026A231}" destId="{1770FDBB-2E74-412C-BE92-9DFF50780177}" srcOrd="0" destOrd="0" presId="urn:microsoft.com/office/officeart/2016/7/layout/RepeatingBendingProcessNew"/>
    <dgm:cxn modelId="{3147828C-D309-4E7B-90F6-AE7ECDA625D6}" type="presParOf" srcId="{6CF4D8CB-9082-445D-BA45-7E9AB7F17DFF}" destId="{2AF2DC3B-D762-46E7-8546-0D2B1AE5ADBE}" srcOrd="2" destOrd="0" presId="urn:microsoft.com/office/officeart/2016/7/layout/RepeatingBendingProcessNew"/>
    <dgm:cxn modelId="{114FD948-2150-4343-A7AF-8A35511D1650}" type="presParOf" srcId="{6CF4D8CB-9082-445D-BA45-7E9AB7F17DFF}" destId="{380366F5-3DDA-4CA8-8535-23A462D031A8}" srcOrd="3" destOrd="0" presId="urn:microsoft.com/office/officeart/2016/7/layout/RepeatingBendingProcessNew"/>
    <dgm:cxn modelId="{F9088AEB-19B4-4B50-BDA5-793B080FA5AE}" type="presParOf" srcId="{380366F5-3DDA-4CA8-8535-23A462D031A8}" destId="{100B4300-CCCA-4EB2-B22B-CC55D2BC4305}" srcOrd="0" destOrd="0" presId="urn:microsoft.com/office/officeart/2016/7/layout/RepeatingBendingProcessNew"/>
    <dgm:cxn modelId="{6F9E3E58-0565-40EA-A150-CA2CFAB412C0}" type="presParOf" srcId="{6CF4D8CB-9082-445D-BA45-7E9AB7F17DFF}" destId="{C609B9EB-BBD1-44AB-A3C5-C5B0A59A447D}" srcOrd="4" destOrd="0" presId="urn:microsoft.com/office/officeart/2016/7/layout/RepeatingBendingProcessNew"/>
    <dgm:cxn modelId="{431EAD07-A786-4F19-88B1-2BA0983AA8B4}" type="presParOf" srcId="{6CF4D8CB-9082-445D-BA45-7E9AB7F17DFF}" destId="{460A199B-05E6-4AD0-89BE-72BED4E957C8}" srcOrd="5" destOrd="0" presId="urn:microsoft.com/office/officeart/2016/7/layout/RepeatingBendingProcessNew"/>
    <dgm:cxn modelId="{E0FC9F33-6DCE-4161-8FC9-8CC7374ECD6A}" type="presParOf" srcId="{460A199B-05E6-4AD0-89BE-72BED4E957C8}" destId="{BB0925C4-E0B9-40B0-8225-D4E7FEF880AF}" srcOrd="0" destOrd="0" presId="urn:microsoft.com/office/officeart/2016/7/layout/RepeatingBendingProcessNew"/>
    <dgm:cxn modelId="{31FC08EE-0A00-483D-9584-AFA58E5ED5AB}" type="presParOf" srcId="{6CF4D8CB-9082-445D-BA45-7E9AB7F17DFF}" destId="{FFAE0900-4A10-4ABF-A860-D94DED5C14F2}" srcOrd="6" destOrd="0" presId="urn:microsoft.com/office/officeart/2016/7/layout/RepeatingBendingProcessNew"/>
    <dgm:cxn modelId="{B505B70B-55A8-43A4-B7C8-E452308A8D53}" type="presParOf" srcId="{6CF4D8CB-9082-445D-BA45-7E9AB7F17DFF}" destId="{7CCC86AB-4640-4F1C-B3E8-BF6886F52D49}" srcOrd="7" destOrd="0" presId="urn:microsoft.com/office/officeart/2016/7/layout/RepeatingBendingProcessNew"/>
    <dgm:cxn modelId="{77A2EFA6-2BD5-4098-855F-D69ADC85F2D7}" type="presParOf" srcId="{7CCC86AB-4640-4F1C-B3E8-BF6886F52D49}" destId="{13AA214E-F0B2-444D-82F3-D6BD16BF4CA1}" srcOrd="0" destOrd="0" presId="urn:microsoft.com/office/officeart/2016/7/layout/RepeatingBendingProcessNew"/>
    <dgm:cxn modelId="{01C50B8D-5D0A-43D3-95A8-FDE3E355C0D2}" type="presParOf" srcId="{6CF4D8CB-9082-445D-BA45-7E9AB7F17DFF}" destId="{19277312-D05A-46AF-B771-4FE30A08AD4D}" srcOrd="8" destOrd="0" presId="urn:microsoft.com/office/officeart/2016/7/layout/RepeatingBendingProcessNew"/>
    <dgm:cxn modelId="{2635D8F0-45F8-42EC-8FC9-28C1E17CD08A}" type="presParOf" srcId="{6CF4D8CB-9082-445D-BA45-7E9AB7F17DFF}" destId="{281E8281-99B8-4B10-9C76-37CE7F09EF6E}" srcOrd="9" destOrd="0" presId="urn:microsoft.com/office/officeart/2016/7/layout/RepeatingBendingProcessNew"/>
    <dgm:cxn modelId="{E77529F2-0F2E-43FD-837D-419A377CA7AC}" type="presParOf" srcId="{281E8281-99B8-4B10-9C76-37CE7F09EF6E}" destId="{6AB4638E-61CD-4A6A-80B4-5D2B0795C8A7}" srcOrd="0" destOrd="0" presId="urn:microsoft.com/office/officeart/2016/7/layout/RepeatingBendingProcessNew"/>
    <dgm:cxn modelId="{6AD6C102-253A-493E-AE52-93AB77FFECA7}" type="presParOf" srcId="{6CF4D8CB-9082-445D-BA45-7E9AB7F17DFF}" destId="{71DC099B-A7EC-493A-BE12-75A020560C6A}" srcOrd="10" destOrd="0" presId="urn:microsoft.com/office/officeart/2016/7/layout/RepeatingBendingProcessNew"/>
    <dgm:cxn modelId="{48336B3A-9626-428B-9BB3-1E818A26532C}" type="presParOf" srcId="{6CF4D8CB-9082-445D-BA45-7E9AB7F17DFF}" destId="{7AD40BF6-7AAE-488D-B7DA-218B95BB97DB}" srcOrd="11" destOrd="0" presId="urn:microsoft.com/office/officeart/2016/7/layout/RepeatingBendingProcessNew"/>
    <dgm:cxn modelId="{0AD4E907-57A7-4D1C-B2BF-5AFFC3C6F553}" type="presParOf" srcId="{7AD40BF6-7AAE-488D-B7DA-218B95BB97DB}" destId="{C9C95D71-0D82-4E7F-B2A8-64D92847182A}" srcOrd="0" destOrd="0" presId="urn:microsoft.com/office/officeart/2016/7/layout/RepeatingBendingProcessNew"/>
    <dgm:cxn modelId="{15496EDD-AE56-4D58-B098-A05FB883A54F}" type="presParOf" srcId="{6CF4D8CB-9082-445D-BA45-7E9AB7F17DFF}" destId="{334F3A71-12FD-4066-8068-0D07A2C05557}" srcOrd="12" destOrd="0" presId="urn:microsoft.com/office/officeart/2016/7/layout/RepeatingBendingProcessNew"/>
    <dgm:cxn modelId="{76F09E53-6E67-4C40-BB10-1FEBBF73DBCB}" type="presParOf" srcId="{6CF4D8CB-9082-445D-BA45-7E9AB7F17DFF}" destId="{9D61F35D-826C-4193-964B-9D9287E73C27}" srcOrd="13" destOrd="0" presId="urn:microsoft.com/office/officeart/2016/7/layout/RepeatingBendingProcessNew"/>
    <dgm:cxn modelId="{EF2A8A2A-4514-4BF1-ABCC-74418EB9294A}" type="presParOf" srcId="{9D61F35D-826C-4193-964B-9D9287E73C27}" destId="{6DA683C2-26B6-421C-8045-F1C9ADDDC126}" srcOrd="0" destOrd="0" presId="urn:microsoft.com/office/officeart/2016/7/layout/RepeatingBendingProcessNew"/>
    <dgm:cxn modelId="{AC7FAF60-16C6-43E1-AAA3-AD3298A633B8}" type="presParOf" srcId="{6CF4D8CB-9082-445D-BA45-7E9AB7F17DFF}" destId="{99DF15B6-A2FC-4BDC-AFDE-2C3314A03E97}" srcOrd="14" destOrd="0" presId="urn:microsoft.com/office/officeart/2016/7/layout/RepeatingBendingProcessNew"/>
    <dgm:cxn modelId="{31B43600-19A7-493C-86AD-4EA6BE7A9A02}" type="presParOf" srcId="{6CF4D8CB-9082-445D-BA45-7E9AB7F17DFF}" destId="{94F1DE02-556E-495D-BAC8-6B858F738842}" srcOrd="15" destOrd="0" presId="urn:microsoft.com/office/officeart/2016/7/layout/RepeatingBendingProcessNew"/>
    <dgm:cxn modelId="{B2AC31DB-6977-4B11-97B4-58A8EB740645}" type="presParOf" srcId="{94F1DE02-556E-495D-BAC8-6B858F738842}" destId="{585C6AD3-98FE-4512-9B8D-805F8FC24087}" srcOrd="0" destOrd="0" presId="urn:microsoft.com/office/officeart/2016/7/layout/RepeatingBendingProcessNew"/>
    <dgm:cxn modelId="{71AB6E7F-8416-4151-8557-5D5CEFF99F83}" type="presParOf" srcId="{6CF4D8CB-9082-445D-BA45-7E9AB7F17DFF}" destId="{7A2EF746-4B81-455F-A7E5-51747D94A59E}" srcOrd="16" destOrd="0" presId="urn:microsoft.com/office/officeart/2016/7/layout/RepeatingBendingProcessNew"/>
    <dgm:cxn modelId="{CFC83199-A77C-4E4E-A358-4DC1419A0F84}" type="presParOf" srcId="{6CF4D8CB-9082-445D-BA45-7E9AB7F17DFF}" destId="{A6D579AA-B912-44DB-A4D5-7C84F07B9E92}" srcOrd="17" destOrd="0" presId="urn:microsoft.com/office/officeart/2016/7/layout/RepeatingBendingProcessNew"/>
    <dgm:cxn modelId="{CE07D5DF-9EC5-46C2-9621-8ADB3A5CE13F}" type="presParOf" srcId="{A6D579AA-B912-44DB-A4D5-7C84F07B9E92}" destId="{C1308EC0-FA40-48CC-A080-4A92EEAC7582}" srcOrd="0" destOrd="0" presId="urn:microsoft.com/office/officeart/2016/7/layout/RepeatingBendingProcessNew"/>
    <dgm:cxn modelId="{807DD44B-9E55-4BD7-9DF3-E37177552C11}" type="presParOf" srcId="{6CF4D8CB-9082-445D-BA45-7E9AB7F17DFF}" destId="{2926F893-208A-4964-99CD-7150ED41AF3B}" srcOrd="18" destOrd="0" presId="urn:microsoft.com/office/officeart/2016/7/layout/RepeatingBendingProcessNew"/>
    <dgm:cxn modelId="{BE88179D-FB5D-4181-9141-E592C8CF4E28}" type="presParOf" srcId="{6CF4D8CB-9082-445D-BA45-7E9AB7F17DFF}" destId="{233C4968-88F3-4C1F-B006-649605C247C9}" srcOrd="19" destOrd="0" presId="urn:microsoft.com/office/officeart/2016/7/layout/RepeatingBendingProcessNew"/>
    <dgm:cxn modelId="{057B8F1D-6280-4993-AB3C-96EF877528B3}" type="presParOf" srcId="{233C4968-88F3-4C1F-B006-649605C247C9}" destId="{723F4FD2-2CDD-4B7D-A98E-B532FFCAF881}" srcOrd="0" destOrd="0" presId="urn:microsoft.com/office/officeart/2016/7/layout/RepeatingBendingProcessNew"/>
    <dgm:cxn modelId="{FC54DCEA-DB0E-4732-A943-332786F125F6}" type="presParOf" srcId="{6CF4D8CB-9082-445D-BA45-7E9AB7F17DFF}" destId="{9FB664D4-4CC3-4C03-B65F-BEBE5473E120}" srcOrd="20" destOrd="0" presId="urn:microsoft.com/office/officeart/2016/7/layout/RepeatingBendingProcessNew"/>
    <dgm:cxn modelId="{247C283C-6103-4E4E-BD4E-AC55FD8980CA}" type="presParOf" srcId="{6CF4D8CB-9082-445D-BA45-7E9AB7F17DFF}" destId="{7EE2DE54-05B4-42F7-A6E7-9EB2A4B4488E}" srcOrd="21" destOrd="0" presId="urn:microsoft.com/office/officeart/2016/7/layout/RepeatingBendingProcessNew"/>
    <dgm:cxn modelId="{91B72571-EDC1-4978-A436-944518B3A79D}" type="presParOf" srcId="{7EE2DE54-05B4-42F7-A6E7-9EB2A4B4488E}" destId="{2D8BC8A8-1FAF-4B55-A9DE-C29BE32038AA}" srcOrd="0" destOrd="0" presId="urn:microsoft.com/office/officeart/2016/7/layout/RepeatingBendingProcessNew"/>
    <dgm:cxn modelId="{2A305CB9-DDC5-4A61-ACF6-F1AAD1F36281}" type="presParOf" srcId="{6CF4D8CB-9082-445D-BA45-7E9AB7F17DFF}" destId="{84B7811C-17BC-4165-98C5-EB109E3A75B0}" srcOrd="22" destOrd="0" presId="urn:microsoft.com/office/officeart/2016/7/layout/RepeatingBendingProcessNew"/>
    <dgm:cxn modelId="{10486924-BE4E-4F52-A1C8-5B560BEE4241}" type="presParOf" srcId="{6CF4D8CB-9082-445D-BA45-7E9AB7F17DFF}" destId="{923B0580-1760-45B0-8EED-7C6E3FA0F44E}" srcOrd="23" destOrd="0" presId="urn:microsoft.com/office/officeart/2016/7/layout/RepeatingBendingProcessNew"/>
    <dgm:cxn modelId="{9F6EF362-3FAB-4CA1-B63D-28F972DE594A}" type="presParOf" srcId="{923B0580-1760-45B0-8EED-7C6E3FA0F44E}" destId="{DFA608A7-29B4-4E35-8937-ACF6FFDE1013}" srcOrd="0" destOrd="0" presId="urn:microsoft.com/office/officeart/2016/7/layout/RepeatingBendingProcessNew"/>
    <dgm:cxn modelId="{F195EE57-ABF9-4482-8E7E-A523423A1B6C}" type="presParOf" srcId="{6CF4D8CB-9082-445D-BA45-7E9AB7F17DFF}" destId="{E303EA56-41B2-45BC-AC81-188684CB8298}" srcOrd="24" destOrd="0" presId="urn:microsoft.com/office/officeart/2016/7/layout/RepeatingBendingProcessNew"/>
    <dgm:cxn modelId="{A4E78FB9-A72E-4B5C-B4FA-99E5A7A62234}" type="presParOf" srcId="{6CF4D8CB-9082-445D-BA45-7E9AB7F17DFF}" destId="{AE1EB042-4AEC-46AF-AC01-BE382F31EBAF}" srcOrd="25" destOrd="0" presId="urn:microsoft.com/office/officeart/2016/7/layout/RepeatingBendingProcessNew"/>
    <dgm:cxn modelId="{8ABE3ADC-FB8F-48DA-8454-53022CA2086B}" type="presParOf" srcId="{AE1EB042-4AEC-46AF-AC01-BE382F31EBAF}" destId="{DCC26C61-F365-4BF8-A5F1-03F6D8C73274}" srcOrd="0" destOrd="0" presId="urn:microsoft.com/office/officeart/2016/7/layout/RepeatingBendingProcessNew"/>
    <dgm:cxn modelId="{6E546387-3612-47FE-B067-401D953164A9}" type="presParOf" srcId="{6CF4D8CB-9082-445D-BA45-7E9AB7F17DFF}" destId="{D64AEBB3-9656-4BE3-B5C7-9CF6E434CF89}" srcOrd="26" destOrd="0" presId="urn:microsoft.com/office/officeart/2016/7/layout/RepeatingBendingProcessNew"/>
    <dgm:cxn modelId="{A8D493A9-32D2-4F4C-9067-E7B018879A52}" type="presParOf" srcId="{6CF4D8CB-9082-445D-BA45-7E9AB7F17DFF}" destId="{B359DC14-9E93-4E38-8FEC-9A6F9F0EE5B5}" srcOrd="27" destOrd="0" presId="urn:microsoft.com/office/officeart/2016/7/layout/RepeatingBendingProcessNew"/>
    <dgm:cxn modelId="{7A40DCCA-4507-4254-B646-6417AF9D6B04}" type="presParOf" srcId="{B359DC14-9E93-4E38-8FEC-9A6F9F0EE5B5}" destId="{60FB39F5-294C-4598-9480-BC791293AF15}" srcOrd="0" destOrd="0" presId="urn:microsoft.com/office/officeart/2016/7/layout/RepeatingBendingProcessNew"/>
    <dgm:cxn modelId="{20355123-F00D-4582-B97C-7AA741087711}" type="presParOf" srcId="{6CF4D8CB-9082-445D-BA45-7E9AB7F17DFF}" destId="{3427E6B0-BC94-45A7-8E09-31EFE7D76740}" srcOrd="2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08259F2-D688-4040-BF0F-3C24CF12A183}" type="doc">
      <dgm:prSet loTypeId="urn:microsoft.com/office/officeart/2005/8/layout/arrow5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8DF6D2-73F7-4E79-8D47-28C3A272DB03}">
      <dgm:prSet/>
      <dgm:spPr/>
      <dgm:t>
        <a:bodyPr/>
        <a:lstStyle/>
        <a:p>
          <a:r>
            <a:rPr lang="en-US" dirty="0"/>
            <a:t>WAIT_START</a:t>
          </a:r>
        </a:p>
      </dgm:t>
    </dgm:pt>
    <dgm:pt modelId="{873BD078-241F-478B-BE52-42ACF330694F}" type="parTrans" cxnId="{C600E31C-8332-4C7A-A996-14C11342154B}">
      <dgm:prSet/>
      <dgm:spPr/>
      <dgm:t>
        <a:bodyPr/>
        <a:lstStyle/>
        <a:p>
          <a:endParaRPr lang="en-US"/>
        </a:p>
      </dgm:t>
    </dgm:pt>
    <dgm:pt modelId="{356C0CC7-55B7-4B44-B744-9A4B6335E743}" type="sibTrans" cxnId="{C600E31C-8332-4C7A-A996-14C11342154B}">
      <dgm:prSet/>
      <dgm:spPr/>
      <dgm:t>
        <a:bodyPr/>
        <a:lstStyle/>
        <a:p>
          <a:endParaRPr lang="en-US"/>
        </a:p>
      </dgm:t>
    </dgm:pt>
    <dgm:pt modelId="{A685585B-4FFB-42DF-8D26-0F5398921E3A}">
      <dgm:prSet/>
      <dgm:spPr/>
      <dgm:t>
        <a:bodyPr/>
        <a:lstStyle/>
        <a:p>
          <a:r>
            <a:rPr lang="en-GB" dirty="0"/>
            <a:t>PL_LIFTER_MOVE_DOWN</a:t>
          </a:r>
          <a:endParaRPr lang="en-US" dirty="0"/>
        </a:p>
      </dgm:t>
    </dgm:pt>
    <dgm:pt modelId="{CA227F24-67B1-492E-AEB2-01B04679C93F}" type="parTrans" cxnId="{328D7E11-8B50-4F2B-898A-2EA416367059}">
      <dgm:prSet/>
      <dgm:spPr/>
      <dgm:t>
        <a:bodyPr/>
        <a:lstStyle/>
        <a:p>
          <a:endParaRPr lang="en-US"/>
        </a:p>
      </dgm:t>
    </dgm:pt>
    <dgm:pt modelId="{4B14363B-D4CB-4E96-95FF-C6EAFC616BD9}" type="sibTrans" cxnId="{328D7E11-8B50-4F2B-898A-2EA416367059}">
      <dgm:prSet/>
      <dgm:spPr/>
      <dgm:t>
        <a:bodyPr/>
        <a:lstStyle/>
        <a:p>
          <a:endParaRPr lang="en-US"/>
        </a:p>
      </dgm:t>
    </dgm:pt>
    <dgm:pt modelId="{A0C26AD3-4B94-4334-ADFD-C53369243723}">
      <dgm:prSet/>
      <dgm:spPr/>
      <dgm:t>
        <a:bodyPr/>
        <a:lstStyle/>
        <a:p>
          <a:r>
            <a:rPr lang="en-US" dirty="0"/>
            <a:t>PL_FORK_OPEN </a:t>
          </a:r>
        </a:p>
      </dgm:t>
    </dgm:pt>
    <dgm:pt modelId="{57F37435-8CE5-4BA9-99D3-34A44AF48308}" type="parTrans" cxnId="{63987835-87BE-42E5-94E4-2BD5C5B788C1}">
      <dgm:prSet/>
      <dgm:spPr/>
      <dgm:t>
        <a:bodyPr/>
        <a:lstStyle/>
        <a:p>
          <a:endParaRPr lang="en-US"/>
        </a:p>
      </dgm:t>
    </dgm:pt>
    <dgm:pt modelId="{D1A941ED-25FC-4F85-B166-6EC8530E5521}" type="sibTrans" cxnId="{63987835-87BE-42E5-94E4-2BD5C5B788C1}">
      <dgm:prSet/>
      <dgm:spPr/>
      <dgm:t>
        <a:bodyPr/>
        <a:lstStyle/>
        <a:p>
          <a:endParaRPr lang="en-US"/>
        </a:p>
      </dgm:t>
    </dgm:pt>
    <dgm:pt modelId="{C7D07A73-D0CD-44E8-8AC4-E4896C92C516}">
      <dgm:prSet/>
      <dgm:spPr/>
      <dgm:t>
        <a:bodyPr/>
        <a:lstStyle/>
        <a:p>
          <a:r>
            <a:rPr lang="en-GB" dirty="0"/>
            <a:t>PL_LIFTER_BACK_TO_POS </a:t>
          </a:r>
          <a:endParaRPr lang="en-US" dirty="0"/>
        </a:p>
      </dgm:t>
    </dgm:pt>
    <dgm:pt modelId="{DB18D88F-4ACA-4A09-B534-A1E397E3A883}" type="parTrans" cxnId="{05D86A04-4FF1-4E74-A0C4-B199A2F0213C}">
      <dgm:prSet/>
      <dgm:spPr/>
      <dgm:t>
        <a:bodyPr/>
        <a:lstStyle/>
        <a:p>
          <a:endParaRPr lang="en-US"/>
        </a:p>
      </dgm:t>
    </dgm:pt>
    <dgm:pt modelId="{D2F6B541-7680-4B8D-A49B-EBF60B18B409}" type="sibTrans" cxnId="{05D86A04-4FF1-4E74-A0C4-B199A2F0213C}">
      <dgm:prSet/>
      <dgm:spPr/>
      <dgm:t>
        <a:bodyPr/>
        <a:lstStyle/>
        <a:p>
          <a:endParaRPr lang="en-US"/>
        </a:p>
      </dgm:t>
    </dgm:pt>
    <dgm:pt modelId="{2B09D61A-94E2-46F8-9C9D-C600BAC1CB67}">
      <dgm:prSet/>
      <dgm:spPr/>
      <dgm:t>
        <a:bodyPr/>
        <a:lstStyle/>
        <a:p>
          <a:r>
            <a:rPr lang="en-US" dirty="0"/>
            <a:t>PL_FORK_LOCKED </a:t>
          </a:r>
        </a:p>
      </dgm:t>
    </dgm:pt>
    <dgm:pt modelId="{658EEC6C-1592-486B-A0CE-65F19EA1E82A}" type="parTrans" cxnId="{CC8143FE-837F-41DE-A4AB-73D99087F40E}">
      <dgm:prSet/>
      <dgm:spPr/>
      <dgm:t>
        <a:bodyPr/>
        <a:lstStyle/>
        <a:p>
          <a:endParaRPr lang="en-US"/>
        </a:p>
      </dgm:t>
    </dgm:pt>
    <dgm:pt modelId="{BA1BAEB2-3D17-4ADD-A45A-94D8C4791A6E}" type="sibTrans" cxnId="{CC8143FE-837F-41DE-A4AB-73D99087F40E}">
      <dgm:prSet/>
      <dgm:spPr/>
      <dgm:t>
        <a:bodyPr/>
        <a:lstStyle/>
        <a:p>
          <a:endParaRPr lang="en-US"/>
        </a:p>
      </dgm:t>
    </dgm:pt>
    <dgm:pt modelId="{8D56A802-ED18-4273-B895-8035D8C6C7CC}">
      <dgm:prSet/>
      <dgm:spPr/>
      <dgm:t>
        <a:bodyPr/>
        <a:lstStyle/>
        <a:p>
          <a:r>
            <a:rPr lang="en-US" dirty="0"/>
            <a:t>PL_LIFTER_LOCKED </a:t>
          </a:r>
        </a:p>
      </dgm:t>
    </dgm:pt>
    <dgm:pt modelId="{545E35E5-AECF-42E6-88A0-E85C5547E72E}" type="parTrans" cxnId="{03948A4A-F8E5-44B6-96CE-123E87DA6C70}">
      <dgm:prSet/>
      <dgm:spPr/>
      <dgm:t>
        <a:bodyPr/>
        <a:lstStyle/>
        <a:p>
          <a:endParaRPr lang="en-US"/>
        </a:p>
      </dgm:t>
    </dgm:pt>
    <dgm:pt modelId="{AE91588A-F128-4603-AC8B-76A011F73460}" type="sibTrans" cxnId="{03948A4A-F8E5-44B6-96CE-123E87DA6C70}">
      <dgm:prSet/>
      <dgm:spPr/>
      <dgm:t>
        <a:bodyPr/>
        <a:lstStyle/>
        <a:p>
          <a:endParaRPr lang="en-US"/>
        </a:p>
      </dgm:t>
    </dgm:pt>
    <dgm:pt modelId="{ABCE1781-98BF-4062-8539-C554A0EA4118}">
      <dgm:prSet/>
      <dgm:spPr/>
      <dgm:t>
        <a:bodyPr/>
        <a:lstStyle/>
        <a:p>
          <a:r>
            <a:rPr lang="en-GB" dirty="0"/>
            <a:t>START_PL_CONVY_1</a:t>
          </a:r>
          <a:endParaRPr lang="en-US" dirty="0"/>
        </a:p>
      </dgm:t>
    </dgm:pt>
    <dgm:pt modelId="{296C3F7E-85BF-4A63-A488-78E5A1D9388A}" type="parTrans" cxnId="{7DB0CA42-3EE4-4FB7-A011-DCB9C2C56518}">
      <dgm:prSet/>
      <dgm:spPr/>
      <dgm:t>
        <a:bodyPr/>
        <a:lstStyle/>
        <a:p>
          <a:endParaRPr lang="en-US"/>
        </a:p>
      </dgm:t>
    </dgm:pt>
    <dgm:pt modelId="{B4B4360C-6F4C-4554-B09B-7583DE4040C1}" type="sibTrans" cxnId="{7DB0CA42-3EE4-4FB7-A011-DCB9C2C56518}">
      <dgm:prSet/>
      <dgm:spPr/>
      <dgm:t>
        <a:bodyPr/>
        <a:lstStyle/>
        <a:p>
          <a:endParaRPr lang="en-US"/>
        </a:p>
      </dgm:t>
    </dgm:pt>
    <dgm:pt modelId="{F9F3716A-8704-4F8C-8821-7265B3995F65}">
      <dgm:prSet/>
      <dgm:spPr/>
      <dgm:t>
        <a:bodyPr/>
        <a:lstStyle/>
        <a:p>
          <a:r>
            <a:rPr lang="en-GB" dirty="0"/>
            <a:t>START_PL_CONVY_2</a:t>
          </a:r>
          <a:endParaRPr lang="en-US" dirty="0"/>
        </a:p>
      </dgm:t>
    </dgm:pt>
    <dgm:pt modelId="{9A88D848-A2DB-466E-AB20-91DBB975A931}" type="parTrans" cxnId="{7F50A21D-470A-4BB5-BBEA-F7530B3A6BFB}">
      <dgm:prSet/>
      <dgm:spPr/>
      <dgm:t>
        <a:bodyPr/>
        <a:lstStyle/>
        <a:p>
          <a:endParaRPr lang="en-US"/>
        </a:p>
      </dgm:t>
    </dgm:pt>
    <dgm:pt modelId="{C22D7397-E38A-47CC-B191-B8DD56B328B0}" type="sibTrans" cxnId="{7F50A21D-470A-4BB5-BBEA-F7530B3A6BFB}">
      <dgm:prSet/>
      <dgm:spPr/>
      <dgm:t>
        <a:bodyPr/>
        <a:lstStyle/>
        <a:p>
          <a:endParaRPr lang="en-US"/>
        </a:p>
      </dgm:t>
    </dgm:pt>
    <dgm:pt modelId="{AAC18365-B1B0-4E1F-A237-2C85E2B93BAC}">
      <dgm:prSet/>
      <dgm:spPr/>
      <dgm:t>
        <a:bodyPr/>
        <a:lstStyle/>
        <a:p>
          <a:r>
            <a:rPr lang="en-US" dirty="0"/>
            <a:t>LIGHT_BARRIER_2</a:t>
          </a:r>
        </a:p>
      </dgm:t>
    </dgm:pt>
    <dgm:pt modelId="{42CD2E18-DE7F-4143-ABF3-9FD03B1F1C44}" type="parTrans" cxnId="{7FB33911-C580-47BB-BA8B-049F65FB3AE4}">
      <dgm:prSet/>
      <dgm:spPr/>
      <dgm:t>
        <a:bodyPr/>
        <a:lstStyle/>
        <a:p>
          <a:endParaRPr lang="en-US"/>
        </a:p>
      </dgm:t>
    </dgm:pt>
    <dgm:pt modelId="{C5F5D5D5-5F9D-4C43-BC97-18467146812F}" type="sibTrans" cxnId="{7FB33911-C580-47BB-BA8B-049F65FB3AE4}">
      <dgm:prSet/>
      <dgm:spPr/>
      <dgm:t>
        <a:bodyPr/>
        <a:lstStyle/>
        <a:p>
          <a:endParaRPr lang="en-US"/>
        </a:p>
      </dgm:t>
    </dgm:pt>
    <dgm:pt modelId="{E119683D-984D-4B14-8ABB-2F51024C330B}">
      <dgm:prSet/>
      <dgm:spPr/>
      <dgm:t>
        <a:bodyPr/>
        <a:lstStyle/>
        <a:p>
          <a:r>
            <a:rPr lang="en-GB" dirty="0"/>
            <a:t>CONFIRM_PL_CONVY_1_STOP </a:t>
          </a:r>
          <a:endParaRPr lang="en-US" dirty="0"/>
        </a:p>
      </dgm:t>
    </dgm:pt>
    <dgm:pt modelId="{7AD0A21E-71D8-4C74-82B2-7C405E692749}" type="parTrans" cxnId="{ACB254B8-1163-4EF4-843F-A8210CDB97EB}">
      <dgm:prSet/>
      <dgm:spPr/>
      <dgm:t>
        <a:bodyPr/>
        <a:lstStyle/>
        <a:p>
          <a:endParaRPr lang="en-US"/>
        </a:p>
      </dgm:t>
    </dgm:pt>
    <dgm:pt modelId="{4BD97621-06B9-4361-A65A-608C1274E32D}" type="sibTrans" cxnId="{ACB254B8-1163-4EF4-843F-A8210CDB97EB}">
      <dgm:prSet/>
      <dgm:spPr/>
      <dgm:t>
        <a:bodyPr/>
        <a:lstStyle/>
        <a:p>
          <a:endParaRPr lang="en-US"/>
        </a:p>
      </dgm:t>
    </dgm:pt>
    <dgm:pt modelId="{98817AFC-F903-429B-B4B3-43390BD7400F}">
      <dgm:prSet/>
      <dgm:spPr/>
      <dgm:t>
        <a:bodyPr/>
        <a:lstStyle/>
        <a:p>
          <a:r>
            <a:rPr lang="en-US" dirty="0"/>
            <a:t>CONFIRM_PL_CONVY_2_VELOCITY </a:t>
          </a:r>
        </a:p>
      </dgm:t>
    </dgm:pt>
    <dgm:pt modelId="{468A8889-ECA9-451A-8A9E-F02C13756D54}" type="parTrans" cxnId="{4AE0A1EF-8C05-4EC6-B9CD-7AE15B140CBC}">
      <dgm:prSet/>
      <dgm:spPr/>
      <dgm:t>
        <a:bodyPr/>
        <a:lstStyle/>
        <a:p>
          <a:endParaRPr lang="en-US"/>
        </a:p>
      </dgm:t>
    </dgm:pt>
    <dgm:pt modelId="{7B42BB21-1D7B-4A71-AC60-8C3D01DE283C}" type="sibTrans" cxnId="{4AE0A1EF-8C05-4EC6-B9CD-7AE15B140CBC}">
      <dgm:prSet/>
      <dgm:spPr/>
      <dgm:t>
        <a:bodyPr/>
        <a:lstStyle/>
        <a:p>
          <a:endParaRPr lang="en-US"/>
        </a:p>
      </dgm:t>
    </dgm:pt>
    <dgm:pt modelId="{45C1172C-02AE-472F-8E69-DEE0DDC803FE}">
      <dgm:prSet/>
      <dgm:spPr/>
      <dgm:t>
        <a:bodyPr/>
        <a:lstStyle/>
        <a:p>
          <a:r>
            <a:rPr lang="en-US" dirty="0"/>
            <a:t>LIGHT_BARRIER_1</a:t>
          </a:r>
        </a:p>
      </dgm:t>
    </dgm:pt>
    <dgm:pt modelId="{5C70D600-6925-4454-AB53-7EEB7306C75D}" type="parTrans" cxnId="{CC8A3A6C-4BA8-4B42-BBD6-49F70F10D6E4}">
      <dgm:prSet/>
      <dgm:spPr/>
      <dgm:t>
        <a:bodyPr/>
        <a:lstStyle/>
        <a:p>
          <a:endParaRPr lang="en-US"/>
        </a:p>
      </dgm:t>
    </dgm:pt>
    <dgm:pt modelId="{B56F1AE5-7963-4EE9-AA2E-09884FA1C6BF}" type="sibTrans" cxnId="{CC8A3A6C-4BA8-4B42-BBD6-49F70F10D6E4}">
      <dgm:prSet/>
      <dgm:spPr/>
      <dgm:t>
        <a:bodyPr/>
        <a:lstStyle/>
        <a:p>
          <a:endParaRPr lang="en-US"/>
        </a:p>
      </dgm:t>
    </dgm:pt>
    <dgm:pt modelId="{C4F7AA57-05C7-4269-9B12-A99A63879058}">
      <dgm:prSet/>
      <dgm:spPr/>
      <dgm:t>
        <a:bodyPr/>
        <a:lstStyle/>
        <a:p>
          <a:r>
            <a:rPr lang="en-GB" dirty="0"/>
            <a:t>CONFIRM_PL_CONVY_2_STOP </a:t>
          </a:r>
          <a:endParaRPr lang="en-US" dirty="0"/>
        </a:p>
      </dgm:t>
    </dgm:pt>
    <dgm:pt modelId="{37B58BBC-870B-4DFE-A0B7-0556093C6384}" type="parTrans" cxnId="{7A46EE25-B3AE-4546-8EC4-657A625F6B4F}">
      <dgm:prSet/>
      <dgm:spPr/>
      <dgm:t>
        <a:bodyPr/>
        <a:lstStyle/>
        <a:p>
          <a:endParaRPr lang="en-US"/>
        </a:p>
      </dgm:t>
    </dgm:pt>
    <dgm:pt modelId="{045A4413-C9EC-4680-A699-AD70C7654B9F}" type="sibTrans" cxnId="{7A46EE25-B3AE-4546-8EC4-657A625F6B4F}">
      <dgm:prSet/>
      <dgm:spPr/>
      <dgm:t>
        <a:bodyPr/>
        <a:lstStyle/>
        <a:p>
          <a:endParaRPr lang="en-US"/>
        </a:p>
      </dgm:t>
    </dgm:pt>
    <dgm:pt modelId="{94D735DD-61D0-4ED5-8859-A31D2C5E1EE2}">
      <dgm:prSet/>
      <dgm:spPr/>
      <dgm:t>
        <a:bodyPr/>
        <a:lstStyle/>
        <a:p>
          <a:r>
            <a:rPr lang="en-GB" dirty="0"/>
            <a:t>WAIT_FOR_LAYERS_OF_BOX </a:t>
          </a:r>
          <a:endParaRPr lang="en-US" dirty="0"/>
        </a:p>
      </dgm:t>
    </dgm:pt>
    <dgm:pt modelId="{FFEF472E-E3B8-43C7-8D9B-DCB0EEB65C48}" type="parTrans" cxnId="{CF0BD9C7-C1B5-4E85-AE2F-341BE3378104}">
      <dgm:prSet/>
      <dgm:spPr/>
      <dgm:t>
        <a:bodyPr/>
        <a:lstStyle/>
        <a:p>
          <a:endParaRPr lang="en-US"/>
        </a:p>
      </dgm:t>
    </dgm:pt>
    <dgm:pt modelId="{1D6B23C3-400C-4848-B655-E1228CEEB379}" type="sibTrans" cxnId="{CF0BD9C7-C1B5-4E85-AE2F-341BE3378104}">
      <dgm:prSet/>
      <dgm:spPr/>
      <dgm:t>
        <a:bodyPr/>
        <a:lstStyle/>
        <a:p>
          <a:endParaRPr lang="en-US"/>
        </a:p>
      </dgm:t>
    </dgm:pt>
    <dgm:pt modelId="{78AE1082-6BC1-4F24-B515-EA846CC4C724}">
      <dgm:prSet/>
      <dgm:spPr/>
      <dgm:t>
        <a:bodyPr/>
        <a:lstStyle/>
        <a:p>
          <a:r>
            <a:rPr lang="en-US" dirty="0"/>
            <a:t>PL_EXIT </a:t>
          </a:r>
        </a:p>
      </dgm:t>
    </dgm:pt>
    <dgm:pt modelId="{6B93D9D7-BD6D-40BA-ABD9-90A53B89096E}" type="parTrans" cxnId="{FE4B0DF1-B1F3-4263-B20D-41DEEBDAB18D}">
      <dgm:prSet/>
      <dgm:spPr/>
      <dgm:t>
        <a:bodyPr/>
        <a:lstStyle/>
        <a:p>
          <a:endParaRPr lang="en-US"/>
        </a:p>
      </dgm:t>
    </dgm:pt>
    <dgm:pt modelId="{41051595-43E7-4658-9897-AF2A2669D4BE}" type="sibTrans" cxnId="{FE4B0DF1-B1F3-4263-B20D-41DEEBDAB18D}">
      <dgm:prSet/>
      <dgm:spPr/>
      <dgm:t>
        <a:bodyPr/>
        <a:lstStyle/>
        <a:p>
          <a:endParaRPr lang="en-US"/>
        </a:p>
      </dgm:t>
    </dgm:pt>
    <dgm:pt modelId="{57FED6A8-179B-4570-9A51-4773603B8B04}" type="pres">
      <dgm:prSet presAssocID="{B08259F2-D688-4040-BF0F-3C24CF12A183}" presName="diagram" presStyleCnt="0">
        <dgm:presLayoutVars>
          <dgm:dir/>
          <dgm:resizeHandles val="exact"/>
        </dgm:presLayoutVars>
      </dgm:prSet>
      <dgm:spPr/>
    </dgm:pt>
    <dgm:pt modelId="{8998E1EF-C0EF-40BE-BBA6-546BEC01C2E5}" type="pres">
      <dgm:prSet presAssocID="{A88DF6D2-73F7-4E79-8D47-28C3A272DB03}" presName="arrow" presStyleLbl="node1" presStyleIdx="0" presStyleCnt="15">
        <dgm:presLayoutVars>
          <dgm:bulletEnabled val="1"/>
        </dgm:presLayoutVars>
      </dgm:prSet>
      <dgm:spPr/>
    </dgm:pt>
    <dgm:pt modelId="{FF5F07DD-4E89-4C9E-AA4D-BF596FF79E8B}" type="pres">
      <dgm:prSet presAssocID="{A685585B-4FFB-42DF-8D26-0F5398921E3A}" presName="arrow" presStyleLbl="node1" presStyleIdx="1" presStyleCnt="15">
        <dgm:presLayoutVars>
          <dgm:bulletEnabled val="1"/>
        </dgm:presLayoutVars>
      </dgm:prSet>
      <dgm:spPr/>
    </dgm:pt>
    <dgm:pt modelId="{455BCB96-4454-4785-B69D-83A009E77DCF}" type="pres">
      <dgm:prSet presAssocID="{A0C26AD3-4B94-4334-ADFD-C53369243723}" presName="arrow" presStyleLbl="node1" presStyleIdx="2" presStyleCnt="15">
        <dgm:presLayoutVars>
          <dgm:bulletEnabled val="1"/>
        </dgm:presLayoutVars>
      </dgm:prSet>
      <dgm:spPr/>
    </dgm:pt>
    <dgm:pt modelId="{07791311-D29C-4BC8-A007-A63C8AC7C2F2}" type="pres">
      <dgm:prSet presAssocID="{C7D07A73-D0CD-44E8-8AC4-E4896C92C516}" presName="arrow" presStyleLbl="node1" presStyleIdx="3" presStyleCnt="15">
        <dgm:presLayoutVars>
          <dgm:bulletEnabled val="1"/>
        </dgm:presLayoutVars>
      </dgm:prSet>
      <dgm:spPr/>
    </dgm:pt>
    <dgm:pt modelId="{86D470F8-8DF2-4C3B-AB3C-49A6BC10BAEF}" type="pres">
      <dgm:prSet presAssocID="{2B09D61A-94E2-46F8-9C9D-C600BAC1CB67}" presName="arrow" presStyleLbl="node1" presStyleIdx="4" presStyleCnt="15">
        <dgm:presLayoutVars>
          <dgm:bulletEnabled val="1"/>
        </dgm:presLayoutVars>
      </dgm:prSet>
      <dgm:spPr/>
    </dgm:pt>
    <dgm:pt modelId="{C212BEFD-319F-4BCA-920A-9DE1F495A869}" type="pres">
      <dgm:prSet presAssocID="{8D56A802-ED18-4273-B895-8035D8C6C7CC}" presName="arrow" presStyleLbl="node1" presStyleIdx="5" presStyleCnt="15">
        <dgm:presLayoutVars>
          <dgm:bulletEnabled val="1"/>
        </dgm:presLayoutVars>
      </dgm:prSet>
      <dgm:spPr/>
    </dgm:pt>
    <dgm:pt modelId="{129B97E5-C631-4515-B2B3-989F909C9096}" type="pres">
      <dgm:prSet presAssocID="{ABCE1781-98BF-4062-8539-C554A0EA4118}" presName="arrow" presStyleLbl="node1" presStyleIdx="6" presStyleCnt="15">
        <dgm:presLayoutVars>
          <dgm:bulletEnabled val="1"/>
        </dgm:presLayoutVars>
      </dgm:prSet>
      <dgm:spPr/>
    </dgm:pt>
    <dgm:pt modelId="{0B0DB120-2505-4FF5-8268-2E976EBB026D}" type="pres">
      <dgm:prSet presAssocID="{F9F3716A-8704-4F8C-8821-7265B3995F65}" presName="arrow" presStyleLbl="node1" presStyleIdx="7" presStyleCnt="15">
        <dgm:presLayoutVars>
          <dgm:bulletEnabled val="1"/>
        </dgm:presLayoutVars>
      </dgm:prSet>
      <dgm:spPr/>
    </dgm:pt>
    <dgm:pt modelId="{6091CB1D-6471-4C69-9F7E-4DBDDF1037F1}" type="pres">
      <dgm:prSet presAssocID="{AAC18365-B1B0-4E1F-A237-2C85E2B93BAC}" presName="arrow" presStyleLbl="node1" presStyleIdx="8" presStyleCnt="15">
        <dgm:presLayoutVars>
          <dgm:bulletEnabled val="1"/>
        </dgm:presLayoutVars>
      </dgm:prSet>
      <dgm:spPr/>
    </dgm:pt>
    <dgm:pt modelId="{D73AED9E-5382-40A4-9F7E-9637985BBD75}" type="pres">
      <dgm:prSet presAssocID="{E119683D-984D-4B14-8ABB-2F51024C330B}" presName="arrow" presStyleLbl="node1" presStyleIdx="9" presStyleCnt="15">
        <dgm:presLayoutVars>
          <dgm:bulletEnabled val="1"/>
        </dgm:presLayoutVars>
      </dgm:prSet>
      <dgm:spPr/>
    </dgm:pt>
    <dgm:pt modelId="{964887C1-E76A-44F2-9678-C9B9C0B8AC9C}" type="pres">
      <dgm:prSet presAssocID="{98817AFC-F903-429B-B4B3-43390BD7400F}" presName="arrow" presStyleLbl="node1" presStyleIdx="10" presStyleCnt="15">
        <dgm:presLayoutVars>
          <dgm:bulletEnabled val="1"/>
        </dgm:presLayoutVars>
      </dgm:prSet>
      <dgm:spPr/>
    </dgm:pt>
    <dgm:pt modelId="{19594C41-3404-466A-A754-E186AB8750DA}" type="pres">
      <dgm:prSet presAssocID="{45C1172C-02AE-472F-8E69-DEE0DDC803FE}" presName="arrow" presStyleLbl="node1" presStyleIdx="11" presStyleCnt="15">
        <dgm:presLayoutVars>
          <dgm:bulletEnabled val="1"/>
        </dgm:presLayoutVars>
      </dgm:prSet>
      <dgm:spPr/>
    </dgm:pt>
    <dgm:pt modelId="{4874C419-9265-4B10-8EAB-777F97BE45D5}" type="pres">
      <dgm:prSet presAssocID="{C4F7AA57-05C7-4269-9B12-A99A63879058}" presName="arrow" presStyleLbl="node1" presStyleIdx="12" presStyleCnt="15">
        <dgm:presLayoutVars>
          <dgm:bulletEnabled val="1"/>
        </dgm:presLayoutVars>
      </dgm:prSet>
      <dgm:spPr/>
    </dgm:pt>
    <dgm:pt modelId="{AD9F5BEA-4C54-4D19-A03F-4024671259FC}" type="pres">
      <dgm:prSet presAssocID="{94D735DD-61D0-4ED5-8859-A31D2C5E1EE2}" presName="arrow" presStyleLbl="node1" presStyleIdx="13" presStyleCnt="15">
        <dgm:presLayoutVars>
          <dgm:bulletEnabled val="1"/>
        </dgm:presLayoutVars>
      </dgm:prSet>
      <dgm:spPr/>
    </dgm:pt>
    <dgm:pt modelId="{874C0D8B-A455-4A0C-82E0-B5516A40A44B}" type="pres">
      <dgm:prSet presAssocID="{78AE1082-6BC1-4F24-B515-EA846CC4C724}" presName="arrow" presStyleLbl="node1" presStyleIdx="14" presStyleCnt="15">
        <dgm:presLayoutVars>
          <dgm:bulletEnabled val="1"/>
        </dgm:presLayoutVars>
      </dgm:prSet>
      <dgm:spPr/>
    </dgm:pt>
  </dgm:ptLst>
  <dgm:cxnLst>
    <dgm:cxn modelId="{05D86A04-4FF1-4E74-A0C4-B199A2F0213C}" srcId="{B08259F2-D688-4040-BF0F-3C24CF12A183}" destId="{C7D07A73-D0CD-44E8-8AC4-E4896C92C516}" srcOrd="3" destOrd="0" parTransId="{DB18D88F-4ACA-4A09-B534-A1E397E3A883}" sibTransId="{D2F6B541-7680-4B8D-A49B-EBF60B18B409}"/>
    <dgm:cxn modelId="{7FB33911-C580-47BB-BA8B-049F65FB3AE4}" srcId="{B08259F2-D688-4040-BF0F-3C24CF12A183}" destId="{AAC18365-B1B0-4E1F-A237-2C85E2B93BAC}" srcOrd="8" destOrd="0" parTransId="{42CD2E18-DE7F-4143-ABF3-9FD03B1F1C44}" sibTransId="{C5F5D5D5-5F9D-4C43-BC97-18467146812F}"/>
    <dgm:cxn modelId="{328D7E11-8B50-4F2B-898A-2EA416367059}" srcId="{B08259F2-D688-4040-BF0F-3C24CF12A183}" destId="{A685585B-4FFB-42DF-8D26-0F5398921E3A}" srcOrd="1" destOrd="0" parTransId="{CA227F24-67B1-492E-AEB2-01B04679C93F}" sibTransId="{4B14363B-D4CB-4E96-95FF-C6EAFC616BD9}"/>
    <dgm:cxn modelId="{C600E31C-8332-4C7A-A996-14C11342154B}" srcId="{B08259F2-D688-4040-BF0F-3C24CF12A183}" destId="{A88DF6D2-73F7-4E79-8D47-28C3A272DB03}" srcOrd="0" destOrd="0" parTransId="{873BD078-241F-478B-BE52-42ACF330694F}" sibTransId="{356C0CC7-55B7-4B44-B744-9A4B6335E743}"/>
    <dgm:cxn modelId="{7F50A21D-470A-4BB5-BBEA-F7530B3A6BFB}" srcId="{B08259F2-D688-4040-BF0F-3C24CF12A183}" destId="{F9F3716A-8704-4F8C-8821-7265B3995F65}" srcOrd="7" destOrd="0" parTransId="{9A88D848-A2DB-466E-AB20-91DBB975A931}" sibTransId="{C22D7397-E38A-47CC-B191-B8DD56B328B0}"/>
    <dgm:cxn modelId="{48268021-FF53-4698-BE3A-652ADFFB3F71}" type="presOf" srcId="{F9F3716A-8704-4F8C-8821-7265B3995F65}" destId="{0B0DB120-2505-4FF5-8268-2E976EBB026D}" srcOrd="0" destOrd="0" presId="urn:microsoft.com/office/officeart/2005/8/layout/arrow5"/>
    <dgm:cxn modelId="{7A46EE25-B3AE-4546-8EC4-657A625F6B4F}" srcId="{B08259F2-D688-4040-BF0F-3C24CF12A183}" destId="{C4F7AA57-05C7-4269-9B12-A99A63879058}" srcOrd="12" destOrd="0" parTransId="{37B58BBC-870B-4DFE-A0B7-0556093C6384}" sibTransId="{045A4413-C9EC-4680-A699-AD70C7654B9F}"/>
    <dgm:cxn modelId="{63987835-87BE-42E5-94E4-2BD5C5B788C1}" srcId="{B08259F2-D688-4040-BF0F-3C24CF12A183}" destId="{A0C26AD3-4B94-4334-ADFD-C53369243723}" srcOrd="2" destOrd="0" parTransId="{57F37435-8CE5-4BA9-99D3-34A44AF48308}" sibTransId="{D1A941ED-25FC-4F85-B166-6EC8530E5521}"/>
    <dgm:cxn modelId="{B97BD840-A3AC-43D8-9A25-7543C3B4BEE2}" type="presOf" srcId="{B08259F2-D688-4040-BF0F-3C24CF12A183}" destId="{57FED6A8-179B-4570-9A51-4773603B8B04}" srcOrd="0" destOrd="0" presId="urn:microsoft.com/office/officeart/2005/8/layout/arrow5"/>
    <dgm:cxn modelId="{D7556B42-72E2-4F9F-8480-56A9A0593CCE}" type="presOf" srcId="{ABCE1781-98BF-4062-8539-C554A0EA4118}" destId="{129B97E5-C631-4515-B2B3-989F909C9096}" srcOrd="0" destOrd="0" presId="urn:microsoft.com/office/officeart/2005/8/layout/arrow5"/>
    <dgm:cxn modelId="{7DB0CA42-3EE4-4FB7-A011-DCB9C2C56518}" srcId="{B08259F2-D688-4040-BF0F-3C24CF12A183}" destId="{ABCE1781-98BF-4062-8539-C554A0EA4118}" srcOrd="6" destOrd="0" parTransId="{296C3F7E-85BF-4A63-A488-78E5A1D9388A}" sibTransId="{B4B4360C-6F4C-4554-B09B-7583DE4040C1}"/>
    <dgm:cxn modelId="{DA1A7D47-1848-4FCD-A89C-B3623DD1EBF4}" type="presOf" srcId="{A0C26AD3-4B94-4334-ADFD-C53369243723}" destId="{455BCB96-4454-4785-B69D-83A009E77DCF}" srcOrd="0" destOrd="0" presId="urn:microsoft.com/office/officeart/2005/8/layout/arrow5"/>
    <dgm:cxn modelId="{03948A4A-F8E5-44B6-96CE-123E87DA6C70}" srcId="{B08259F2-D688-4040-BF0F-3C24CF12A183}" destId="{8D56A802-ED18-4273-B895-8035D8C6C7CC}" srcOrd="5" destOrd="0" parTransId="{545E35E5-AECF-42E6-88A0-E85C5547E72E}" sibTransId="{AE91588A-F128-4603-AC8B-76A011F73460}"/>
    <dgm:cxn modelId="{CC8A3A6C-4BA8-4B42-BBD6-49F70F10D6E4}" srcId="{B08259F2-D688-4040-BF0F-3C24CF12A183}" destId="{45C1172C-02AE-472F-8E69-DEE0DDC803FE}" srcOrd="11" destOrd="0" parTransId="{5C70D600-6925-4454-AB53-7EEB7306C75D}" sibTransId="{B56F1AE5-7963-4EE9-AA2E-09884FA1C6BF}"/>
    <dgm:cxn modelId="{3C3D9770-310D-4A87-8B3E-6E7E64A39594}" type="presOf" srcId="{98817AFC-F903-429B-B4B3-43390BD7400F}" destId="{964887C1-E76A-44F2-9678-C9B9C0B8AC9C}" srcOrd="0" destOrd="0" presId="urn:microsoft.com/office/officeart/2005/8/layout/arrow5"/>
    <dgm:cxn modelId="{6BC8C97C-7338-4A78-B8D9-8DB8BBEC1067}" type="presOf" srcId="{C4F7AA57-05C7-4269-9B12-A99A63879058}" destId="{4874C419-9265-4B10-8EAB-777F97BE45D5}" srcOrd="0" destOrd="0" presId="urn:microsoft.com/office/officeart/2005/8/layout/arrow5"/>
    <dgm:cxn modelId="{D8224382-579B-4CAA-B253-290679A002CA}" type="presOf" srcId="{45C1172C-02AE-472F-8E69-DEE0DDC803FE}" destId="{19594C41-3404-466A-A754-E186AB8750DA}" srcOrd="0" destOrd="0" presId="urn:microsoft.com/office/officeart/2005/8/layout/arrow5"/>
    <dgm:cxn modelId="{2978EC9E-19D7-4590-AC56-A32E4768F24A}" type="presOf" srcId="{C7D07A73-D0CD-44E8-8AC4-E4896C92C516}" destId="{07791311-D29C-4BC8-A007-A63C8AC7C2F2}" srcOrd="0" destOrd="0" presId="urn:microsoft.com/office/officeart/2005/8/layout/arrow5"/>
    <dgm:cxn modelId="{FE79A8AE-EF53-404C-8549-924E44D6505A}" type="presOf" srcId="{AAC18365-B1B0-4E1F-A237-2C85E2B93BAC}" destId="{6091CB1D-6471-4C69-9F7E-4DBDDF1037F1}" srcOrd="0" destOrd="0" presId="urn:microsoft.com/office/officeart/2005/8/layout/arrow5"/>
    <dgm:cxn modelId="{EDE1FAB6-A163-4E86-A4D8-EE1E20BF55A2}" type="presOf" srcId="{8D56A802-ED18-4273-B895-8035D8C6C7CC}" destId="{C212BEFD-319F-4BCA-920A-9DE1F495A869}" srcOrd="0" destOrd="0" presId="urn:microsoft.com/office/officeart/2005/8/layout/arrow5"/>
    <dgm:cxn modelId="{ACB254B8-1163-4EF4-843F-A8210CDB97EB}" srcId="{B08259F2-D688-4040-BF0F-3C24CF12A183}" destId="{E119683D-984D-4B14-8ABB-2F51024C330B}" srcOrd="9" destOrd="0" parTransId="{7AD0A21E-71D8-4C74-82B2-7C405E692749}" sibTransId="{4BD97621-06B9-4361-A65A-608C1274E32D}"/>
    <dgm:cxn modelId="{91D71FC3-0CA9-4C6C-95CA-C77776776FB6}" type="presOf" srcId="{78AE1082-6BC1-4F24-B515-EA846CC4C724}" destId="{874C0D8B-A455-4A0C-82E0-B5516A40A44B}" srcOrd="0" destOrd="0" presId="urn:microsoft.com/office/officeart/2005/8/layout/arrow5"/>
    <dgm:cxn modelId="{CF0BD9C7-C1B5-4E85-AE2F-341BE3378104}" srcId="{B08259F2-D688-4040-BF0F-3C24CF12A183}" destId="{94D735DD-61D0-4ED5-8859-A31D2C5E1EE2}" srcOrd="13" destOrd="0" parTransId="{FFEF472E-E3B8-43C7-8D9B-DCB0EEB65C48}" sibTransId="{1D6B23C3-400C-4848-B655-E1228CEEB379}"/>
    <dgm:cxn modelId="{8C3F92D0-8D66-4589-A3F6-2913498F8C95}" type="presOf" srcId="{94D735DD-61D0-4ED5-8859-A31D2C5E1EE2}" destId="{AD9F5BEA-4C54-4D19-A03F-4024671259FC}" srcOrd="0" destOrd="0" presId="urn:microsoft.com/office/officeart/2005/8/layout/arrow5"/>
    <dgm:cxn modelId="{961F7FD7-3D43-4B9F-A758-7E2A86BC099A}" type="presOf" srcId="{2B09D61A-94E2-46F8-9C9D-C600BAC1CB67}" destId="{86D470F8-8DF2-4C3B-AB3C-49A6BC10BAEF}" srcOrd="0" destOrd="0" presId="urn:microsoft.com/office/officeart/2005/8/layout/arrow5"/>
    <dgm:cxn modelId="{505951E2-BF58-46DB-BC91-CCBAAE7BA918}" type="presOf" srcId="{A88DF6D2-73F7-4E79-8D47-28C3A272DB03}" destId="{8998E1EF-C0EF-40BE-BBA6-546BEC01C2E5}" srcOrd="0" destOrd="0" presId="urn:microsoft.com/office/officeart/2005/8/layout/arrow5"/>
    <dgm:cxn modelId="{06E971EA-8FE0-426A-8C7B-3F377AC56A01}" type="presOf" srcId="{A685585B-4FFB-42DF-8D26-0F5398921E3A}" destId="{FF5F07DD-4E89-4C9E-AA4D-BF596FF79E8B}" srcOrd="0" destOrd="0" presId="urn:microsoft.com/office/officeart/2005/8/layout/arrow5"/>
    <dgm:cxn modelId="{4D93FEEE-C4DB-4549-A02F-AFA44F7913DC}" type="presOf" srcId="{E119683D-984D-4B14-8ABB-2F51024C330B}" destId="{D73AED9E-5382-40A4-9F7E-9637985BBD75}" srcOrd="0" destOrd="0" presId="urn:microsoft.com/office/officeart/2005/8/layout/arrow5"/>
    <dgm:cxn modelId="{4AE0A1EF-8C05-4EC6-B9CD-7AE15B140CBC}" srcId="{B08259F2-D688-4040-BF0F-3C24CF12A183}" destId="{98817AFC-F903-429B-B4B3-43390BD7400F}" srcOrd="10" destOrd="0" parTransId="{468A8889-ECA9-451A-8A9E-F02C13756D54}" sibTransId="{7B42BB21-1D7B-4A71-AC60-8C3D01DE283C}"/>
    <dgm:cxn modelId="{FE4B0DF1-B1F3-4263-B20D-41DEEBDAB18D}" srcId="{B08259F2-D688-4040-BF0F-3C24CF12A183}" destId="{78AE1082-6BC1-4F24-B515-EA846CC4C724}" srcOrd="14" destOrd="0" parTransId="{6B93D9D7-BD6D-40BA-ABD9-90A53B89096E}" sibTransId="{41051595-43E7-4658-9897-AF2A2669D4BE}"/>
    <dgm:cxn modelId="{CC8143FE-837F-41DE-A4AB-73D99087F40E}" srcId="{B08259F2-D688-4040-BF0F-3C24CF12A183}" destId="{2B09D61A-94E2-46F8-9C9D-C600BAC1CB67}" srcOrd="4" destOrd="0" parTransId="{658EEC6C-1592-486B-A0CE-65F19EA1E82A}" sibTransId="{BA1BAEB2-3D17-4ADD-A45A-94D8C4791A6E}"/>
    <dgm:cxn modelId="{11B5C413-3738-4D50-AC79-0FC4AFA06EE3}" type="presParOf" srcId="{57FED6A8-179B-4570-9A51-4773603B8B04}" destId="{8998E1EF-C0EF-40BE-BBA6-546BEC01C2E5}" srcOrd="0" destOrd="0" presId="urn:microsoft.com/office/officeart/2005/8/layout/arrow5"/>
    <dgm:cxn modelId="{55D4F666-EFD7-4E52-BE08-40B3F07FDF8A}" type="presParOf" srcId="{57FED6A8-179B-4570-9A51-4773603B8B04}" destId="{FF5F07DD-4E89-4C9E-AA4D-BF596FF79E8B}" srcOrd="1" destOrd="0" presId="urn:microsoft.com/office/officeart/2005/8/layout/arrow5"/>
    <dgm:cxn modelId="{AC6D72FD-3A5B-4186-83B3-4C5A9D5E6CD5}" type="presParOf" srcId="{57FED6A8-179B-4570-9A51-4773603B8B04}" destId="{455BCB96-4454-4785-B69D-83A009E77DCF}" srcOrd="2" destOrd="0" presId="urn:microsoft.com/office/officeart/2005/8/layout/arrow5"/>
    <dgm:cxn modelId="{FB5D9B3F-587F-453F-ACBF-1497D77ADE9F}" type="presParOf" srcId="{57FED6A8-179B-4570-9A51-4773603B8B04}" destId="{07791311-D29C-4BC8-A007-A63C8AC7C2F2}" srcOrd="3" destOrd="0" presId="urn:microsoft.com/office/officeart/2005/8/layout/arrow5"/>
    <dgm:cxn modelId="{A7EBF669-C33D-444B-AA63-939DC1EF8B46}" type="presParOf" srcId="{57FED6A8-179B-4570-9A51-4773603B8B04}" destId="{86D470F8-8DF2-4C3B-AB3C-49A6BC10BAEF}" srcOrd="4" destOrd="0" presId="urn:microsoft.com/office/officeart/2005/8/layout/arrow5"/>
    <dgm:cxn modelId="{BC2A93DA-DD29-49BD-94E6-A8CE7D8F23AB}" type="presParOf" srcId="{57FED6A8-179B-4570-9A51-4773603B8B04}" destId="{C212BEFD-319F-4BCA-920A-9DE1F495A869}" srcOrd="5" destOrd="0" presId="urn:microsoft.com/office/officeart/2005/8/layout/arrow5"/>
    <dgm:cxn modelId="{D7A6B10C-6D2E-431F-87EA-9540E4717C24}" type="presParOf" srcId="{57FED6A8-179B-4570-9A51-4773603B8B04}" destId="{129B97E5-C631-4515-B2B3-989F909C9096}" srcOrd="6" destOrd="0" presId="urn:microsoft.com/office/officeart/2005/8/layout/arrow5"/>
    <dgm:cxn modelId="{358DB5F2-AF78-419D-8C07-C8D6A9589AD4}" type="presParOf" srcId="{57FED6A8-179B-4570-9A51-4773603B8B04}" destId="{0B0DB120-2505-4FF5-8268-2E976EBB026D}" srcOrd="7" destOrd="0" presId="urn:microsoft.com/office/officeart/2005/8/layout/arrow5"/>
    <dgm:cxn modelId="{99870931-D914-4AE4-8E63-CF7258C1808C}" type="presParOf" srcId="{57FED6A8-179B-4570-9A51-4773603B8B04}" destId="{6091CB1D-6471-4C69-9F7E-4DBDDF1037F1}" srcOrd="8" destOrd="0" presId="urn:microsoft.com/office/officeart/2005/8/layout/arrow5"/>
    <dgm:cxn modelId="{DE626A8E-1C84-40DD-9F05-F4368A79F7EE}" type="presParOf" srcId="{57FED6A8-179B-4570-9A51-4773603B8B04}" destId="{D73AED9E-5382-40A4-9F7E-9637985BBD75}" srcOrd="9" destOrd="0" presId="urn:microsoft.com/office/officeart/2005/8/layout/arrow5"/>
    <dgm:cxn modelId="{2683B23F-FC5D-4117-8163-A2D162843536}" type="presParOf" srcId="{57FED6A8-179B-4570-9A51-4773603B8B04}" destId="{964887C1-E76A-44F2-9678-C9B9C0B8AC9C}" srcOrd="10" destOrd="0" presId="urn:microsoft.com/office/officeart/2005/8/layout/arrow5"/>
    <dgm:cxn modelId="{CAA49DC4-B6F0-4BDF-BA93-0461D570EA8B}" type="presParOf" srcId="{57FED6A8-179B-4570-9A51-4773603B8B04}" destId="{19594C41-3404-466A-A754-E186AB8750DA}" srcOrd="11" destOrd="0" presId="urn:microsoft.com/office/officeart/2005/8/layout/arrow5"/>
    <dgm:cxn modelId="{DF06BACE-18B7-4858-A87B-A115174E7EBC}" type="presParOf" srcId="{57FED6A8-179B-4570-9A51-4773603B8B04}" destId="{4874C419-9265-4B10-8EAB-777F97BE45D5}" srcOrd="12" destOrd="0" presId="urn:microsoft.com/office/officeart/2005/8/layout/arrow5"/>
    <dgm:cxn modelId="{516FE0DE-2466-4E02-A37A-542BAF07B724}" type="presParOf" srcId="{57FED6A8-179B-4570-9A51-4773603B8B04}" destId="{AD9F5BEA-4C54-4D19-A03F-4024671259FC}" srcOrd="13" destOrd="0" presId="urn:microsoft.com/office/officeart/2005/8/layout/arrow5"/>
    <dgm:cxn modelId="{BBCD8D06-0F2E-462B-96E7-C9DB49818B32}" type="presParOf" srcId="{57FED6A8-179B-4570-9A51-4773603B8B04}" destId="{874C0D8B-A455-4A0C-82E0-B5516A40A44B}" srcOrd="14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327A15A-8AD5-4051-A51B-5E0DE735442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156732-2DC3-447D-AAB8-577BD2066571}">
      <dgm:prSet/>
      <dgm:spPr/>
      <dgm:t>
        <a:bodyPr/>
        <a:lstStyle/>
        <a:p>
          <a:r>
            <a:rPr lang="en-US" b="1"/>
            <a:t>Immediate Stop: </a:t>
          </a:r>
          <a:endParaRPr lang="en-US"/>
        </a:p>
      </dgm:t>
    </dgm:pt>
    <dgm:pt modelId="{B4D990DF-4EAE-40F1-960F-D37C02670E24}" type="parTrans" cxnId="{7C81FE1F-FB68-47BA-A6FD-72872669D7D2}">
      <dgm:prSet/>
      <dgm:spPr/>
      <dgm:t>
        <a:bodyPr/>
        <a:lstStyle/>
        <a:p>
          <a:endParaRPr lang="en-US"/>
        </a:p>
      </dgm:t>
    </dgm:pt>
    <dgm:pt modelId="{9D4C50E1-28AF-4B87-ABCC-A027360CEA9B}" type="sibTrans" cxnId="{7C81FE1F-FB68-47BA-A6FD-72872669D7D2}">
      <dgm:prSet/>
      <dgm:spPr/>
      <dgm:t>
        <a:bodyPr/>
        <a:lstStyle/>
        <a:p>
          <a:endParaRPr lang="en-US"/>
        </a:p>
      </dgm:t>
    </dgm:pt>
    <dgm:pt modelId="{E9FA4082-531C-41AE-B3EC-B2FE69F64C1B}">
      <dgm:prSet/>
      <dgm:spPr/>
      <dgm:t>
        <a:bodyPr/>
        <a:lstStyle/>
        <a:p>
          <a:r>
            <a:rPr lang="en-US"/>
            <a:t>mConveyorIfFault</a:t>
          </a:r>
        </a:p>
      </dgm:t>
    </dgm:pt>
    <dgm:pt modelId="{B94A0300-552C-4973-9733-F129B555164D}" type="parTrans" cxnId="{AB003D77-4822-47BA-BEA6-6345A235945B}">
      <dgm:prSet/>
      <dgm:spPr/>
      <dgm:t>
        <a:bodyPr/>
        <a:lstStyle/>
        <a:p>
          <a:endParaRPr lang="en-US"/>
        </a:p>
      </dgm:t>
    </dgm:pt>
    <dgm:pt modelId="{D6EB6D4A-5C37-4891-85FA-D870A9E43398}" type="sibTrans" cxnId="{AB003D77-4822-47BA-BEA6-6345A235945B}">
      <dgm:prSet/>
      <dgm:spPr/>
      <dgm:t>
        <a:bodyPr/>
        <a:lstStyle/>
        <a:p>
          <a:endParaRPr lang="en-US"/>
        </a:p>
      </dgm:t>
    </dgm:pt>
    <dgm:pt modelId="{76A8C505-35E2-4374-90EF-5E2675D52A94}">
      <dgm:prSet/>
      <dgm:spPr/>
      <dgm:t>
        <a:bodyPr/>
        <a:lstStyle/>
        <a:p>
          <a:r>
            <a:rPr lang="en-US"/>
            <a:t>mBoxCraneFault</a:t>
          </a:r>
        </a:p>
      </dgm:t>
    </dgm:pt>
    <dgm:pt modelId="{AA757425-E3EF-48D4-B9D7-7236735BFE77}" type="parTrans" cxnId="{CAF11DD9-7049-49B4-A240-0B022609FEAA}">
      <dgm:prSet/>
      <dgm:spPr/>
      <dgm:t>
        <a:bodyPr/>
        <a:lstStyle/>
        <a:p>
          <a:endParaRPr lang="en-US"/>
        </a:p>
      </dgm:t>
    </dgm:pt>
    <dgm:pt modelId="{0B67057C-7D3C-4291-A1B9-43434F8737AE}" type="sibTrans" cxnId="{CAF11DD9-7049-49B4-A240-0B022609FEAA}">
      <dgm:prSet/>
      <dgm:spPr/>
      <dgm:t>
        <a:bodyPr/>
        <a:lstStyle/>
        <a:p>
          <a:endParaRPr lang="en-US"/>
        </a:p>
      </dgm:t>
    </dgm:pt>
    <dgm:pt modelId="{F90FF0C7-EE25-4ABE-9DE2-8B3E32C86B85}">
      <dgm:prSet/>
      <dgm:spPr/>
      <dgm:t>
        <a:bodyPr/>
        <a:lstStyle/>
        <a:p>
          <a:r>
            <a:rPr lang="en-US"/>
            <a:t>mPalletforkFault</a:t>
          </a:r>
        </a:p>
      </dgm:t>
    </dgm:pt>
    <dgm:pt modelId="{1B167FC2-46DD-4B67-922B-A07E3FA9B43F}" type="parTrans" cxnId="{B14CC67F-9015-43AE-8E41-802810AD54E5}">
      <dgm:prSet/>
      <dgm:spPr/>
      <dgm:t>
        <a:bodyPr/>
        <a:lstStyle/>
        <a:p>
          <a:endParaRPr lang="en-US"/>
        </a:p>
      </dgm:t>
    </dgm:pt>
    <dgm:pt modelId="{3C343D45-689F-49DC-BCED-3FDA556C4513}" type="sibTrans" cxnId="{B14CC67F-9015-43AE-8E41-802810AD54E5}">
      <dgm:prSet/>
      <dgm:spPr/>
      <dgm:t>
        <a:bodyPr/>
        <a:lstStyle/>
        <a:p>
          <a:endParaRPr lang="en-US"/>
        </a:p>
      </dgm:t>
    </dgm:pt>
    <dgm:pt modelId="{6BF90F93-6E46-409C-B7BF-885F8BD0885C}">
      <dgm:prSet/>
      <dgm:spPr/>
      <dgm:t>
        <a:bodyPr/>
        <a:lstStyle/>
        <a:p>
          <a:r>
            <a:rPr lang="en-US" dirty="0"/>
            <a:t>On Phase Stop:</a:t>
          </a:r>
        </a:p>
      </dgm:t>
    </dgm:pt>
    <dgm:pt modelId="{58EC2A5E-9D6C-4F47-83CA-B0A46647A520}" type="parTrans" cxnId="{73752C28-62FA-44C1-8509-C6E85984A7D3}">
      <dgm:prSet/>
      <dgm:spPr/>
      <dgm:t>
        <a:bodyPr/>
        <a:lstStyle/>
        <a:p>
          <a:endParaRPr lang="en-US"/>
        </a:p>
      </dgm:t>
    </dgm:pt>
    <dgm:pt modelId="{23EAC5AD-376F-46D7-86F9-D246D1DCE862}" type="sibTrans" cxnId="{73752C28-62FA-44C1-8509-C6E85984A7D3}">
      <dgm:prSet/>
      <dgm:spPr/>
      <dgm:t>
        <a:bodyPr/>
        <a:lstStyle/>
        <a:p>
          <a:endParaRPr lang="en-US"/>
        </a:p>
      </dgm:t>
    </dgm:pt>
    <dgm:pt modelId="{1BB8E135-5315-401B-8AAF-462B56AA0163}">
      <dgm:prSet/>
      <dgm:spPr/>
      <dgm:t>
        <a:bodyPr/>
        <a:lstStyle/>
        <a:p>
          <a:r>
            <a:rPr lang="en-US"/>
            <a:t>monphasestop_request</a:t>
          </a:r>
        </a:p>
      </dgm:t>
    </dgm:pt>
    <dgm:pt modelId="{8ACE108F-E7F2-47F1-AE19-D6722442E476}" type="parTrans" cxnId="{47BC76D3-92FE-4507-B313-76301719CEF8}">
      <dgm:prSet/>
      <dgm:spPr/>
      <dgm:t>
        <a:bodyPr/>
        <a:lstStyle/>
        <a:p>
          <a:endParaRPr lang="en-US"/>
        </a:p>
      </dgm:t>
    </dgm:pt>
    <dgm:pt modelId="{FE82BFE3-2A96-4A94-9D00-F757DD233EF4}" type="sibTrans" cxnId="{47BC76D3-92FE-4507-B313-76301719CEF8}">
      <dgm:prSet/>
      <dgm:spPr/>
      <dgm:t>
        <a:bodyPr/>
        <a:lstStyle/>
        <a:p>
          <a:endParaRPr lang="en-US"/>
        </a:p>
      </dgm:t>
    </dgm:pt>
    <dgm:pt modelId="{AABDD786-2C01-44BE-BF1D-1AFBC908D6E6}">
      <dgm:prSet/>
      <dgm:spPr/>
      <dgm:t>
        <a:bodyPr/>
        <a:lstStyle/>
        <a:p>
          <a:r>
            <a:rPr lang="en-US"/>
            <a:t>mPalletsover</a:t>
          </a:r>
        </a:p>
      </dgm:t>
    </dgm:pt>
    <dgm:pt modelId="{08186E3F-1BB0-4FBB-8479-013CA0019C5F}" type="parTrans" cxnId="{EE1FCE32-C585-4A7C-9D37-040FAC1E2F77}">
      <dgm:prSet/>
      <dgm:spPr/>
      <dgm:t>
        <a:bodyPr/>
        <a:lstStyle/>
        <a:p>
          <a:endParaRPr lang="en-US"/>
        </a:p>
      </dgm:t>
    </dgm:pt>
    <dgm:pt modelId="{41B7CD10-B294-4A60-828A-788ADD832ABC}" type="sibTrans" cxnId="{EE1FCE32-C585-4A7C-9D37-040FAC1E2F77}">
      <dgm:prSet/>
      <dgm:spPr/>
      <dgm:t>
        <a:bodyPr/>
        <a:lstStyle/>
        <a:p>
          <a:endParaRPr lang="en-US"/>
        </a:p>
      </dgm:t>
    </dgm:pt>
    <dgm:pt modelId="{02829A07-33F9-4D4D-BE70-CF2BEB7F1A36}">
      <dgm:prSet/>
      <dgm:spPr/>
      <dgm:t>
        <a:bodyPr/>
        <a:lstStyle/>
        <a:p>
          <a:r>
            <a:rPr lang="en-US"/>
            <a:t>mCartboardover</a:t>
          </a:r>
        </a:p>
      </dgm:t>
    </dgm:pt>
    <dgm:pt modelId="{A53DAAF0-0630-4C6B-BD1A-0DD12A29991C}" type="parTrans" cxnId="{F563BA4F-3614-443A-8314-EE47A4264C70}">
      <dgm:prSet/>
      <dgm:spPr/>
      <dgm:t>
        <a:bodyPr/>
        <a:lstStyle/>
        <a:p>
          <a:endParaRPr lang="en-US"/>
        </a:p>
      </dgm:t>
    </dgm:pt>
    <dgm:pt modelId="{5FA8B6B0-8F4B-4B98-B83F-B0089BE87F4D}" type="sibTrans" cxnId="{F563BA4F-3614-443A-8314-EE47A4264C70}">
      <dgm:prSet/>
      <dgm:spPr/>
      <dgm:t>
        <a:bodyPr/>
        <a:lstStyle/>
        <a:p>
          <a:endParaRPr lang="en-US"/>
        </a:p>
      </dgm:t>
    </dgm:pt>
    <dgm:pt modelId="{7E6E2899-7691-45A6-A456-3860D564DEEE}">
      <dgm:prSet/>
      <dgm:spPr/>
      <dgm:t>
        <a:bodyPr/>
        <a:lstStyle/>
        <a:p>
          <a:r>
            <a:rPr lang="en-US" b="1"/>
            <a:t>Emergency Stop:</a:t>
          </a:r>
          <a:endParaRPr lang="en-US"/>
        </a:p>
      </dgm:t>
    </dgm:pt>
    <dgm:pt modelId="{F93646F0-F8E4-40EA-A03C-C30F8ADB0DA2}" type="parTrans" cxnId="{DF160546-9868-4682-9B76-29B8CE5517B6}">
      <dgm:prSet/>
      <dgm:spPr/>
      <dgm:t>
        <a:bodyPr/>
        <a:lstStyle/>
        <a:p>
          <a:endParaRPr lang="en-US"/>
        </a:p>
      </dgm:t>
    </dgm:pt>
    <dgm:pt modelId="{352AFDC7-6954-4767-8167-32F50F2431FC}" type="sibTrans" cxnId="{DF160546-9868-4682-9B76-29B8CE5517B6}">
      <dgm:prSet/>
      <dgm:spPr/>
      <dgm:t>
        <a:bodyPr/>
        <a:lstStyle/>
        <a:p>
          <a:endParaRPr lang="en-US"/>
        </a:p>
      </dgm:t>
    </dgm:pt>
    <dgm:pt modelId="{C08C1D67-66FA-4CDA-970B-604C8AAA15B3}">
      <dgm:prSet/>
      <dgm:spPr/>
      <dgm:t>
        <a:bodyPr/>
        <a:lstStyle/>
        <a:p>
          <a:r>
            <a:rPr lang="en-US"/>
            <a:t>mEmergencyStopRequest</a:t>
          </a:r>
        </a:p>
      </dgm:t>
    </dgm:pt>
    <dgm:pt modelId="{969972E2-4890-4B1F-864B-2AAE70D283D5}" type="parTrans" cxnId="{3C1CD34A-A602-4483-A936-2E8960E1ACBA}">
      <dgm:prSet/>
      <dgm:spPr/>
      <dgm:t>
        <a:bodyPr/>
        <a:lstStyle/>
        <a:p>
          <a:endParaRPr lang="en-US"/>
        </a:p>
      </dgm:t>
    </dgm:pt>
    <dgm:pt modelId="{E41C820D-8D81-4CD5-8DF6-871189FACF66}" type="sibTrans" cxnId="{3C1CD34A-A602-4483-A936-2E8960E1ACBA}">
      <dgm:prSet/>
      <dgm:spPr/>
      <dgm:t>
        <a:bodyPr/>
        <a:lstStyle/>
        <a:p>
          <a:endParaRPr lang="en-US"/>
        </a:p>
      </dgm:t>
    </dgm:pt>
    <dgm:pt modelId="{7476798F-5495-4E58-9A4A-2D48B20CA911}" type="pres">
      <dgm:prSet presAssocID="{F327A15A-8AD5-4051-A51B-5E0DE735442A}" presName="linear" presStyleCnt="0">
        <dgm:presLayoutVars>
          <dgm:animLvl val="lvl"/>
          <dgm:resizeHandles val="exact"/>
        </dgm:presLayoutVars>
      </dgm:prSet>
      <dgm:spPr/>
    </dgm:pt>
    <dgm:pt modelId="{5AE77D8C-22B9-48F3-8E5D-5CB0291E526D}" type="pres">
      <dgm:prSet presAssocID="{4B156732-2DC3-447D-AAB8-577BD206657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96057A0-A8B7-448A-9D9E-333179FC0C6A}" type="pres">
      <dgm:prSet presAssocID="{4B156732-2DC3-447D-AAB8-577BD2066571}" presName="childText" presStyleLbl="revTx" presStyleIdx="0" presStyleCnt="3">
        <dgm:presLayoutVars>
          <dgm:bulletEnabled val="1"/>
        </dgm:presLayoutVars>
      </dgm:prSet>
      <dgm:spPr/>
    </dgm:pt>
    <dgm:pt modelId="{463B0CC6-B40F-4AB0-8B09-11BCBF33484E}" type="pres">
      <dgm:prSet presAssocID="{6BF90F93-6E46-409C-B7BF-885F8BD0885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721111C-F4C4-4F13-842A-BDA1DCB05B0C}" type="pres">
      <dgm:prSet presAssocID="{6BF90F93-6E46-409C-B7BF-885F8BD0885C}" presName="childText" presStyleLbl="revTx" presStyleIdx="1" presStyleCnt="3">
        <dgm:presLayoutVars>
          <dgm:bulletEnabled val="1"/>
        </dgm:presLayoutVars>
      </dgm:prSet>
      <dgm:spPr/>
    </dgm:pt>
    <dgm:pt modelId="{55699291-9B38-47F1-BB3E-98203DD1135B}" type="pres">
      <dgm:prSet presAssocID="{7E6E2899-7691-45A6-A456-3860D564DEE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09D52AF-1A80-495C-89D3-765B69297C56}" type="pres">
      <dgm:prSet presAssocID="{7E6E2899-7691-45A6-A456-3860D564DEEE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AFB5601F-44DB-48FF-B6BE-69993762472E}" type="presOf" srcId="{1BB8E135-5315-401B-8AAF-462B56AA0163}" destId="{E721111C-F4C4-4F13-842A-BDA1DCB05B0C}" srcOrd="0" destOrd="0" presId="urn:microsoft.com/office/officeart/2005/8/layout/vList2"/>
    <dgm:cxn modelId="{7C81FE1F-FB68-47BA-A6FD-72872669D7D2}" srcId="{F327A15A-8AD5-4051-A51B-5E0DE735442A}" destId="{4B156732-2DC3-447D-AAB8-577BD2066571}" srcOrd="0" destOrd="0" parTransId="{B4D990DF-4EAE-40F1-960F-D37C02670E24}" sibTransId="{9D4C50E1-28AF-4B87-ABCC-A027360CEA9B}"/>
    <dgm:cxn modelId="{73752C28-62FA-44C1-8509-C6E85984A7D3}" srcId="{F327A15A-8AD5-4051-A51B-5E0DE735442A}" destId="{6BF90F93-6E46-409C-B7BF-885F8BD0885C}" srcOrd="1" destOrd="0" parTransId="{58EC2A5E-9D6C-4F47-83CA-B0A46647A520}" sibTransId="{23EAC5AD-376F-46D7-86F9-D246D1DCE862}"/>
    <dgm:cxn modelId="{EE1FCE32-C585-4A7C-9D37-040FAC1E2F77}" srcId="{6BF90F93-6E46-409C-B7BF-885F8BD0885C}" destId="{AABDD786-2C01-44BE-BF1D-1AFBC908D6E6}" srcOrd="1" destOrd="0" parTransId="{08186E3F-1BB0-4FBB-8479-013CA0019C5F}" sibTransId="{41B7CD10-B294-4A60-828A-788ADD832ABC}"/>
    <dgm:cxn modelId="{DA66C539-00B3-4076-85A5-C4224F752934}" type="presOf" srcId="{02829A07-33F9-4D4D-BE70-CF2BEB7F1A36}" destId="{E721111C-F4C4-4F13-842A-BDA1DCB05B0C}" srcOrd="0" destOrd="2" presId="urn:microsoft.com/office/officeart/2005/8/layout/vList2"/>
    <dgm:cxn modelId="{47A3E35D-6465-426F-90B1-3BD5C368B8E6}" type="presOf" srcId="{E9FA4082-531C-41AE-B3EC-B2FE69F64C1B}" destId="{D96057A0-A8B7-448A-9D9E-333179FC0C6A}" srcOrd="0" destOrd="0" presId="urn:microsoft.com/office/officeart/2005/8/layout/vList2"/>
    <dgm:cxn modelId="{F4B9155E-547D-4D9E-BD1A-A016FE14B3E3}" type="presOf" srcId="{4B156732-2DC3-447D-AAB8-577BD2066571}" destId="{5AE77D8C-22B9-48F3-8E5D-5CB0291E526D}" srcOrd="0" destOrd="0" presId="urn:microsoft.com/office/officeart/2005/8/layout/vList2"/>
    <dgm:cxn modelId="{DF160546-9868-4682-9B76-29B8CE5517B6}" srcId="{F327A15A-8AD5-4051-A51B-5E0DE735442A}" destId="{7E6E2899-7691-45A6-A456-3860D564DEEE}" srcOrd="2" destOrd="0" parTransId="{F93646F0-F8E4-40EA-A03C-C30F8ADB0DA2}" sibTransId="{352AFDC7-6954-4767-8167-32F50F2431FC}"/>
    <dgm:cxn modelId="{1C383D69-B50D-4BDE-ACC6-32A6D316A95A}" type="presOf" srcId="{AABDD786-2C01-44BE-BF1D-1AFBC908D6E6}" destId="{E721111C-F4C4-4F13-842A-BDA1DCB05B0C}" srcOrd="0" destOrd="1" presId="urn:microsoft.com/office/officeart/2005/8/layout/vList2"/>
    <dgm:cxn modelId="{3C1CD34A-A602-4483-A936-2E8960E1ACBA}" srcId="{7E6E2899-7691-45A6-A456-3860D564DEEE}" destId="{C08C1D67-66FA-4CDA-970B-604C8AAA15B3}" srcOrd="0" destOrd="0" parTransId="{969972E2-4890-4B1F-864B-2AAE70D283D5}" sibTransId="{E41C820D-8D81-4CD5-8DF6-871189FACF66}"/>
    <dgm:cxn modelId="{32D71B4D-347F-4609-A11F-0FB00BEBB204}" type="presOf" srcId="{6BF90F93-6E46-409C-B7BF-885F8BD0885C}" destId="{463B0CC6-B40F-4AB0-8B09-11BCBF33484E}" srcOrd="0" destOrd="0" presId="urn:microsoft.com/office/officeart/2005/8/layout/vList2"/>
    <dgm:cxn modelId="{F563BA4F-3614-443A-8314-EE47A4264C70}" srcId="{6BF90F93-6E46-409C-B7BF-885F8BD0885C}" destId="{02829A07-33F9-4D4D-BE70-CF2BEB7F1A36}" srcOrd="2" destOrd="0" parTransId="{A53DAAF0-0630-4C6B-BD1A-0DD12A29991C}" sibTransId="{5FA8B6B0-8F4B-4B98-B83F-B0089BE87F4D}"/>
    <dgm:cxn modelId="{AB003D77-4822-47BA-BEA6-6345A235945B}" srcId="{4B156732-2DC3-447D-AAB8-577BD2066571}" destId="{E9FA4082-531C-41AE-B3EC-B2FE69F64C1B}" srcOrd="0" destOrd="0" parTransId="{B94A0300-552C-4973-9733-F129B555164D}" sibTransId="{D6EB6D4A-5C37-4891-85FA-D870A9E43398}"/>
    <dgm:cxn modelId="{B14CC67F-9015-43AE-8E41-802810AD54E5}" srcId="{4B156732-2DC3-447D-AAB8-577BD2066571}" destId="{F90FF0C7-EE25-4ABE-9DE2-8B3E32C86B85}" srcOrd="2" destOrd="0" parTransId="{1B167FC2-46DD-4B67-922B-A07E3FA9B43F}" sibTransId="{3C343D45-689F-49DC-BCED-3FDA556C4513}"/>
    <dgm:cxn modelId="{C85ABD84-4158-4CCC-8283-C22C2B5A50B2}" type="presOf" srcId="{7E6E2899-7691-45A6-A456-3860D564DEEE}" destId="{55699291-9B38-47F1-BB3E-98203DD1135B}" srcOrd="0" destOrd="0" presId="urn:microsoft.com/office/officeart/2005/8/layout/vList2"/>
    <dgm:cxn modelId="{99F9C49E-C428-4F1E-B1CD-AA396870B997}" type="presOf" srcId="{F90FF0C7-EE25-4ABE-9DE2-8B3E32C86B85}" destId="{D96057A0-A8B7-448A-9D9E-333179FC0C6A}" srcOrd="0" destOrd="2" presId="urn:microsoft.com/office/officeart/2005/8/layout/vList2"/>
    <dgm:cxn modelId="{6B5C15A6-11F3-4BEB-BCE5-DF486437DFD4}" type="presOf" srcId="{C08C1D67-66FA-4CDA-970B-604C8AAA15B3}" destId="{F09D52AF-1A80-495C-89D3-765B69297C56}" srcOrd="0" destOrd="0" presId="urn:microsoft.com/office/officeart/2005/8/layout/vList2"/>
    <dgm:cxn modelId="{47BC76D3-92FE-4507-B313-76301719CEF8}" srcId="{6BF90F93-6E46-409C-B7BF-885F8BD0885C}" destId="{1BB8E135-5315-401B-8AAF-462B56AA0163}" srcOrd="0" destOrd="0" parTransId="{8ACE108F-E7F2-47F1-AE19-D6722442E476}" sibTransId="{FE82BFE3-2A96-4A94-9D00-F757DD233EF4}"/>
    <dgm:cxn modelId="{15DB20D8-30D6-4309-9D9A-AE55A649C681}" type="presOf" srcId="{76A8C505-35E2-4374-90EF-5E2675D52A94}" destId="{D96057A0-A8B7-448A-9D9E-333179FC0C6A}" srcOrd="0" destOrd="1" presId="urn:microsoft.com/office/officeart/2005/8/layout/vList2"/>
    <dgm:cxn modelId="{CAF11DD9-7049-49B4-A240-0B022609FEAA}" srcId="{4B156732-2DC3-447D-AAB8-577BD2066571}" destId="{76A8C505-35E2-4374-90EF-5E2675D52A94}" srcOrd="1" destOrd="0" parTransId="{AA757425-E3EF-48D4-B9D7-7236735BFE77}" sibTransId="{0B67057C-7D3C-4291-A1B9-43434F8737AE}"/>
    <dgm:cxn modelId="{65695BE0-1E86-428C-99AC-81B810AB4322}" type="presOf" srcId="{F327A15A-8AD5-4051-A51B-5E0DE735442A}" destId="{7476798F-5495-4E58-9A4A-2D48B20CA911}" srcOrd="0" destOrd="0" presId="urn:microsoft.com/office/officeart/2005/8/layout/vList2"/>
    <dgm:cxn modelId="{F854FCD2-0A47-4A76-8A71-CBF80DA8DBAD}" type="presParOf" srcId="{7476798F-5495-4E58-9A4A-2D48B20CA911}" destId="{5AE77D8C-22B9-48F3-8E5D-5CB0291E526D}" srcOrd="0" destOrd="0" presId="urn:microsoft.com/office/officeart/2005/8/layout/vList2"/>
    <dgm:cxn modelId="{1DC0B78C-FB09-43B0-B00D-0DF7463ACC9E}" type="presParOf" srcId="{7476798F-5495-4E58-9A4A-2D48B20CA911}" destId="{D96057A0-A8B7-448A-9D9E-333179FC0C6A}" srcOrd="1" destOrd="0" presId="urn:microsoft.com/office/officeart/2005/8/layout/vList2"/>
    <dgm:cxn modelId="{648D21F8-A687-45E5-BEC3-AF888D2ABD44}" type="presParOf" srcId="{7476798F-5495-4E58-9A4A-2D48B20CA911}" destId="{463B0CC6-B40F-4AB0-8B09-11BCBF33484E}" srcOrd="2" destOrd="0" presId="urn:microsoft.com/office/officeart/2005/8/layout/vList2"/>
    <dgm:cxn modelId="{F13B40D3-F414-4E26-924C-DCC4F982F792}" type="presParOf" srcId="{7476798F-5495-4E58-9A4A-2D48B20CA911}" destId="{E721111C-F4C4-4F13-842A-BDA1DCB05B0C}" srcOrd="3" destOrd="0" presId="urn:microsoft.com/office/officeart/2005/8/layout/vList2"/>
    <dgm:cxn modelId="{C87818F6-926C-4FCE-87A6-344CC22FCC62}" type="presParOf" srcId="{7476798F-5495-4E58-9A4A-2D48B20CA911}" destId="{55699291-9B38-47F1-BB3E-98203DD1135B}" srcOrd="4" destOrd="0" presId="urn:microsoft.com/office/officeart/2005/8/layout/vList2"/>
    <dgm:cxn modelId="{25218EA6-A9E2-46C3-BB14-34CE8D626128}" type="presParOf" srcId="{7476798F-5495-4E58-9A4A-2D48B20CA911}" destId="{F09D52AF-1A80-495C-89D3-765B69297C56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4C563B8-5301-430B-9320-F018AD72F26C}" type="doc">
      <dgm:prSet loTypeId="urn:microsoft.com/office/officeart/2005/8/layout/vList5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A6F448F-3837-4040-AE2A-C5B53D57458B}">
      <dgm:prSet/>
      <dgm:spPr/>
      <dgm:t>
        <a:bodyPr/>
        <a:lstStyle/>
        <a:p>
          <a:r>
            <a:rPr lang="en-GB" dirty="0"/>
            <a:t>Materials: Box, Palletizer and Cardboard :</a:t>
          </a:r>
          <a:endParaRPr lang="en-US" dirty="0"/>
        </a:p>
      </dgm:t>
    </dgm:pt>
    <dgm:pt modelId="{0782F01B-70B9-49C3-954D-037EABA4A481}" type="parTrans" cxnId="{8391DE7D-3605-417C-A368-A3706B10CD88}">
      <dgm:prSet/>
      <dgm:spPr/>
      <dgm:t>
        <a:bodyPr/>
        <a:lstStyle/>
        <a:p>
          <a:endParaRPr lang="en-US"/>
        </a:p>
      </dgm:t>
    </dgm:pt>
    <dgm:pt modelId="{EF783327-E3D0-4875-A236-E2D271C73743}" type="sibTrans" cxnId="{8391DE7D-3605-417C-A368-A3706B10CD88}">
      <dgm:prSet/>
      <dgm:spPr/>
      <dgm:t>
        <a:bodyPr/>
        <a:lstStyle/>
        <a:p>
          <a:endParaRPr lang="en-US"/>
        </a:p>
      </dgm:t>
    </dgm:pt>
    <dgm:pt modelId="{469CA4ED-3EE4-4DA7-B01E-8F499563B281}">
      <dgm:prSet custT="1"/>
      <dgm:spPr/>
      <dgm:t>
        <a:bodyPr/>
        <a:lstStyle/>
        <a:p>
          <a:r>
            <a:rPr lang="en-GB" sz="1800" b="1" dirty="0">
              <a:solidFill>
                <a:srgbClr val="FF0000"/>
              </a:solidFill>
            </a:rPr>
            <a:t>ALARM</a:t>
          </a:r>
          <a:r>
            <a:rPr lang="en-GB" sz="1400" b="1" dirty="0">
              <a:solidFill>
                <a:srgbClr val="FF0000"/>
              </a:solidFill>
            </a:rPr>
            <a:t>:</a:t>
          </a:r>
          <a:endParaRPr lang="en-US" sz="1400" dirty="0"/>
        </a:p>
        <a:p>
          <a:r>
            <a:rPr lang="en-US" sz="1400" dirty="0"/>
            <a:t>If(Counter=0)</a:t>
          </a:r>
        </a:p>
        <a:p>
          <a:r>
            <a:rPr lang="en-US" sz="1400" dirty="0" err="1"/>
            <a:t>Immediate_Stop_Request</a:t>
          </a:r>
          <a:endParaRPr lang="en-US" sz="1400" dirty="0"/>
        </a:p>
      </dgm:t>
    </dgm:pt>
    <dgm:pt modelId="{707D5E97-4D0E-460D-8EF0-6D6749A5E0D6}" type="parTrans" cxnId="{554E2205-1718-4795-B5EE-7B0606007972}">
      <dgm:prSet/>
      <dgm:spPr/>
      <dgm:t>
        <a:bodyPr/>
        <a:lstStyle/>
        <a:p>
          <a:endParaRPr lang="en-US"/>
        </a:p>
      </dgm:t>
    </dgm:pt>
    <dgm:pt modelId="{E8467405-D8A0-43A2-A156-0BF9509D6CB1}" type="sibTrans" cxnId="{554E2205-1718-4795-B5EE-7B0606007972}">
      <dgm:prSet/>
      <dgm:spPr/>
      <dgm:t>
        <a:bodyPr/>
        <a:lstStyle/>
        <a:p>
          <a:endParaRPr lang="en-US"/>
        </a:p>
      </dgm:t>
    </dgm:pt>
    <dgm:pt modelId="{7FD319DF-5D18-458F-83CB-A6FC5364EACC}">
      <dgm:prSet custT="1"/>
      <dgm:spPr/>
      <dgm:t>
        <a:bodyPr/>
        <a:lstStyle/>
        <a:p>
          <a:r>
            <a:rPr lang="en-GB" sz="1800" b="1" dirty="0">
              <a:solidFill>
                <a:srgbClr val="FFFF00"/>
              </a:solidFill>
            </a:rPr>
            <a:t>WARNING</a:t>
          </a:r>
          <a:r>
            <a:rPr lang="zh-CN" sz="1500" dirty="0"/>
            <a:t> </a:t>
          </a:r>
          <a:r>
            <a:rPr lang="en-US" altLang="zh-CN" sz="1500" dirty="0"/>
            <a:t>:</a:t>
          </a:r>
        </a:p>
        <a:p>
          <a:r>
            <a:rPr lang="en-US" sz="1500" dirty="0"/>
            <a:t>If(Counter=1, </a:t>
          </a:r>
          <a:r>
            <a:rPr lang="en-US" sz="1500" dirty="0" err="1"/>
            <a:t>i.eAlmost_over</a:t>
          </a:r>
          <a:r>
            <a:rPr lang="en-US" sz="1500" dirty="0"/>
            <a:t>)</a:t>
          </a:r>
          <a:r>
            <a:rPr lang="zh-CN" sz="1500" dirty="0"/>
            <a:t> </a:t>
          </a:r>
          <a:endParaRPr lang="en-US" sz="1500" dirty="0"/>
        </a:p>
      </dgm:t>
    </dgm:pt>
    <dgm:pt modelId="{682D5102-E529-4571-846B-4948E162E226}" type="parTrans" cxnId="{546823F6-3041-48F7-BFB8-5DA086135FA0}">
      <dgm:prSet/>
      <dgm:spPr/>
      <dgm:t>
        <a:bodyPr/>
        <a:lstStyle/>
        <a:p>
          <a:endParaRPr lang="en-US"/>
        </a:p>
      </dgm:t>
    </dgm:pt>
    <dgm:pt modelId="{4D89E1EF-86E7-47C6-A58B-AA53E1F72931}" type="sibTrans" cxnId="{546823F6-3041-48F7-BFB8-5DA086135FA0}">
      <dgm:prSet/>
      <dgm:spPr/>
      <dgm:t>
        <a:bodyPr/>
        <a:lstStyle/>
        <a:p>
          <a:endParaRPr lang="en-US"/>
        </a:p>
      </dgm:t>
    </dgm:pt>
    <dgm:pt modelId="{058A3064-3A66-4976-BAA6-7EC7EFD83156}">
      <dgm:prSet/>
      <dgm:spPr/>
      <dgm:t>
        <a:bodyPr/>
        <a:lstStyle/>
        <a:p>
          <a:r>
            <a:rPr lang="en-US" b="1" dirty="0" err="1"/>
            <a:t>OutputSignals</a:t>
          </a:r>
          <a:endParaRPr lang="en-US" dirty="0"/>
        </a:p>
      </dgm:t>
    </dgm:pt>
    <dgm:pt modelId="{FCE379B2-59A0-432D-9D61-A046EECFCEA5}" type="parTrans" cxnId="{4784EAF0-37FF-403B-81FA-9EB68AD24E02}">
      <dgm:prSet/>
      <dgm:spPr/>
      <dgm:t>
        <a:bodyPr/>
        <a:lstStyle/>
        <a:p>
          <a:endParaRPr lang="en-US"/>
        </a:p>
      </dgm:t>
    </dgm:pt>
    <dgm:pt modelId="{D670673D-2821-4130-ADE2-6E4F2CCC2A03}" type="sibTrans" cxnId="{4784EAF0-37FF-403B-81FA-9EB68AD24E02}">
      <dgm:prSet/>
      <dgm:spPr/>
      <dgm:t>
        <a:bodyPr/>
        <a:lstStyle/>
        <a:p>
          <a:endParaRPr lang="en-US"/>
        </a:p>
      </dgm:t>
    </dgm:pt>
    <dgm:pt modelId="{109B8ED2-E516-4903-9767-898E8884A7A2}" type="pres">
      <dgm:prSet presAssocID="{A4C563B8-5301-430B-9320-F018AD72F26C}" presName="Name0" presStyleCnt="0">
        <dgm:presLayoutVars>
          <dgm:dir/>
          <dgm:animLvl val="lvl"/>
          <dgm:resizeHandles val="exact"/>
        </dgm:presLayoutVars>
      </dgm:prSet>
      <dgm:spPr/>
    </dgm:pt>
    <dgm:pt modelId="{67EA6901-03AC-4EB9-B75A-07A264C8BD8E}" type="pres">
      <dgm:prSet presAssocID="{8A6F448F-3837-4040-AE2A-C5B53D57458B}" presName="linNode" presStyleCnt="0"/>
      <dgm:spPr/>
    </dgm:pt>
    <dgm:pt modelId="{05EF387A-96B7-4760-83D0-03313033D493}" type="pres">
      <dgm:prSet presAssocID="{8A6F448F-3837-4040-AE2A-C5B53D57458B}" presName="parentText" presStyleLbl="node1" presStyleIdx="0" presStyleCnt="4" custLinFactNeighborX="-75618" custLinFactNeighborY="14058">
        <dgm:presLayoutVars>
          <dgm:chMax val="1"/>
          <dgm:bulletEnabled val="1"/>
        </dgm:presLayoutVars>
      </dgm:prSet>
      <dgm:spPr/>
    </dgm:pt>
    <dgm:pt modelId="{A671CF24-37E7-47D4-9272-237BAD1DAB2D}" type="pres">
      <dgm:prSet presAssocID="{EF783327-E3D0-4875-A236-E2D271C73743}" presName="sp" presStyleCnt="0"/>
      <dgm:spPr/>
    </dgm:pt>
    <dgm:pt modelId="{418DDD8E-383B-4B3E-8F7E-816444798E6A}" type="pres">
      <dgm:prSet presAssocID="{469CA4ED-3EE4-4DA7-B01E-8F499563B281}" presName="linNode" presStyleCnt="0"/>
      <dgm:spPr/>
    </dgm:pt>
    <dgm:pt modelId="{6C6CE7A1-7C2A-482B-9456-403D8BE1937A}" type="pres">
      <dgm:prSet presAssocID="{469CA4ED-3EE4-4DA7-B01E-8F499563B281}" presName="parentText" presStyleLbl="node1" presStyleIdx="1" presStyleCnt="4" custLinFactNeighborX="-73939" custLinFactNeighborY="40462">
        <dgm:presLayoutVars>
          <dgm:chMax val="1"/>
          <dgm:bulletEnabled val="1"/>
        </dgm:presLayoutVars>
      </dgm:prSet>
      <dgm:spPr/>
    </dgm:pt>
    <dgm:pt modelId="{C3661829-6A2E-411D-9FFF-6272BE247EE0}" type="pres">
      <dgm:prSet presAssocID="{E8467405-D8A0-43A2-A156-0BF9509D6CB1}" presName="sp" presStyleCnt="0"/>
      <dgm:spPr/>
    </dgm:pt>
    <dgm:pt modelId="{36A68A70-DFEB-409B-A1E7-EE10B7EBA1A9}" type="pres">
      <dgm:prSet presAssocID="{7FD319DF-5D18-458F-83CB-A6FC5364EACC}" presName="linNode" presStyleCnt="0"/>
      <dgm:spPr/>
    </dgm:pt>
    <dgm:pt modelId="{D0F4B206-F07B-4FCB-BBFD-CC7DD3090460}" type="pres">
      <dgm:prSet presAssocID="{7FD319DF-5D18-458F-83CB-A6FC5364EACC}" presName="parentText" presStyleLbl="node1" presStyleIdx="2" presStyleCnt="4" custLinFactNeighborX="-72859" custLinFactNeighborY="69973">
        <dgm:presLayoutVars>
          <dgm:chMax val="1"/>
          <dgm:bulletEnabled val="1"/>
        </dgm:presLayoutVars>
      </dgm:prSet>
      <dgm:spPr/>
    </dgm:pt>
    <dgm:pt modelId="{9A864BBF-CBED-411F-B28D-8188864BAFB0}" type="pres">
      <dgm:prSet presAssocID="{4D89E1EF-86E7-47C6-A58B-AA53E1F72931}" presName="sp" presStyleCnt="0"/>
      <dgm:spPr/>
    </dgm:pt>
    <dgm:pt modelId="{B0585F0F-F84A-4EAA-B261-1FD3AC841EDB}" type="pres">
      <dgm:prSet presAssocID="{058A3064-3A66-4976-BAA6-7EC7EFD83156}" presName="linNode" presStyleCnt="0"/>
      <dgm:spPr/>
    </dgm:pt>
    <dgm:pt modelId="{49CFF3C6-51FC-4257-A474-5422D624E01A}" type="pres">
      <dgm:prSet presAssocID="{058A3064-3A66-4976-BAA6-7EC7EFD83156}" presName="parentText" presStyleLbl="node1" presStyleIdx="3" presStyleCnt="4" custLinFactX="23199" custLinFactY="-76264" custLinFactNeighborX="100000" custLinFactNeighborY="-100000">
        <dgm:presLayoutVars>
          <dgm:chMax val="1"/>
          <dgm:bulletEnabled val="1"/>
        </dgm:presLayoutVars>
      </dgm:prSet>
      <dgm:spPr/>
    </dgm:pt>
  </dgm:ptLst>
  <dgm:cxnLst>
    <dgm:cxn modelId="{554E2205-1718-4795-B5EE-7B0606007972}" srcId="{A4C563B8-5301-430B-9320-F018AD72F26C}" destId="{469CA4ED-3EE4-4DA7-B01E-8F499563B281}" srcOrd="1" destOrd="0" parTransId="{707D5E97-4D0E-460D-8EF0-6D6749A5E0D6}" sibTransId="{E8467405-D8A0-43A2-A156-0BF9509D6CB1}"/>
    <dgm:cxn modelId="{00C0330C-6047-4D1D-9AAF-D83EFADF5186}" type="presOf" srcId="{469CA4ED-3EE4-4DA7-B01E-8F499563B281}" destId="{6C6CE7A1-7C2A-482B-9456-403D8BE1937A}" srcOrd="0" destOrd="0" presId="urn:microsoft.com/office/officeart/2005/8/layout/vList5"/>
    <dgm:cxn modelId="{8391DE7D-3605-417C-A368-A3706B10CD88}" srcId="{A4C563B8-5301-430B-9320-F018AD72F26C}" destId="{8A6F448F-3837-4040-AE2A-C5B53D57458B}" srcOrd="0" destOrd="0" parTransId="{0782F01B-70B9-49C3-954D-037EABA4A481}" sibTransId="{EF783327-E3D0-4875-A236-E2D271C73743}"/>
    <dgm:cxn modelId="{4F245797-0F12-4F85-95F0-F7AA2CC4DCE6}" type="presOf" srcId="{A4C563B8-5301-430B-9320-F018AD72F26C}" destId="{109B8ED2-E516-4903-9767-898E8884A7A2}" srcOrd="0" destOrd="0" presId="urn:microsoft.com/office/officeart/2005/8/layout/vList5"/>
    <dgm:cxn modelId="{572C63BB-9519-492B-A129-8C8CED893DE4}" type="presOf" srcId="{7FD319DF-5D18-458F-83CB-A6FC5364EACC}" destId="{D0F4B206-F07B-4FCB-BBFD-CC7DD3090460}" srcOrd="0" destOrd="0" presId="urn:microsoft.com/office/officeart/2005/8/layout/vList5"/>
    <dgm:cxn modelId="{DA8FF5E6-4619-436E-8975-225333DACD48}" type="presOf" srcId="{058A3064-3A66-4976-BAA6-7EC7EFD83156}" destId="{49CFF3C6-51FC-4257-A474-5422D624E01A}" srcOrd="0" destOrd="0" presId="urn:microsoft.com/office/officeart/2005/8/layout/vList5"/>
    <dgm:cxn modelId="{4784EAF0-37FF-403B-81FA-9EB68AD24E02}" srcId="{A4C563B8-5301-430B-9320-F018AD72F26C}" destId="{058A3064-3A66-4976-BAA6-7EC7EFD83156}" srcOrd="3" destOrd="0" parTransId="{FCE379B2-59A0-432D-9D61-A046EECFCEA5}" sibTransId="{D670673D-2821-4130-ADE2-6E4F2CCC2A03}"/>
    <dgm:cxn modelId="{546823F6-3041-48F7-BFB8-5DA086135FA0}" srcId="{A4C563B8-5301-430B-9320-F018AD72F26C}" destId="{7FD319DF-5D18-458F-83CB-A6FC5364EACC}" srcOrd="2" destOrd="0" parTransId="{682D5102-E529-4571-846B-4948E162E226}" sibTransId="{4D89E1EF-86E7-47C6-A58B-AA53E1F72931}"/>
    <dgm:cxn modelId="{18DF53FB-0422-4D23-B5DB-63163303539D}" type="presOf" srcId="{8A6F448F-3837-4040-AE2A-C5B53D57458B}" destId="{05EF387A-96B7-4760-83D0-03313033D493}" srcOrd="0" destOrd="0" presId="urn:microsoft.com/office/officeart/2005/8/layout/vList5"/>
    <dgm:cxn modelId="{4544780F-145B-4C4D-9F3F-422AD0EBA10C}" type="presParOf" srcId="{109B8ED2-E516-4903-9767-898E8884A7A2}" destId="{67EA6901-03AC-4EB9-B75A-07A264C8BD8E}" srcOrd="0" destOrd="0" presId="urn:microsoft.com/office/officeart/2005/8/layout/vList5"/>
    <dgm:cxn modelId="{F0FC638F-6289-4096-A142-61374F2EB3A4}" type="presParOf" srcId="{67EA6901-03AC-4EB9-B75A-07A264C8BD8E}" destId="{05EF387A-96B7-4760-83D0-03313033D493}" srcOrd="0" destOrd="0" presId="urn:microsoft.com/office/officeart/2005/8/layout/vList5"/>
    <dgm:cxn modelId="{E2D28D26-FA9E-49ED-8286-3C197057813E}" type="presParOf" srcId="{109B8ED2-E516-4903-9767-898E8884A7A2}" destId="{A671CF24-37E7-47D4-9272-237BAD1DAB2D}" srcOrd="1" destOrd="0" presId="urn:microsoft.com/office/officeart/2005/8/layout/vList5"/>
    <dgm:cxn modelId="{DAB120F3-C0CA-4D70-A3FB-4B27CBB091A5}" type="presParOf" srcId="{109B8ED2-E516-4903-9767-898E8884A7A2}" destId="{418DDD8E-383B-4B3E-8F7E-816444798E6A}" srcOrd="2" destOrd="0" presId="urn:microsoft.com/office/officeart/2005/8/layout/vList5"/>
    <dgm:cxn modelId="{196C1CB1-D511-47C6-AE77-F8409734D2B5}" type="presParOf" srcId="{418DDD8E-383B-4B3E-8F7E-816444798E6A}" destId="{6C6CE7A1-7C2A-482B-9456-403D8BE1937A}" srcOrd="0" destOrd="0" presId="urn:microsoft.com/office/officeart/2005/8/layout/vList5"/>
    <dgm:cxn modelId="{6831B595-5BC8-4C9A-B5A3-4E325FC6A217}" type="presParOf" srcId="{109B8ED2-E516-4903-9767-898E8884A7A2}" destId="{C3661829-6A2E-411D-9FFF-6272BE247EE0}" srcOrd="3" destOrd="0" presId="urn:microsoft.com/office/officeart/2005/8/layout/vList5"/>
    <dgm:cxn modelId="{6405BB40-6D99-4A1B-91E2-8074CA9090EF}" type="presParOf" srcId="{109B8ED2-E516-4903-9767-898E8884A7A2}" destId="{36A68A70-DFEB-409B-A1E7-EE10B7EBA1A9}" srcOrd="4" destOrd="0" presId="urn:microsoft.com/office/officeart/2005/8/layout/vList5"/>
    <dgm:cxn modelId="{744BD098-124D-4C22-9B4C-3BC0EE23E8FD}" type="presParOf" srcId="{36A68A70-DFEB-409B-A1E7-EE10B7EBA1A9}" destId="{D0F4B206-F07B-4FCB-BBFD-CC7DD3090460}" srcOrd="0" destOrd="0" presId="urn:microsoft.com/office/officeart/2005/8/layout/vList5"/>
    <dgm:cxn modelId="{39E1854D-AFAC-4CBE-B820-2AC4F42F8EE4}" type="presParOf" srcId="{109B8ED2-E516-4903-9767-898E8884A7A2}" destId="{9A864BBF-CBED-411F-B28D-8188864BAFB0}" srcOrd="5" destOrd="0" presId="urn:microsoft.com/office/officeart/2005/8/layout/vList5"/>
    <dgm:cxn modelId="{127515C4-615E-4231-A775-D889F65973AC}" type="presParOf" srcId="{109B8ED2-E516-4903-9767-898E8884A7A2}" destId="{B0585F0F-F84A-4EAA-B261-1FD3AC841EDB}" srcOrd="6" destOrd="0" presId="urn:microsoft.com/office/officeart/2005/8/layout/vList5"/>
    <dgm:cxn modelId="{E5DB63C6-E9E1-42AF-8109-1F9FF439211B}" type="presParOf" srcId="{B0585F0F-F84A-4EAA-B261-1FD3AC841EDB}" destId="{49CFF3C6-51FC-4257-A474-5422D624E01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1B0291-B6F7-4A5E-B21A-84F1BBE6CCD4}">
      <dsp:nvSpPr>
        <dsp:cNvPr id="0" name=""/>
        <dsp:cNvSpPr/>
      </dsp:nvSpPr>
      <dsp:spPr>
        <a:xfrm>
          <a:off x="0" y="39624"/>
          <a:ext cx="4977578" cy="54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WAIT_START</a:t>
          </a:r>
        </a:p>
      </dsp:txBody>
      <dsp:txXfrm>
        <a:off x="26387" y="66011"/>
        <a:ext cx="4924804" cy="487766"/>
      </dsp:txXfrm>
    </dsp:sp>
    <dsp:sp modelId="{F9EEFF54-7263-42C6-B68A-CC077D81A430}">
      <dsp:nvSpPr>
        <dsp:cNvPr id="0" name=""/>
        <dsp:cNvSpPr/>
      </dsp:nvSpPr>
      <dsp:spPr>
        <a:xfrm>
          <a:off x="0" y="643524"/>
          <a:ext cx="4977578" cy="54054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BOX_ON_FEEDER</a:t>
          </a:r>
        </a:p>
      </dsp:txBody>
      <dsp:txXfrm>
        <a:off x="26387" y="669911"/>
        <a:ext cx="4924804" cy="487766"/>
      </dsp:txXfrm>
    </dsp:sp>
    <dsp:sp modelId="{52ED0F3A-D87A-42C0-8DDA-21E7B6F1B610}">
      <dsp:nvSpPr>
        <dsp:cNvPr id="0" name=""/>
        <dsp:cNvSpPr/>
      </dsp:nvSpPr>
      <dsp:spPr>
        <a:xfrm>
          <a:off x="0" y="1247424"/>
          <a:ext cx="4977578" cy="5405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BOX_ON_CRANE </a:t>
          </a:r>
        </a:p>
      </dsp:txBody>
      <dsp:txXfrm>
        <a:off x="26387" y="1273811"/>
        <a:ext cx="4924804" cy="487766"/>
      </dsp:txXfrm>
    </dsp:sp>
    <dsp:sp modelId="{65210314-9CB3-4465-9518-3077C45C62A0}">
      <dsp:nvSpPr>
        <dsp:cNvPr id="0" name=""/>
        <dsp:cNvSpPr/>
      </dsp:nvSpPr>
      <dsp:spPr>
        <a:xfrm>
          <a:off x="0" y="1851324"/>
          <a:ext cx="4977578" cy="5405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HOLD_PALLET_READY </a:t>
          </a:r>
        </a:p>
      </dsp:txBody>
      <dsp:txXfrm>
        <a:off x="26387" y="1877711"/>
        <a:ext cx="4924804" cy="487766"/>
      </dsp:txXfrm>
    </dsp:sp>
    <dsp:sp modelId="{5035B359-D162-4C78-9F24-00EB51D416F1}">
      <dsp:nvSpPr>
        <dsp:cNvPr id="0" name=""/>
        <dsp:cNvSpPr/>
      </dsp:nvSpPr>
      <dsp:spPr>
        <a:xfrm>
          <a:off x="0" y="2455224"/>
          <a:ext cx="4977578" cy="54054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BOX_ON_PALLET </a:t>
          </a:r>
        </a:p>
      </dsp:txBody>
      <dsp:txXfrm>
        <a:off x="26387" y="2481611"/>
        <a:ext cx="4924804" cy="487766"/>
      </dsp:txXfrm>
    </dsp:sp>
    <dsp:sp modelId="{D258558A-02C9-4988-AD36-9F49DBE221E2}">
      <dsp:nvSpPr>
        <dsp:cNvPr id="0" name=""/>
        <dsp:cNvSpPr/>
      </dsp:nvSpPr>
      <dsp:spPr>
        <a:xfrm>
          <a:off x="0" y="3059124"/>
          <a:ext cx="4977578" cy="5405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PALLET_ON_EXIT </a:t>
          </a:r>
        </a:p>
      </dsp:txBody>
      <dsp:txXfrm>
        <a:off x="26387" y="3085511"/>
        <a:ext cx="4924804" cy="4877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22CB3C-6EC6-4515-9A19-768FB71BB609}">
      <dsp:nvSpPr>
        <dsp:cNvPr id="0" name=""/>
        <dsp:cNvSpPr/>
      </dsp:nvSpPr>
      <dsp:spPr>
        <a:xfrm>
          <a:off x="2676835" y="1919"/>
          <a:ext cx="1636649" cy="1636649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WAIT_START</a:t>
          </a:r>
        </a:p>
      </dsp:txBody>
      <dsp:txXfrm>
        <a:off x="3085997" y="1919"/>
        <a:ext cx="818325" cy="1350235"/>
      </dsp:txXfrm>
    </dsp:sp>
    <dsp:sp modelId="{A733D018-D415-49F2-8B9D-FE8DE563ACFB}">
      <dsp:nvSpPr>
        <dsp:cNvPr id="0" name=""/>
        <dsp:cNvSpPr/>
      </dsp:nvSpPr>
      <dsp:spPr>
        <a:xfrm rot="3600000">
          <a:off x="4172472" y="865425"/>
          <a:ext cx="1636649" cy="1636649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BOX_ON_FEEDER</a:t>
          </a:r>
        </a:p>
      </dsp:txBody>
      <dsp:txXfrm rot="-5400000">
        <a:off x="4439700" y="1202984"/>
        <a:ext cx="1350235" cy="818325"/>
      </dsp:txXfrm>
    </dsp:sp>
    <dsp:sp modelId="{CF963B51-AEEC-475A-A03A-AB24BB2936A3}">
      <dsp:nvSpPr>
        <dsp:cNvPr id="0" name=""/>
        <dsp:cNvSpPr/>
      </dsp:nvSpPr>
      <dsp:spPr>
        <a:xfrm rot="7200000">
          <a:off x="4172472" y="2592438"/>
          <a:ext cx="1636649" cy="1636649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BOX_ON_CRANE </a:t>
          </a:r>
        </a:p>
      </dsp:txBody>
      <dsp:txXfrm rot="-5400000">
        <a:off x="4439700" y="3073204"/>
        <a:ext cx="1350235" cy="818325"/>
      </dsp:txXfrm>
    </dsp:sp>
    <dsp:sp modelId="{2908D888-6EE8-46E8-A64C-B58C751FBAF7}">
      <dsp:nvSpPr>
        <dsp:cNvPr id="0" name=""/>
        <dsp:cNvSpPr/>
      </dsp:nvSpPr>
      <dsp:spPr>
        <a:xfrm rot="10800000">
          <a:off x="2676835" y="3455945"/>
          <a:ext cx="1636649" cy="1636649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HOLD_PALLET_READY </a:t>
          </a:r>
        </a:p>
      </dsp:txBody>
      <dsp:txXfrm rot="10800000">
        <a:off x="3085997" y="3742359"/>
        <a:ext cx="818325" cy="1350235"/>
      </dsp:txXfrm>
    </dsp:sp>
    <dsp:sp modelId="{6C5EA162-807C-4110-96BB-7CB4509CDE0F}">
      <dsp:nvSpPr>
        <dsp:cNvPr id="0" name=""/>
        <dsp:cNvSpPr/>
      </dsp:nvSpPr>
      <dsp:spPr>
        <a:xfrm rot="14400000">
          <a:off x="1181198" y="2592438"/>
          <a:ext cx="1636649" cy="1636649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BOX_ON_PALLET </a:t>
          </a:r>
        </a:p>
      </dsp:txBody>
      <dsp:txXfrm rot="5400000">
        <a:off x="1200384" y="3073204"/>
        <a:ext cx="1350235" cy="818325"/>
      </dsp:txXfrm>
    </dsp:sp>
    <dsp:sp modelId="{EACA237D-0003-45BA-BD3C-089EA46D9076}">
      <dsp:nvSpPr>
        <dsp:cNvPr id="0" name=""/>
        <dsp:cNvSpPr/>
      </dsp:nvSpPr>
      <dsp:spPr>
        <a:xfrm rot="18000000">
          <a:off x="1181198" y="865425"/>
          <a:ext cx="1636649" cy="1636649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PALLET_ON_EXIT </a:t>
          </a:r>
        </a:p>
      </dsp:txBody>
      <dsp:txXfrm rot="5400000">
        <a:off x="1200384" y="1202984"/>
        <a:ext cx="1350235" cy="81832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584138-B0A9-45B2-B521-134FAB79029A}">
      <dsp:nvSpPr>
        <dsp:cNvPr id="0" name=""/>
        <dsp:cNvSpPr/>
      </dsp:nvSpPr>
      <dsp:spPr>
        <a:xfrm>
          <a:off x="1263183" y="364875"/>
          <a:ext cx="2594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410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5638" y="409144"/>
        <a:ext cx="14500" cy="2902"/>
      </dsp:txXfrm>
    </dsp:sp>
    <dsp:sp modelId="{705FCA50-EAD7-4C08-9527-C67F33399246}">
      <dsp:nvSpPr>
        <dsp:cNvPr id="0" name=""/>
        <dsp:cNvSpPr/>
      </dsp:nvSpPr>
      <dsp:spPr>
        <a:xfrm>
          <a:off x="4068" y="32320"/>
          <a:ext cx="1260915" cy="75654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WAIT_START</a:t>
          </a:r>
        </a:p>
      </dsp:txBody>
      <dsp:txXfrm>
        <a:off x="4068" y="32320"/>
        <a:ext cx="1260915" cy="756549"/>
      </dsp:txXfrm>
    </dsp:sp>
    <dsp:sp modelId="{4EE85033-856A-4945-9DB8-B6C8C1D73460}">
      <dsp:nvSpPr>
        <dsp:cNvPr id="0" name=""/>
        <dsp:cNvSpPr/>
      </dsp:nvSpPr>
      <dsp:spPr>
        <a:xfrm>
          <a:off x="2814109" y="364875"/>
          <a:ext cx="2594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410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36564" y="409144"/>
        <a:ext cx="14500" cy="2902"/>
      </dsp:txXfrm>
    </dsp:sp>
    <dsp:sp modelId="{51EB7A58-FF52-41A9-AF77-71F74974BA9B}">
      <dsp:nvSpPr>
        <dsp:cNvPr id="0" name=""/>
        <dsp:cNvSpPr/>
      </dsp:nvSpPr>
      <dsp:spPr>
        <a:xfrm>
          <a:off x="1554994" y="32320"/>
          <a:ext cx="1260915" cy="75654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CONVY_IF_START</a:t>
          </a:r>
        </a:p>
      </dsp:txBody>
      <dsp:txXfrm>
        <a:off x="1554994" y="32320"/>
        <a:ext cx="1260915" cy="756549"/>
      </dsp:txXfrm>
    </dsp:sp>
    <dsp:sp modelId="{249560A1-F38A-4DC8-9315-AC0D3801D144}">
      <dsp:nvSpPr>
        <dsp:cNvPr id="0" name=""/>
        <dsp:cNvSpPr/>
      </dsp:nvSpPr>
      <dsp:spPr>
        <a:xfrm>
          <a:off x="4365034" y="364875"/>
          <a:ext cx="2594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410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87489" y="409144"/>
        <a:ext cx="14500" cy="2902"/>
      </dsp:txXfrm>
    </dsp:sp>
    <dsp:sp modelId="{CDF582ED-04C1-447C-A227-74C62019F237}">
      <dsp:nvSpPr>
        <dsp:cNvPr id="0" name=""/>
        <dsp:cNvSpPr/>
      </dsp:nvSpPr>
      <dsp:spPr>
        <a:xfrm>
          <a:off x="3105919" y="32320"/>
          <a:ext cx="1260915" cy="75654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LASER_SENSOR_IR_1</a:t>
          </a:r>
        </a:p>
      </dsp:txBody>
      <dsp:txXfrm>
        <a:off x="3105919" y="32320"/>
        <a:ext cx="1260915" cy="756549"/>
      </dsp:txXfrm>
    </dsp:sp>
    <dsp:sp modelId="{7FE3F7C0-7914-415D-96A6-DC51DC7B6ED6}">
      <dsp:nvSpPr>
        <dsp:cNvPr id="0" name=""/>
        <dsp:cNvSpPr/>
      </dsp:nvSpPr>
      <dsp:spPr>
        <a:xfrm>
          <a:off x="634526" y="787070"/>
          <a:ext cx="4652776" cy="259410"/>
        </a:xfrm>
        <a:custGeom>
          <a:avLst/>
          <a:gdLst/>
          <a:ahLst/>
          <a:cxnLst/>
          <a:rect l="0" t="0" r="0" b="0"/>
          <a:pathLst>
            <a:path>
              <a:moveTo>
                <a:pt x="4652776" y="0"/>
              </a:moveTo>
              <a:lnTo>
                <a:pt x="4652776" y="146805"/>
              </a:lnTo>
              <a:lnTo>
                <a:pt x="0" y="146805"/>
              </a:lnTo>
              <a:lnTo>
                <a:pt x="0" y="25941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4369" y="915323"/>
        <a:ext cx="233090" cy="2902"/>
      </dsp:txXfrm>
    </dsp:sp>
    <dsp:sp modelId="{77622009-E465-48F6-A886-2DC910D254F1}">
      <dsp:nvSpPr>
        <dsp:cNvPr id="0" name=""/>
        <dsp:cNvSpPr/>
      </dsp:nvSpPr>
      <dsp:spPr>
        <a:xfrm>
          <a:off x="4656845" y="32320"/>
          <a:ext cx="1260915" cy="75654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PUSHER_ENABLE_STATE</a:t>
          </a:r>
        </a:p>
      </dsp:txBody>
      <dsp:txXfrm>
        <a:off x="4656845" y="32320"/>
        <a:ext cx="1260915" cy="756549"/>
      </dsp:txXfrm>
    </dsp:sp>
    <dsp:sp modelId="{F282DD3D-B67C-4F0D-94B7-F03A5EA0D7AE}">
      <dsp:nvSpPr>
        <dsp:cNvPr id="0" name=""/>
        <dsp:cNvSpPr/>
      </dsp:nvSpPr>
      <dsp:spPr>
        <a:xfrm>
          <a:off x="1263183" y="1411434"/>
          <a:ext cx="2594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410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5638" y="1455703"/>
        <a:ext cx="14500" cy="2902"/>
      </dsp:txXfrm>
    </dsp:sp>
    <dsp:sp modelId="{F33F5571-5F0E-40B1-8BCD-BC125DB0902F}">
      <dsp:nvSpPr>
        <dsp:cNvPr id="0" name=""/>
        <dsp:cNvSpPr/>
      </dsp:nvSpPr>
      <dsp:spPr>
        <a:xfrm>
          <a:off x="4068" y="1078880"/>
          <a:ext cx="1260915" cy="75654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PUSHER_DISABLE_STATE</a:t>
          </a:r>
        </a:p>
      </dsp:txBody>
      <dsp:txXfrm>
        <a:off x="4068" y="1078880"/>
        <a:ext cx="1260915" cy="756549"/>
      </dsp:txXfrm>
    </dsp:sp>
    <dsp:sp modelId="{4AB48A9B-6E9F-4FBB-87E8-6C13FC02002D}">
      <dsp:nvSpPr>
        <dsp:cNvPr id="0" name=""/>
        <dsp:cNvSpPr/>
      </dsp:nvSpPr>
      <dsp:spPr>
        <a:xfrm>
          <a:off x="2814109" y="1411434"/>
          <a:ext cx="2594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410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36564" y="1455703"/>
        <a:ext cx="14500" cy="2902"/>
      </dsp:txXfrm>
    </dsp:sp>
    <dsp:sp modelId="{E5E614E0-5226-488D-8EFD-A5E6D610FFE5}">
      <dsp:nvSpPr>
        <dsp:cNvPr id="0" name=""/>
        <dsp:cNvSpPr/>
      </dsp:nvSpPr>
      <dsp:spPr>
        <a:xfrm>
          <a:off x="1554994" y="1078880"/>
          <a:ext cx="1260915" cy="75654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CONFIRM_TURN_PUSHER_DISABLE</a:t>
          </a:r>
          <a:endParaRPr lang="en-US" sz="1200" kern="1200" dirty="0" err="1"/>
        </a:p>
      </dsp:txBody>
      <dsp:txXfrm>
        <a:off x="1554994" y="1078880"/>
        <a:ext cx="1260915" cy="756549"/>
      </dsp:txXfrm>
    </dsp:sp>
    <dsp:sp modelId="{789EC962-A1DE-42F3-9D5F-03E5ECB930BA}">
      <dsp:nvSpPr>
        <dsp:cNvPr id="0" name=""/>
        <dsp:cNvSpPr/>
      </dsp:nvSpPr>
      <dsp:spPr>
        <a:xfrm>
          <a:off x="4365034" y="1411434"/>
          <a:ext cx="2594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410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87489" y="1455703"/>
        <a:ext cx="14500" cy="2902"/>
      </dsp:txXfrm>
    </dsp:sp>
    <dsp:sp modelId="{B4DBE70A-123C-4C2E-8659-AFF7DE3C8C18}">
      <dsp:nvSpPr>
        <dsp:cNvPr id="0" name=""/>
        <dsp:cNvSpPr/>
      </dsp:nvSpPr>
      <dsp:spPr>
        <a:xfrm>
          <a:off x="3105919" y="1078880"/>
          <a:ext cx="1260915" cy="75654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CONFIRM_TURN_PUSHER_ENABLE</a:t>
          </a:r>
          <a:endParaRPr lang="en-US" sz="1200" kern="1200" dirty="0" err="1"/>
        </a:p>
      </dsp:txBody>
      <dsp:txXfrm>
        <a:off x="3105919" y="1078880"/>
        <a:ext cx="1260915" cy="756549"/>
      </dsp:txXfrm>
    </dsp:sp>
    <dsp:sp modelId="{273B037F-708D-426B-AA45-61A628D6F1C2}">
      <dsp:nvSpPr>
        <dsp:cNvPr id="0" name=""/>
        <dsp:cNvSpPr/>
      </dsp:nvSpPr>
      <dsp:spPr>
        <a:xfrm>
          <a:off x="634526" y="1833629"/>
          <a:ext cx="4652776" cy="259410"/>
        </a:xfrm>
        <a:custGeom>
          <a:avLst/>
          <a:gdLst/>
          <a:ahLst/>
          <a:cxnLst/>
          <a:rect l="0" t="0" r="0" b="0"/>
          <a:pathLst>
            <a:path>
              <a:moveTo>
                <a:pt x="4652776" y="0"/>
              </a:moveTo>
              <a:lnTo>
                <a:pt x="4652776" y="146805"/>
              </a:lnTo>
              <a:lnTo>
                <a:pt x="0" y="146805"/>
              </a:lnTo>
              <a:lnTo>
                <a:pt x="0" y="25941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4369" y="1961883"/>
        <a:ext cx="233090" cy="2902"/>
      </dsp:txXfrm>
    </dsp:sp>
    <dsp:sp modelId="{7043A9B5-B9E9-47FE-9338-5F0AD04B5F20}">
      <dsp:nvSpPr>
        <dsp:cNvPr id="0" name=""/>
        <dsp:cNvSpPr/>
      </dsp:nvSpPr>
      <dsp:spPr>
        <a:xfrm>
          <a:off x="4656845" y="1078880"/>
          <a:ext cx="1260915" cy="75654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PUSHER_STATE</a:t>
          </a:r>
        </a:p>
      </dsp:txBody>
      <dsp:txXfrm>
        <a:off x="4656845" y="1078880"/>
        <a:ext cx="1260915" cy="756549"/>
      </dsp:txXfrm>
    </dsp:sp>
    <dsp:sp modelId="{95BD22DD-55C0-4604-8AE1-016079C126D6}">
      <dsp:nvSpPr>
        <dsp:cNvPr id="0" name=""/>
        <dsp:cNvSpPr/>
      </dsp:nvSpPr>
      <dsp:spPr>
        <a:xfrm>
          <a:off x="1263183" y="2457994"/>
          <a:ext cx="2594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410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5638" y="2502263"/>
        <a:ext cx="14500" cy="2902"/>
      </dsp:txXfrm>
    </dsp:sp>
    <dsp:sp modelId="{0D934B57-6B0F-45B6-B7CE-F2AC989AA167}">
      <dsp:nvSpPr>
        <dsp:cNvPr id="0" name=""/>
        <dsp:cNvSpPr/>
      </dsp:nvSpPr>
      <dsp:spPr>
        <a:xfrm>
          <a:off x="4068" y="2125439"/>
          <a:ext cx="1260915" cy="75654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CONFIRM_CONVY_TURN_AND_END</a:t>
          </a:r>
          <a:endParaRPr lang="en-US" sz="1200" kern="1200" dirty="0" err="1"/>
        </a:p>
      </dsp:txBody>
      <dsp:txXfrm>
        <a:off x="4068" y="2125439"/>
        <a:ext cx="1260915" cy="756549"/>
      </dsp:txXfrm>
    </dsp:sp>
    <dsp:sp modelId="{B4948425-85D8-40BE-890B-6DE32348A1AC}">
      <dsp:nvSpPr>
        <dsp:cNvPr id="0" name=""/>
        <dsp:cNvSpPr/>
      </dsp:nvSpPr>
      <dsp:spPr>
        <a:xfrm>
          <a:off x="2814109" y="2457994"/>
          <a:ext cx="2594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410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36564" y="2502263"/>
        <a:ext cx="14500" cy="2902"/>
      </dsp:txXfrm>
    </dsp:sp>
    <dsp:sp modelId="{E2A914F3-BC2E-42C0-8388-304C7539430D}">
      <dsp:nvSpPr>
        <dsp:cNvPr id="0" name=""/>
        <dsp:cNvSpPr/>
      </dsp:nvSpPr>
      <dsp:spPr>
        <a:xfrm>
          <a:off x="1554994" y="2125439"/>
          <a:ext cx="1260915" cy="75654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LASER_SENSOR_IR_2</a:t>
          </a:r>
        </a:p>
      </dsp:txBody>
      <dsp:txXfrm>
        <a:off x="1554994" y="2125439"/>
        <a:ext cx="1260915" cy="756549"/>
      </dsp:txXfrm>
    </dsp:sp>
    <dsp:sp modelId="{AA49EE79-13DB-4AFF-8CC3-6F4FD190CF11}">
      <dsp:nvSpPr>
        <dsp:cNvPr id="0" name=""/>
        <dsp:cNvSpPr/>
      </dsp:nvSpPr>
      <dsp:spPr>
        <a:xfrm>
          <a:off x="4365034" y="2457994"/>
          <a:ext cx="2594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410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87489" y="2502263"/>
        <a:ext cx="14500" cy="2902"/>
      </dsp:txXfrm>
    </dsp:sp>
    <dsp:sp modelId="{5E5E0423-FE81-4F2F-8234-59F2FDE5F443}">
      <dsp:nvSpPr>
        <dsp:cNvPr id="0" name=""/>
        <dsp:cNvSpPr/>
      </dsp:nvSpPr>
      <dsp:spPr>
        <a:xfrm>
          <a:off x="3105919" y="2125439"/>
          <a:ext cx="1260915" cy="75654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WAIT_FOR_NUMBER_OF_BX</a:t>
          </a:r>
          <a:endParaRPr lang="en-US" sz="1200" kern="1200" dirty="0" err="1"/>
        </a:p>
      </dsp:txBody>
      <dsp:txXfrm>
        <a:off x="3105919" y="2125439"/>
        <a:ext cx="1260915" cy="756549"/>
      </dsp:txXfrm>
    </dsp:sp>
    <dsp:sp modelId="{02D3616E-73BB-483D-B0A9-EDEB1DFD5011}">
      <dsp:nvSpPr>
        <dsp:cNvPr id="0" name=""/>
        <dsp:cNvSpPr/>
      </dsp:nvSpPr>
      <dsp:spPr>
        <a:xfrm>
          <a:off x="634526" y="2880189"/>
          <a:ext cx="4652776" cy="259410"/>
        </a:xfrm>
        <a:custGeom>
          <a:avLst/>
          <a:gdLst/>
          <a:ahLst/>
          <a:cxnLst/>
          <a:rect l="0" t="0" r="0" b="0"/>
          <a:pathLst>
            <a:path>
              <a:moveTo>
                <a:pt x="4652776" y="0"/>
              </a:moveTo>
              <a:lnTo>
                <a:pt x="4652776" y="146805"/>
              </a:lnTo>
              <a:lnTo>
                <a:pt x="0" y="146805"/>
              </a:lnTo>
              <a:lnTo>
                <a:pt x="0" y="25941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4369" y="3008442"/>
        <a:ext cx="233090" cy="2902"/>
      </dsp:txXfrm>
    </dsp:sp>
    <dsp:sp modelId="{AFCDB71B-56BF-497C-A4A9-C695D463F2E6}">
      <dsp:nvSpPr>
        <dsp:cNvPr id="0" name=""/>
        <dsp:cNvSpPr/>
      </dsp:nvSpPr>
      <dsp:spPr>
        <a:xfrm>
          <a:off x="4656845" y="2125439"/>
          <a:ext cx="1260915" cy="75654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PUSH_NUMBER_OF_BOXES</a:t>
          </a:r>
          <a:endParaRPr lang="en-US" sz="1200" kern="1200" dirty="0" err="1"/>
        </a:p>
      </dsp:txBody>
      <dsp:txXfrm>
        <a:off x="4656845" y="2125439"/>
        <a:ext cx="1260915" cy="756549"/>
      </dsp:txXfrm>
    </dsp:sp>
    <dsp:sp modelId="{F8587453-2DAD-4692-8D36-1A6DFAA93055}">
      <dsp:nvSpPr>
        <dsp:cNvPr id="0" name=""/>
        <dsp:cNvSpPr/>
      </dsp:nvSpPr>
      <dsp:spPr>
        <a:xfrm>
          <a:off x="1263183" y="3504554"/>
          <a:ext cx="2594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410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5638" y="3548822"/>
        <a:ext cx="14500" cy="2902"/>
      </dsp:txXfrm>
    </dsp:sp>
    <dsp:sp modelId="{1DCE7B1C-4138-47E2-B284-CC07681024CD}">
      <dsp:nvSpPr>
        <dsp:cNvPr id="0" name=""/>
        <dsp:cNvSpPr/>
      </dsp:nvSpPr>
      <dsp:spPr>
        <a:xfrm>
          <a:off x="4068" y="3171999"/>
          <a:ext cx="1260915" cy="75654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CONFIRM_CONVY_END_STOPPED</a:t>
          </a:r>
          <a:endParaRPr lang="en-US" sz="1200" kern="1200" dirty="0" err="1"/>
        </a:p>
      </dsp:txBody>
      <dsp:txXfrm>
        <a:off x="4068" y="3171999"/>
        <a:ext cx="1260915" cy="756549"/>
      </dsp:txXfrm>
    </dsp:sp>
    <dsp:sp modelId="{DCE8D78E-E94F-4331-987A-762665248530}">
      <dsp:nvSpPr>
        <dsp:cNvPr id="0" name=""/>
        <dsp:cNvSpPr/>
      </dsp:nvSpPr>
      <dsp:spPr>
        <a:xfrm>
          <a:off x="2814109" y="3504554"/>
          <a:ext cx="2594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410" y="4572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36564" y="3548822"/>
        <a:ext cx="14500" cy="2902"/>
      </dsp:txXfrm>
    </dsp:sp>
    <dsp:sp modelId="{10AD0505-C085-4E6D-93B0-8AAB3B5A70D9}">
      <dsp:nvSpPr>
        <dsp:cNvPr id="0" name=""/>
        <dsp:cNvSpPr/>
      </dsp:nvSpPr>
      <dsp:spPr>
        <a:xfrm>
          <a:off x="1554994" y="3171999"/>
          <a:ext cx="1260915" cy="75654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PLACE_BOXES_ON_CRANE</a:t>
          </a:r>
        </a:p>
      </dsp:txBody>
      <dsp:txXfrm>
        <a:off x="1554994" y="3171999"/>
        <a:ext cx="1260915" cy="756549"/>
      </dsp:txXfrm>
    </dsp:sp>
    <dsp:sp modelId="{8448BCFF-2940-47A3-838D-8E864F1DD401}">
      <dsp:nvSpPr>
        <dsp:cNvPr id="0" name=""/>
        <dsp:cNvSpPr/>
      </dsp:nvSpPr>
      <dsp:spPr>
        <a:xfrm>
          <a:off x="4365034" y="3504554"/>
          <a:ext cx="2594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410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87489" y="3548822"/>
        <a:ext cx="14500" cy="2902"/>
      </dsp:txXfrm>
    </dsp:sp>
    <dsp:sp modelId="{48F30AC9-42E9-40B2-B1E7-1FBD5B40912B}">
      <dsp:nvSpPr>
        <dsp:cNvPr id="0" name=""/>
        <dsp:cNvSpPr/>
      </dsp:nvSpPr>
      <dsp:spPr>
        <a:xfrm>
          <a:off x="3105919" y="3171999"/>
          <a:ext cx="1260915" cy="75654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CONFIRM_CARRIAGE_REACHED</a:t>
          </a:r>
        </a:p>
      </dsp:txBody>
      <dsp:txXfrm>
        <a:off x="3105919" y="3171999"/>
        <a:ext cx="1260915" cy="756549"/>
      </dsp:txXfrm>
    </dsp:sp>
    <dsp:sp modelId="{24ADA12C-E37D-4889-8052-FFF893E4775F}">
      <dsp:nvSpPr>
        <dsp:cNvPr id="0" name=""/>
        <dsp:cNvSpPr/>
      </dsp:nvSpPr>
      <dsp:spPr>
        <a:xfrm>
          <a:off x="634526" y="3926748"/>
          <a:ext cx="4652776" cy="259410"/>
        </a:xfrm>
        <a:custGeom>
          <a:avLst/>
          <a:gdLst/>
          <a:ahLst/>
          <a:cxnLst/>
          <a:rect l="0" t="0" r="0" b="0"/>
          <a:pathLst>
            <a:path>
              <a:moveTo>
                <a:pt x="4652776" y="0"/>
              </a:moveTo>
              <a:lnTo>
                <a:pt x="4652776" y="146805"/>
              </a:lnTo>
              <a:lnTo>
                <a:pt x="0" y="146805"/>
              </a:lnTo>
              <a:lnTo>
                <a:pt x="0" y="25941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44369" y="4055002"/>
        <a:ext cx="233090" cy="2902"/>
      </dsp:txXfrm>
    </dsp:sp>
    <dsp:sp modelId="{6F03E918-9E74-48D0-BA98-C6039A601596}">
      <dsp:nvSpPr>
        <dsp:cNvPr id="0" name=""/>
        <dsp:cNvSpPr/>
      </dsp:nvSpPr>
      <dsp:spPr>
        <a:xfrm>
          <a:off x="4656845" y="3171999"/>
          <a:ext cx="1260915" cy="75654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RESTART_RETURN_CARRIAGE</a:t>
          </a:r>
        </a:p>
      </dsp:txBody>
      <dsp:txXfrm>
        <a:off x="4656845" y="3171999"/>
        <a:ext cx="1260915" cy="756549"/>
      </dsp:txXfrm>
    </dsp:sp>
    <dsp:sp modelId="{CEE8E6A1-BB6F-4EC7-99CF-F122611C6E93}">
      <dsp:nvSpPr>
        <dsp:cNvPr id="0" name=""/>
        <dsp:cNvSpPr/>
      </dsp:nvSpPr>
      <dsp:spPr>
        <a:xfrm>
          <a:off x="1263183" y="4551113"/>
          <a:ext cx="25941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59410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385638" y="4595382"/>
        <a:ext cx="14500" cy="2902"/>
      </dsp:txXfrm>
    </dsp:sp>
    <dsp:sp modelId="{D7841600-B689-4599-B08C-BA5A6E39FCC4}">
      <dsp:nvSpPr>
        <dsp:cNvPr id="0" name=""/>
        <dsp:cNvSpPr/>
      </dsp:nvSpPr>
      <dsp:spPr>
        <a:xfrm>
          <a:off x="4068" y="4218558"/>
          <a:ext cx="1260915" cy="75654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CONFIRM_CARRIAGE_RETURN</a:t>
          </a:r>
        </a:p>
      </dsp:txBody>
      <dsp:txXfrm>
        <a:off x="4068" y="4218558"/>
        <a:ext cx="1260915" cy="756549"/>
      </dsp:txXfrm>
    </dsp:sp>
    <dsp:sp modelId="{4B5EF657-7153-486B-9AE7-D7DD0C0C1584}">
      <dsp:nvSpPr>
        <dsp:cNvPr id="0" name=""/>
        <dsp:cNvSpPr/>
      </dsp:nvSpPr>
      <dsp:spPr>
        <a:xfrm>
          <a:off x="1554994" y="4218558"/>
          <a:ext cx="1260915" cy="75654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6" tIns="64855" rIns="61786" bIns="64855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CONFIRM_CONVY_TURN_STOPPED</a:t>
          </a:r>
          <a:endParaRPr lang="en-US" sz="1200" kern="1200" dirty="0" err="1"/>
        </a:p>
      </dsp:txBody>
      <dsp:txXfrm>
        <a:off x="1554994" y="4218558"/>
        <a:ext cx="1260915" cy="7565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1975A3-E9CE-431F-A54D-C7D6CEBFFB60}">
      <dsp:nvSpPr>
        <dsp:cNvPr id="0" name=""/>
        <dsp:cNvSpPr/>
      </dsp:nvSpPr>
      <dsp:spPr>
        <a:xfrm>
          <a:off x="3063264" y="1595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WAIT_START</a:t>
          </a:r>
        </a:p>
      </dsp:txBody>
      <dsp:txXfrm>
        <a:off x="3199246" y="1595"/>
        <a:ext cx="271964" cy="448741"/>
      </dsp:txXfrm>
    </dsp:sp>
    <dsp:sp modelId="{55C6BEE3-07EF-477C-8278-E970124B5BAE}">
      <dsp:nvSpPr>
        <dsp:cNvPr id="0" name=""/>
        <dsp:cNvSpPr/>
      </dsp:nvSpPr>
      <dsp:spPr>
        <a:xfrm rot="1200000">
          <a:off x="3709220" y="115495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CONVY_IF_START</a:t>
          </a:r>
        </a:p>
      </dsp:txBody>
      <dsp:txXfrm>
        <a:off x="3861480" y="118365"/>
        <a:ext cx="271964" cy="448741"/>
      </dsp:txXfrm>
    </dsp:sp>
    <dsp:sp modelId="{A4DBDC28-9CF1-441C-8766-86668ACB0A68}">
      <dsp:nvSpPr>
        <dsp:cNvPr id="0" name=""/>
        <dsp:cNvSpPr/>
      </dsp:nvSpPr>
      <dsp:spPr>
        <a:xfrm rot="2400000">
          <a:off x="4277265" y="443456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LASER_SENSOR_IR_1</a:t>
          </a:r>
        </a:p>
      </dsp:txBody>
      <dsp:txXfrm>
        <a:off x="4443840" y="454591"/>
        <a:ext cx="271964" cy="448741"/>
      </dsp:txXfrm>
    </dsp:sp>
    <dsp:sp modelId="{28A9CB39-7AF7-4FE9-B9FE-77CA92F6D0CF}">
      <dsp:nvSpPr>
        <dsp:cNvPr id="0" name=""/>
        <dsp:cNvSpPr/>
      </dsp:nvSpPr>
      <dsp:spPr>
        <a:xfrm rot="3600000">
          <a:off x="4698883" y="945920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PUSHER_ENABLE_STATE</a:t>
          </a:r>
        </a:p>
      </dsp:txBody>
      <dsp:txXfrm rot="-5400000">
        <a:off x="4787694" y="1058105"/>
        <a:ext cx="448741" cy="271964"/>
      </dsp:txXfrm>
    </dsp:sp>
    <dsp:sp modelId="{A72ED1BA-E01F-48C9-9836-703B8802DB53}">
      <dsp:nvSpPr>
        <dsp:cNvPr id="0" name=""/>
        <dsp:cNvSpPr/>
      </dsp:nvSpPr>
      <dsp:spPr>
        <a:xfrm rot="4800000">
          <a:off x="4923221" y="1562285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PUSHER_DISABLE_STATE</a:t>
          </a:r>
        </a:p>
      </dsp:txBody>
      <dsp:txXfrm rot="-5400000">
        <a:off x="5017685" y="1690002"/>
        <a:ext cx="448741" cy="271964"/>
      </dsp:txXfrm>
    </dsp:sp>
    <dsp:sp modelId="{E49572DB-470B-440D-998D-9B27DDD35045}">
      <dsp:nvSpPr>
        <dsp:cNvPr id="0" name=""/>
        <dsp:cNvSpPr/>
      </dsp:nvSpPr>
      <dsp:spPr>
        <a:xfrm rot="6000000">
          <a:off x="4923221" y="2218206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CONFIRM_TURN_PUSHER_DISABLE</a:t>
          </a:r>
          <a:endParaRPr lang="en-US" sz="500" kern="1200" dirty="0" err="1"/>
        </a:p>
      </dsp:txBody>
      <dsp:txXfrm rot="-5400000">
        <a:off x="5017685" y="2362452"/>
        <a:ext cx="448741" cy="271964"/>
      </dsp:txXfrm>
    </dsp:sp>
    <dsp:sp modelId="{5BFBDB6D-9E78-4681-AC11-09FB44A81121}">
      <dsp:nvSpPr>
        <dsp:cNvPr id="0" name=""/>
        <dsp:cNvSpPr/>
      </dsp:nvSpPr>
      <dsp:spPr>
        <a:xfrm rot="7200000">
          <a:off x="4698883" y="2834571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CONFIRM_TURN_PUSHER_ENABLE</a:t>
          </a:r>
          <a:endParaRPr lang="en-US" sz="500" kern="1200" dirty="0" err="1"/>
        </a:p>
      </dsp:txBody>
      <dsp:txXfrm rot="-5400000">
        <a:off x="4787694" y="2994349"/>
        <a:ext cx="448741" cy="271964"/>
      </dsp:txXfrm>
    </dsp:sp>
    <dsp:sp modelId="{E232E8C9-A26A-4A56-8773-515D273ACD86}">
      <dsp:nvSpPr>
        <dsp:cNvPr id="0" name=""/>
        <dsp:cNvSpPr/>
      </dsp:nvSpPr>
      <dsp:spPr>
        <a:xfrm rot="8400000">
          <a:off x="4277265" y="3337036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PUSHER_STATE</a:t>
          </a:r>
        </a:p>
      </dsp:txBody>
      <dsp:txXfrm rot="10800000">
        <a:off x="4443840" y="3421088"/>
        <a:ext cx="271964" cy="448741"/>
      </dsp:txXfrm>
    </dsp:sp>
    <dsp:sp modelId="{AEFC4673-8A37-49A1-A58E-A07F737F66A8}">
      <dsp:nvSpPr>
        <dsp:cNvPr id="0" name=""/>
        <dsp:cNvSpPr/>
      </dsp:nvSpPr>
      <dsp:spPr>
        <a:xfrm rot="9600000">
          <a:off x="3709220" y="3664996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CONFIRM_CONVY_TURN_AND_END</a:t>
          </a:r>
          <a:endParaRPr lang="en-US" sz="500" kern="1200" dirty="0" err="1"/>
        </a:p>
      </dsp:txBody>
      <dsp:txXfrm rot="10800000">
        <a:off x="3861480" y="3757313"/>
        <a:ext cx="271964" cy="448741"/>
      </dsp:txXfrm>
    </dsp:sp>
    <dsp:sp modelId="{BCE82813-F306-47B6-8D87-33FFB32DB985}">
      <dsp:nvSpPr>
        <dsp:cNvPr id="0" name=""/>
        <dsp:cNvSpPr/>
      </dsp:nvSpPr>
      <dsp:spPr>
        <a:xfrm rot="10800000">
          <a:off x="3063264" y="3778896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LASER_SENSOR_IR_2</a:t>
          </a:r>
        </a:p>
      </dsp:txBody>
      <dsp:txXfrm rot="10800000">
        <a:off x="3199246" y="3874083"/>
        <a:ext cx="271964" cy="448741"/>
      </dsp:txXfrm>
    </dsp:sp>
    <dsp:sp modelId="{06D74F3D-30E1-43CC-B6B2-DEF419787533}">
      <dsp:nvSpPr>
        <dsp:cNvPr id="0" name=""/>
        <dsp:cNvSpPr/>
      </dsp:nvSpPr>
      <dsp:spPr>
        <a:xfrm rot="12000000">
          <a:off x="2417308" y="3664996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WAIT_FOR_NUMBER_OF_BX</a:t>
          </a:r>
          <a:endParaRPr lang="en-US" sz="500" kern="1200" dirty="0" err="1"/>
        </a:p>
      </dsp:txBody>
      <dsp:txXfrm rot="10800000">
        <a:off x="2537012" y="3757313"/>
        <a:ext cx="271964" cy="448741"/>
      </dsp:txXfrm>
    </dsp:sp>
    <dsp:sp modelId="{20A3066F-2621-402F-A94B-2B6308FD9BB2}">
      <dsp:nvSpPr>
        <dsp:cNvPr id="0" name=""/>
        <dsp:cNvSpPr/>
      </dsp:nvSpPr>
      <dsp:spPr>
        <a:xfrm rot="13200000">
          <a:off x="1849263" y="3337036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PUSH_NUMBER_OF_BOXES</a:t>
          </a:r>
          <a:endParaRPr lang="en-US" sz="500" kern="1200" dirty="0" err="1"/>
        </a:p>
      </dsp:txBody>
      <dsp:txXfrm rot="10800000">
        <a:off x="1954652" y="3421088"/>
        <a:ext cx="271964" cy="448741"/>
      </dsp:txXfrm>
    </dsp:sp>
    <dsp:sp modelId="{ABD7EC4D-C110-4C55-87E7-245730F1C3B2}">
      <dsp:nvSpPr>
        <dsp:cNvPr id="0" name=""/>
        <dsp:cNvSpPr/>
      </dsp:nvSpPr>
      <dsp:spPr>
        <a:xfrm rot="14400000">
          <a:off x="1427645" y="2834571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CONFIRM_CONVY_END_STOPPED</a:t>
          </a:r>
          <a:endParaRPr lang="en-US" sz="500" kern="1200" dirty="0" err="1"/>
        </a:p>
      </dsp:txBody>
      <dsp:txXfrm rot="5400000">
        <a:off x="1434022" y="2994349"/>
        <a:ext cx="448741" cy="271964"/>
      </dsp:txXfrm>
    </dsp:sp>
    <dsp:sp modelId="{F5CD363D-BC85-4E99-858C-B06DD3204057}">
      <dsp:nvSpPr>
        <dsp:cNvPr id="0" name=""/>
        <dsp:cNvSpPr/>
      </dsp:nvSpPr>
      <dsp:spPr>
        <a:xfrm rot="15600000">
          <a:off x="1203307" y="2218206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PLACE_BOXES_ON_CRANE</a:t>
          </a:r>
        </a:p>
      </dsp:txBody>
      <dsp:txXfrm rot="5400000">
        <a:off x="1204031" y="2362452"/>
        <a:ext cx="448741" cy="271964"/>
      </dsp:txXfrm>
    </dsp:sp>
    <dsp:sp modelId="{202FCDB2-DD15-4024-A6EE-BFE11418D3CE}">
      <dsp:nvSpPr>
        <dsp:cNvPr id="0" name=""/>
        <dsp:cNvSpPr/>
      </dsp:nvSpPr>
      <dsp:spPr>
        <a:xfrm rot="16800000">
          <a:off x="1203307" y="1562285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CONFIRM_CARRIAGE_REACHED</a:t>
          </a:r>
        </a:p>
      </dsp:txBody>
      <dsp:txXfrm rot="5400000">
        <a:off x="1204031" y="1690002"/>
        <a:ext cx="448741" cy="271964"/>
      </dsp:txXfrm>
    </dsp:sp>
    <dsp:sp modelId="{6B215107-E69E-476D-BF69-79329E699AF3}">
      <dsp:nvSpPr>
        <dsp:cNvPr id="0" name=""/>
        <dsp:cNvSpPr/>
      </dsp:nvSpPr>
      <dsp:spPr>
        <a:xfrm rot="18000000">
          <a:off x="1427645" y="945920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RESTART_RETURN_CARRIAGE</a:t>
          </a:r>
        </a:p>
      </dsp:txBody>
      <dsp:txXfrm rot="5400000">
        <a:off x="1434022" y="1058105"/>
        <a:ext cx="448741" cy="271964"/>
      </dsp:txXfrm>
    </dsp:sp>
    <dsp:sp modelId="{A2D56F90-AC06-4F3F-91ED-D8427C73794B}">
      <dsp:nvSpPr>
        <dsp:cNvPr id="0" name=""/>
        <dsp:cNvSpPr/>
      </dsp:nvSpPr>
      <dsp:spPr>
        <a:xfrm rot="19200000">
          <a:off x="1849263" y="443456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CONFIRM_CARRIAGE_RETURN</a:t>
          </a:r>
        </a:p>
      </dsp:txBody>
      <dsp:txXfrm>
        <a:off x="1954652" y="454591"/>
        <a:ext cx="271964" cy="448741"/>
      </dsp:txXfrm>
    </dsp:sp>
    <dsp:sp modelId="{0253A419-B944-4AB0-8F31-F0ABED334173}">
      <dsp:nvSpPr>
        <dsp:cNvPr id="0" name=""/>
        <dsp:cNvSpPr/>
      </dsp:nvSpPr>
      <dsp:spPr>
        <a:xfrm rot="20400000">
          <a:off x="2417308" y="115495"/>
          <a:ext cx="543928" cy="543928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CONFIRM_CONVY_TURN_STOPPED</a:t>
          </a:r>
          <a:endParaRPr lang="en-US" sz="500" kern="1200" dirty="0" err="1"/>
        </a:p>
      </dsp:txBody>
      <dsp:txXfrm>
        <a:off x="2537012" y="118365"/>
        <a:ext cx="271964" cy="4487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2557E2-3074-4C26-8A1D-5B8548AE4185}">
      <dsp:nvSpPr>
        <dsp:cNvPr id="0" name=""/>
        <dsp:cNvSpPr/>
      </dsp:nvSpPr>
      <dsp:spPr>
        <a:xfrm>
          <a:off x="1618771" y="293772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25748" y="338204"/>
        <a:ext cx="12871" cy="2576"/>
      </dsp:txXfrm>
    </dsp:sp>
    <dsp:sp modelId="{4C21A323-EC84-496F-BEF9-E68D68FF5FEF}">
      <dsp:nvSpPr>
        <dsp:cNvPr id="0" name=""/>
        <dsp:cNvSpPr/>
      </dsp:nvSpPr>
      <dsp:spPr>
        <a:xfrm>
          <a:off x="501329" y="3719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WAIT_START</a:t>
          </a:r>
        </a:p>
      </dsp:txBody>
      <dsp:txXfrm>
        <a:off x="501329" y="3719"/>
        <a:ext cx="1119242" cy="671545"/>
      </dsp:txXfrm>
    </dsp:sp>
    <dsp:sp modelId="{EF71B4FA-EA80-4496-9771-85CBD043BEF2}">
      <dsp:nvSpPr>
        <dsp:cNvPr id="0" name=""/>
        <dsp:cNvSpPr/>
      </dsp:nvSpPr>
      <dsp:spPr>
        <a:xfrm>
          <a:off x="2995439" y="293772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339138"/>
              <a:satOff val="-973"/>
              <a:lumOff val="-155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2416" y="338204"/>
        <a:ext cx="12871" cy="2576"/>
      </dsp:txXfrm>
    </dsp:sp>
    <dsp:sp modelId="{9B349DC7-6F96-4386-B583-304F8E579653}">
      <dsp:nvSpPr>
        <dsp:cNvPr id="0" name=""/>
        <dsp:cNvSpPr/>
      </dsp:nvSpPr>
      <dsp:spPr>
        <a:xfrm>
          <a:off x="1877997" y="3719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322181"/>
                <a:satOff val="-925"/>
                <a:lumOff val="-14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1"/>
                <a:satOff val="-925"/>
                <a:lumOff val="-14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1"/>
                <a:satOff val="-925"/>
                <a:lumOff val="-14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GC_TARGET_POS_TO_LOAD_BOXES</a:t>
          </a:r>
          <a:endParaRPr lang="en-US" sz="1200" kern="1200" dirty="0"/>
        </a:p>
      </dsp:txBody>
      <dsp:txXfrm>
        <a:off x="1877997" y="3719"/>
        <a:ext cx="1119242" cy="671545"/>
      </dsp:txXfrm>
    </dsp:sp>
    <dsp:sp modelId="{6B8429DD-C988-45B3-8E67-F74D57ED5C4A}">
      <dsp:nvSpPr>
        <dsp:cNvPr id="0" name=""/>
        <dsp:cNvSpPr/>
      </dsp:nvSpPr>
      <dsp:spPr>
        <a:xfrm>
          <a:off x="4372107" y="293772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678275"/>
              <a:satOff val="-1947"/>
              <a:lumOff val="-311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79085" y="338204"/>
        <a:ext cx="12871" cy="2576"/>
      </dsp:txXfrm>
    </dsp:sp>
    <dsp:sp modelId="{B13E7F12-FECD-49FF-9EAD-CDF62E0B1441}">
      <dsp:nvSpPr>
        <dsp:cNvPr id="0" name=""/>
        <dsp:cNvSpPr/>
      </dsp:nvSpPr>
      <dsp:spPr>
        <a:xfrm>
          <a:off x="3254665" y="3719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644361"/>
                <a:satOff val="-1849"/>
                <a:lumOff val="-2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"/>
                <a:satOff val="-1849"/>
                <a:lumOff val="-2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"/>
                <a:satOff val="-1849"/>
                <a:lumOff val="-2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B_CRANE_CARTLOAD_POS </a:t>
          </a:r>
        </a:p>
      </dsp:txBody>
      <dsp:txXfrm>
        <a:off x="3254665" y="3719"/>
        <a:ext cx="1119242" cy="671545"/>
      </dsp:txXfrm>
    </dsp:sp>
    <dsp:sp modelId="{A8265018-64F3-428B-B6B9-916E1A10B386}">
      <dsp:nvSpPr>
        <dsp:cNvPr id="0" name=""/>
        <dsp:cNvSpPr/>
      </dsp:nvSpPr>
      <dsp:spPr>
        <a:xfrm>
          <a:off x="1060950" y="673465"/>
          <a:ext cx="4130004" cy="226825"/>
        </a:xfrm>
        <a:custGeom>
          <a:avLst/>
          <a:gdLst/>
          <a:ahLst/>
          <a:cxnLst/>
          <a:rect l="0" t="0" r="0" b="0"/>
          <a:pathLst>
            <a:path>
              <a:moveTo>
                <a:pt x="4130004" y="0"/>
              </a:moveTo>
              <a:lnTo>
                <a:pt x="4130004" y="130512"/>
              </a:lnTo>
              <a:lnTo>
                <a:pt x="0" y="130512"/>
              </a:lnTo>
              <a:lnTo>
                <a:pt x="0" y="226825"/>
              </a:lnTo>
            </a:path>
          </a:pathLst>
        </a:custGeom>
        <a:noFill/>
        <a:ln w="12700" cap="flat" cmpd="sng" algn="ctr">
          <a:solidFill>
            <a:schemeClr val="accent2">
              <a:hueOff val="1017413"/>
              <a:satOff val="-2920"/>
              <a:lumOff val="-467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2502" y="785589"/>
        <a:ext cx="206900" cy="2576"/>
      </dsp:txXfrm>
    </dsp:sp>
    <dsp:sp modelId="{6D3D3E43-A2BA-4C11-9516-8CFD0953E254}">
      <dsp:nvSpPr>
        <dsp:cNvPr id="0" name=""/>
        <dsp:cNvSpPr/>
      </dsp:nvSpPr>
      <dsp:spPr>
        <a:xfrm>
          <a:off x="4631333" y="3719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966542"/>
                <a:satOff val="-2774"/>
                <a:lumOff val="-444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966542"/>
                <a:satOff val="-2774"/>
                <a:lumOff val="-444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966542"/>
                <a:satOff val="-2774"/>
                <a:lumOff val="-444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TRGT_POS_TO_LD_BOXES_AND_CRTBRD</a:t>
          </a:r>
          <a:endParaRPr lang="en-US" sz="1200" kern="1200" dirty="0"/>
        </a:p>
      </dsp:txBody>
      <dsp:txXfrm>
        <a:off x="4631333" y="3719"/>
        <a:ext cx="1119242" cy="671545"/>
      </dsp:txXfrm>
    </dsp:sp>
    <dsp:sp modelId="{92E8F72C-4C80-4EB7-9226-CC407584D596}">
      <dsp:nvSpPr>
        <dsp:cNvPr id="0" name=""/>
        <dsp:cNvSpPr/>
      </dsp:nvSpPr>
      <dsp:spPr>
        <a:xfrm>
          <a:off x="1618771" y="1222743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1356550"/>
              <a:satOff val="-3893"/>
              <a:lumOff val="-623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25748" y="1267175"/>
        <a:ext cx="12871" cy="2576"/>
      </dsp:txXfrm>
    </dsp:sp>
    <dsp:sp modelId="{277F9BE4-5074-493F-A482-DD4BBB755DDE}">
      <dsp:nvSpPr>
        <dsp:cNvPr id="0" name=""/>
        <dsp:cNvSpPr/>
      </dsp:nvSpPr>
      <dsp:spPr>
        <a:xfrm>
          <a:off x="501329" y="932690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B_CRANE_POS_TO_LD_BX</a:t>
          </a:r>
          <a:endParaRPr lang="en-US" sz="1200" kern="1200" dirty="0"/>
        </a:p>
      </dsp:txBody>
      <dsp:txXfrm>
        <a:off x="501329" y="932690"/>
        <a:ext cx="1119242" cy="671545"/>
      </dsp:txXfrm>
    </dsp:sp>
    <dsp:sp modelId="{DD2A337E-1248-40C0-919F-058A849C2DA7}">
      <dsp:nvSpPr>
        <dsp:cNvPr id="0" name=""/>
        <dsp:cNvSpPr/>
      </dsp:nvSpPr>
      <dsp:spPr>
        <a:xfrm>
          <a:off x="2995439" y="1222743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1695688"/>
              <a:satOff val="-4867"/>
              <a:lumOff val="-779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2416" y="1267175"/>
        <a:ext cx="12871" cy="2576"/>
      </dsp:txXfrm>
    </dsp:sp>
    <dsp:sp modelId="{DB568AE7-082F-49AE-848C-D61203BDB1FD}">
      <dsp:nvSpPr>
        <dsp:cNvPr id="0" name=""/>
        <dsp:cNvSpPr/>
      </dsp:nvSpPr>
      <dsp:spPr>
        <a:xfrm>
          <a:off x="1877997" y="932690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CONFIRM_PUSHERZ_ENABLED</a:t>
          </a:r>
        </a:p>
      </dsp:txBody>
      <dsp:txXfrm>
        <a:off x="1877997" y="932690"/>
        <a:ext cx="1119242" cy="671545"/>
      </dsp:txXfrm>
    </dsp:sp>
    <dsp:sp modelId="{CEE38C81-3963-4D66-B725-7EDC72175FA7}">
      <dsp:nvSpPr>
        <dsp:cNvPr id="0" name=""/>
        <dsp:cNvSpPr/>
      </dsp:nvSpPr>
      <dsp:spPr>
        <a:xfrm>
          <a:off x="4372107" y="1222743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2034825"/>
              <a:satOff val="-5840"/>
              <a:lumOff val="-935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79085" y="1267175"/>
        <a:ext cx="12871" cy="2576"/>
      </dsp:txXfrm>
    </dsp:sp>
    <dsp:sp modelId="{C2E299CA-505C-4BFA-A9E8-042BDC8C05C8}">
      <dsp:nvSpPr>
        <dsp:cNvPr id="0" name=""/>
        <dsp:cNvSpPr/>
      </dsp:nvSpPr>
      <dsp:spPr>
        <a:xfrm>
          <a:off x="3254665" y="932690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1933084"/>
                <a:satOff val="-5548"/>
                <a:lumOff val="-888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933084"/>
                <a:satOff val="-5548"/>
                <a:lumOff val="-888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933084"/>
                <a:satOff val="-5548"/>
                <a:lumOff val="-888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CONFIRM_PUSHERX_ENABLED</a:t>
          </a:r>
        </a:p>
      </dsp:txBody>
      <dsp:txXfrm>
        <a:off x="3254665" y="932690"/>
        <a:ext cx="1119242" cy="671545"/>
      </dsp:txXfrm>
    </dsp:sp>
    <dsp:sp modelId="{36D898E3-EE48-4B3D-9ED8-E3866E89C08B}">
      <dsp:nvSpPr>
        <dsp:cNvPr id="0" name=""/>
        <dsp:cNvSpPr/>
      </dsp:nvSpPr>
      <dsp:spPr>
        <a:xfrm>
          <a:off x="1060950" y="1602436"/>
          <a:ext cx="4130004" cy="226825"/>
        </a:xfrm>
        <a:custGeom>
          <a:avLst/>
          <a:gdLst/>
          <a:ahLst/>
          <a:cxnLst/>
          <a:rect l="0" t="0" r="0" b="0"/>
          <a:pathLst>
            <a:path>
              <a:moveTo>
                <a:pt x="4130004" y="0"/>
              </a:moveTo>
              <a:lnTo>
                <a:pt x="4130004" y="130512"/>
              </a:lnTo>
              <a:lnTo>
                <a:pt x="0" y="130512"/>
              </a:lnTo>
              <a:lnTo>
                <a:pt x="0" y="226825"/>
              </a:lnTo>
            </a:path>
          </a:pathLst>
        </a:custGeom>
        <a:noFill/>
        <a:ln w="12700" cap="flat" cmpd="sng" algn="ctr">
          <a:solidFill>
            <a:schemeClr val="accent2">
              <a:hueOff val="2373963"/>
              <a:satOff val="-6813"/>
              <a:lumOff val="-109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2502" y="1714560"/>
        <a:ext cx="206900" cy="2576"/>
      </dsp:txXfrm>
    </dsp:sp>
    <dsp:sp modelId="{2153F8E9-2BCB-4248-B882-42043B42443A}">
      <dsp:nvSpPr>
        <dsp:cNvPr id="0" name=""/>
        <dsp:cNvSpPr/>
      </dsp:nvSpPr>
      <dsp:spPr>
        <a:xfrm>
          <a:off x="4631333" y="932690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2255265"/>
                <a:satOff val="-6473"/>
                <a:lumOff val="-1036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255265"/>
                <a:satOff val="-6473"/>
                <a:lumOff val="-1036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255265"/>
                <a:satOff val="-6473"/>
                <a:lumOff val="-1036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CONFIRM_CARTBOARD_DISABLED</a:t>
          </a:r>
        </a:p>
      </dsp:txBody>
      <dsp:txXfrm>
        <a:off x="4631333" y="932690"/>
        <a:ext cx="1119242" cy="671545"/>
      </dsp:txXfrm>
    </dsp:sp>
    <dsp:sp modelId="{62E8CB45-F3A3-426B-AE94-EE47E22F6DE8}">
      <dsp:nvSpPr>
        <dsp:cNvPr id="0" name=""/>
        <dsp:cNvSpPr/>
      </dsp:nvSpPr>
      <dsp:spPr>
        <a:xfrm>
          <a:off x="1618771" y="2151714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2713101"/>
              <a:satOff val="-7787"/>
              <a:lumOff val="-1246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25748" y="2196146"/>
        <a:ext cx="12871" cy="2576"/>
      </dsp:txXfrm>
    </dsp:sp>
    <dsp:sp modelId="{540E9ABF-2A7B-4706-966C-647026450542}">
      <dsp:nvSpPr>
        <dsp:cNvPr id="0" name=""/>
        <dsp:cNvSpPr/>
      </dsp:nvSpPr>
      <dsp:spPr>
        <a:xfrm>
          <a:off x="501329" y="1861662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WAIT_FOR_BOX_LD_ON_CRANE</a:t>
          </a:r>
          <a:endParaRPr lang="en-US" sz="1200" kern="1200" dirty="0"/>
        </a:p>
      </dsp:txBody>
      <dsp:txXfrm>
        <a:off x="501329" y="1861662"/>
        <a:ext cx="1119242" cy="671545"/>
      </dsp:txXfrm>
    </dsp:sp>
    <dsp:sp modelId="{FC2D26FF-49CE-41A4-9BBD-336FD05EA1F3}">
      <dsp:nvSpPr>
        <dsp:cNvPr id="0" name=""/>
        <dsp:cNvSpPr/>
      </dsp:nvSpPr>
      <dsp:spPr>
        <a:xfrm>
          <a:off x="2995439" y="2151714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3052238"/>
              <a:satOff val="-8760"/>
              <a:lumOff val="-1402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2416" y="2196146"/>
        <a:ext cx="12871" cy="2576"/>
      </dsp:txXfrm>
    </dsp:sp>
    <dsp:sp modelId="{15FFFCC4-60A7-4C47-A633-85B7AE034951}">
      <dsp:nvSpPr>
        <dsp:cNvPr id="0" name=""/>
        <dsp:cNvSpPr/>
      </dsp:nvSpPr>
      <dsp:spPr>
        <a:xfrm>
          <a:off x="1877997" y="1861662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2899626"/>
                <a:satOff val="-8322"/>
                <a:lumOff val="-1332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899626"/>
                <a:satOff val="-8322"/>
                <a:lumOff val="-1332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899626"/>
                <a:satOff val="-8322"/>
                <a:lumOff val="-1332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CONFIRM_SLIDERAIL_ENABLED</a:t>
          </a:r>
        </a:p>
      </dsp:txBody>
      <dsp:txXfrm>
        <a:off x="1877997" y="1861662"/>
        <a:ext cx="1119242" cy="671545"/>
      </dsp:txXfrm>
    </dsp:sp>
    <dsp:sp modelId="{68ADB434-3A5B-4D66-8E80-29850668E134}">
      <dsp:nvSpPr>
        <dsp:cNvPr id="0" name=""/>
        <dsp:cNvSpPr/>
      </dsp:nvSpPr>
      <dsp:spPr>
        <a:xfrm>
          <a:off x="4372107" y="2151714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3391376"/>
              <a:satOff val="-9733"/>
              <a:lumOff val="-1558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79085" y="2196146"/>
        <a:ext cx="12871" cy="2576"/>
      </dsp:txXfrm>
    </dsp:sp>
    <dsp:sp modelId="{752E9768-2060-439A-B6FB-ADFE13BFEE60}">
      <dsp:nvSpPr>
        <dsp:cNvPr id="0" name=""/>
        <dsp:cNvSpPr/>
      </dsp:nvSpPr>
      <dsp:spPr>
        <a:xfrm>
          <a:off x="3254665" y="1861662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CONFIRM_PUSHERZ_DISABLED</a:t>
          </a:r>
        </a:p>
      </dsp:txBody>
      <dsp:txXfrm>
        <a:off x="3254665" y="1861662"/>
        <a:ext cx="1119242" cy="671545"/>
      </dsp:txXfrm>
    </dsp:sp>
    <dsp:sp modelId="{A687CF02-96A2-4560-9883-C387A340755C}">
      <dsp:nvSpPr>
        <dsp:cNvPr id="0" name=""/>
        <dsp:cNvSpPr/>
      </dsp:nvSpPr>
      <dsp:spPr>
        <a:xfrm>
          <a:off x="1060950" y="2531407"/>
          <a:ext cx="4130004" cy="226825"/>
        </a:xfrm>
        <a:custGeom>
          <a:avLst/>
          <a:gdLst/>
          <a:ahLst/>
          <a:cxnLst/>
          <a:rect l="0" t="0" r="0" b="0"/>
          <a:pathLst>
            <a:path>
              <a:moveTo>
                <a:pt x="4130004" y="0"/>
              </a:moveTo>
              <a:lnTo>
                <a:pt x="4130004" y="130512"/>
              </a:lnTo>
              <a:lnTo>
                <a:pt x="0" y="130512"/>
              </a:lnTo>
              <a:lnTo>
                <a:pt x="0" y="226825"/>
              </a:lnTo>
            </a:path>
          </a:pathLst>
        </a:custGeom>
        <a:noFill/>
        <a:ln w="12700" cap="flat" cmpd="sng" algn="ctr">
          <a:solidFill>
            <a:schemeClr val="accent2">
              <a:hueOff val="3730513"/>
              <a:satOff val="-10706"/>
              <a:lumOff val="-1714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2502" y="2643532"/>
        <a:ext cx="206900" cy="2576"/>
      </dsp:txXfrm>
    </dsp:sp>
    <dsp:sp modelId="{62B87882-490D-4022-AD94-A90C98316956}">
      <dsp:nvSpPr>
        <dsp:cNvPr id="0" name=""/>
        <dsp:cNvSpPr/>
      </dsp:nvSpPr>
      <dsp:spPr>
        <a:xfrm>
          <a:off x="4631333" y="1861662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3543988"/>
                <a:satOff val="-10171"/>
                <a:lumOff val="-1628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543988"/>
                <a:satOff val="-10171"/>
                <a:lumOff val="-1628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543988"/>
                <a:satOff val="-10171"/>
                <a:lumOff val="-1628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CONFIRM_PUSHERX_DISABLED</a:t>
          </a:r>
        </a:p>
      </dsp:txBody>
      <dsp:txXfrm>
        <a:off x="4631333" y="1861662"/>
        <a:ext cx="1119242" cy="671545"/>
      </dsp:txXfrm>
    </dsp:sp>
    <dsp:sp modelId="{08741EC2-90B9-4600-9A54-136B6C6569D4}">
      <dsp:nvSpPr>
        <dsp:cNvPr id="0" name=""/>
        <dsp:cNvSpPr/>
      </dsp:nvSpPr>
      <dsp:spPr>
        <a:xfrm>
          <a:off x="1618771" y="3080686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4069650"/>
              <a:satOff val="-11680"/>
              <a:lumOff val="-1870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25748" y="3125117"/>
        <a:ext cx="12871" cy="2576"/>
      </dsp:txXfrm>
    </dsp:sp>
    <dsp:sp modelId="{C10BB72F-A9CE-4BAA-B6D1-79EC4D4FDCA7}">
      <dsp:nvSpPr>
        <dsp:cNvPr id="0" name=""/>
        <dsp:cNvSpPr/>
      </dsp:nvSpPr>
      <dsp:spPr>
        <a:xfrm>
          <a:off x="501329" y="2790633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CNFRM_PUSHERZ_ENBLD_AND_PL_READY </a:t>
          </a:r>
          <a:endParaRPr lang="en-US" sz="1200" kern="1200" dirty="0"/>
        </a:p>
      </dsp:txBody>
      <dsp:txXfrm>
        <a:off x="501329" y="2790633"/>
        <a:ext cx="1119242" cy="671545"/>
      </dsp:txXfrm>
    </dsp:sp>
    <dsp:sp modelId="{EDD79F25-733E-4294-AB8C-405C465F6C38}">
      <dsp:nvSpPr>
        <dsp:cNvPr id="0" name=""/>
        <dsp:cNvSpPr/>
      </dsp:nvSpPr>
      <dsp:spPr>
        <a:xfrm>
          <a:off x="2995439" y="3080686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4408788"/>
              <a:satOff val="-12653"/>
              <a:lumOff val="-2025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2416" y="3125117"/>
        <a:ext cx="12871" cy="2576"/>
      </dsp:txXfrm>
    </dsp:sp>
    <dsp:sp modelId="{A065C943-EA0D-4E41-B6B1-04EBC262A382}">
      <dsp:nvSpPr>
        <dsp:cNvPr id="0" name=""/>
        <dsp:cNvSpPr/>
      </dsp:nvSpPr>
      <dsp:spPr>
        <a:xfrm>
          <a:off x="1877997" y="2790633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4188349"/>
                <a:satOff val="-12020"/>
                <a:lumOff val="-1924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188349"/>
                <a:satOff val="-12020"/>
                <a:lumOff val="-1924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188349"/>
                <a:satOff val="-12020"/>
                <a:lumOff val="-1924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BOX_CRANE_TO_PLACE_FIRST_LAYER </a:t>
          </a:r>
          <a:endParaRPr lang="en-US" sz="1200" kern="1200" dirty="0"/>
        </a:p>
      </dsp:txBody>
      <dsp:txXfrm>
        <a:off x="1877997" y="2790633"/>
        <a:ext cx="1119242" cy="671545"/>
      </dsp:txXfrm>
    </dsp:sp>
    <dsp:sp modelId="{58CD959C-0E70-4B43-BC59-9436CB709540}">
      <dsp:nvSpPr>
        <dsp:cNvPr id="0" name=""/>
        <dsp:cNvSpPr/>
      </dsp:nvSpPr>
      <dsp:spPr>
        <a:xfrm>
          <a:off x="4372107" y="3080686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4747926"/>
              <a:satOff val="-13626"/>
              <a:lumOff val="-2181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79085" y="3125117"/>
        <a:ext cx="12871" cy="2576"/>
      </dsp:txXfrm>
    </dsp:sp>
    <dsp:sp modelId="{A5604321-1E0F-4ED4-BD6D-1C2470CD4D11}">
      <dsp:nvSpPr>
        <dsp:cNvPr id="0" name=""/>
        <dsp:cNvSpPr/>
      </dsp:nvSpPr>
      <dsp:spPr>
        <a:xfrm>
          <a:off x="3254665" y="2790633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4510529"/>
                <a:satOff val="-12945"/>
                <a:lumOff val="-2072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510529"/>
                <a:satOff val="-12945"/>
                <a:lumOff val="-2072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510529"/>
                <a:satOff val="-12945"/>
                <a:lumOff val="-2072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BOX_CRANE_TO_PLACE_SECOND_LAYER </a:t>
          </a:r>
          <a:endParaRPr lang="en-US" sz="1200" kern="1200" dirty="0"/>
        </a:p>
      </dsp:txBody>
      <dsp:txXfrm>
        <a:off x="3254665" y="2790633"/>
        <a:ext cx="1119242" cy="671545"/>
      </dsp:txXfrm>
    </dsp:sp>
    <dsp:sp modelId="{978C25D4-2D31-42D6-9B78-B14F800A628A}">
      <dsp:nvSpPr>
        <dsp:cNvPr id="0" name=""/>
        <dsp:cNvSpPr/>
      </dsp:nvSpPr>
      <dsp:spPr>
        <a:xfrm>
          <a:off x="1060950" y="3460378"/>
          <a:ext cx="4130004" cy="226825"/>
        </a:xfrm>
        <a:custGeom>
          <a:avLst/>
          <a:gdLst/>
          <a:ahLst/>
          <a:cxnLst/>
          <a:rect l="0" t="0" r="0" b="0"/>
          <a:pathLst>
            <a:path>
              <a:moveTo>
                <a:pt x="4130004" y="0"/>
              </a:moveTo>
              <a:lnTo>
                <a:pt x="4130004" y="130512"/>
              </a:lnTo>
              <a:lnTo>
                <a:pt x="0" y="130512"/>
              </a:lnTo>
              <a:lnTo>
                <a:pt x="0" y="226825"/>
              </a:lnTo>
            </a:path>
          </a:pathLst>
        </a:custGeom>
        <a:noFill/>
        <a:ln w="12700" cap="flat" cmpd="sng" algn="ctr">
          <a:solidFill>
            <a:schemeClr val="accent2">
              <a:hueOff val="5087064"/>
              <a:satOff val="-14600"/>
              <a:lumOff val="-2337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2502" y="3572503"/>
        <a:ext cx="206900" cy="2576"/>
      </dsp:txXfrm>
    </dsp:sp>
    <dsp:sp modelId="{FAB6B33C-8400-4D46-9254-5DB54BF77670}">
      <dsp:nvSpPr>
        <dsp:cNvPr id="0" name=""/>
        <dsp:cNvSpPr/>
      </dsp:nvSpPr>
      <dsp:spPr>
        <a:xfrm>
          <a:off x="4631333" y="2790633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GC_TRGT_POS_TO_PLC_CARTBD_ON_PLT </a:t>
          </a:r>
          <a:endParaRPr lang="en-US" sz="1200" kern="1200" dirty="0"/>
        </a:p>
      </dsp:txBody>
      <dsp:txXfrm>
        <a:off x="4631333" y="2790633"/>
        <a:ext cx="1119242" cy="671545"/>
      </dsp:txXfrm>
    </dsp:sp>
    <dsp:sp modelId="{41D7AF6C-E0B4-4A1E-851B-981F3B07549B}">
      <dsp:nvSpPr>
        <dsp:cNvPr id="0" name=""/>
        <dsp:cNvSpPr/>
      </dsp:nvSpPr>
      <dsp:spPr>
        <a:xfrm>
          <a:off x="1618771" y="4009657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5426201"/>
              <a:satOff val="-15573"/>
              <a:lumOff val="-2493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25748" y="4054088"/>
        <a:ext cx="12871" cy="2576"/>
      </dsp:txXfrm>
    </dsp:sp>
    <dsp:sp modelId="{96101105-2EB2-4BC3-A23C-BC2B122D66AD}">
      <dsp:nvSpPr>
        <dsp:cNvPr id="0" name=""/>
        <dsp:cNvSpPr/>
      </dsp:nvSpPr>
      <dsp:spPr>
        <a:xfrm>
          <a:off x="501329" y="3719604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CONFIRM_GC_TO_PLACE_CRT_PL </a:t>
          </a:r>
          <a:endParaRPr lang="en-US" sz="1200" kern="1200" dirty="0"/>
        </a:p>
      </dsp:txBody>
      <dsp:txXfrm>
        <a:off x="501329" y="3719604"/>
        <a:ext cx="1119242" cy="671545"/>
      </dsp:txXfrm>
    </dsp:sp>
    <dsp:sp modelId="{D2499A66-EA7B-4B57-98E8-B852394E5894}">
      <dsp:nvSpPr>
        <dsp:cNvPr id="0" name=""/>
        <dsp:cNvSpPr/>
      </dsp:nvSpPr>
      <dsp:spPr>
        <a:xfrm>
          <a:off x="2995439" y="4009657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5765338"/>
              <a:satOff val="-16546"/>
              <a:lumOff val="-2649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02416" y="4054088"/>
        <a:ext cx="12871" cy="2576"/>
      </dsp:txXfrm>
    </dsp:sp>
    <dsp:sp modelId="{EEBEB306-2E4B-450E-B325-FE7545608D4B}">
      <dsp:nvSpPr>
        <dsp:cNvPr id="0" name=""/>
        <dsp:cNvSpPr/>
      </dsp:nvSpPr>
      <dsp:spPr>
        <a:xfrm>
          <a:off x="1877997" y="3719604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5477072"/>
                <a:satOff val="-15719"/>
                <a:lumOff val="-2516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477072"/>
                <a:satOff val="-15719"/>
                <a:lumOff val="-2516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477072"/>
                <a:satOff val="-15719"/>
                <a:lumOff val="-2516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GC_TRGT_POS_TO_PLC_BX_LYR_ON_PLT </a:t>
          </a:r>
          <a:endParaRPr lang="en-US" sz="1200" kern="1200" dirty="0"/>
        </a:p>
      </dsp:txBody>
      <dsp:txXfrm>
        <a:off x="1877997" y="3719604"/>
        <a:ext cx="1119242" cy="671545"/>
      </dsp:txXfrm>
    </dsp:sp>
    <dsp:sp modelId="{A95AEED5-3A68-4A3F-BCA5-972249F549FF}">
      <dsp:nvSpPr>
        <dsp:cNvPr id="0" name=""/>
        <dsp:cNvSpPr/>
      </dsp:nvSpPr>
      <dsp:spPr>
        <a:xfrm>
          <a:off x="4372107" y="4009657"/>
          <a:ext cx="2268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26825" y="45720"/>
              </a:lnTo>
            </a:path>
          </a:pathLst>
        </a:custGeom>
        <a:noFill/>
        <a:ln w="12700" cap="flat" cmpd="sng" algn="ctr">
          <a:solidFill>
            <a:schemeClr val="accent2">
              <a:hueOff val="6104476"/>
              <a:satOff val="-17520"/>
              <a:lumOff val="-2805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479085" y="4054088"/>
        <a:ext cx="12871" cy="2576"/>
      </dsp:txXfrm>
    </dsp:sp>
    <dsp:sp modelId="{82B568FF-B286-4EAE-9C0E-49E05C31C062}">
      <dsp:nvSpPr>
        <dsp:cNvPr id="0" name=""/>
        <dsp:cNvSpPr/>
      </dsp:nvSpPr>
      <dsp:spPr>
        <a:xfrm>
          <a:off x="3254665" y="3719604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5799252"/>
                <a:satOff val="-16644"/>
                <a:lumOff val="-2664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799252"/>
                <a:satOff val="-16644"/>
                <a:lumOff val="-2664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799252"/>
                <a:satOff val="-16644"/>
                <a:lumOff val="-2664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CONFIRM_GC_REACH_POS </a:t>
          </a:r>
          <a:endParaRPr lang="en-US" sz="1200" kern="1200" dirty="0"/>
        </a:p>
      </dsp:txBody>
      <dsp:txXfrm>
        <a:off x="3254665" y="3719604"/>
        <a:ext cx="1119242" cy="671545"/>
      </dsp:txXfrm>
    </dsp:sp>
    <dsp:sp modelId="{53869FC8-C0C4-42C3-BE28-DEED5B7DA5B7}">
      <dsp:nvSpPr>
        <dsp:cNvPr id="0" name=""/>
        <dsp:cNvSpPr/>
      </dsp:nvSpPr>
      <dsp:spPr>
        <a:xfrm>
          <a:off x="1060950" y="4389350"/>
          <a:ext cx="4130004" cy="226825"/>
        </a:xfrm>
        <a:custGeom>
          <a:avLst/>
          <a:gdLst/>
          <a:ahLst/>
          <a:cxnLst/>
          <a:rect l="0" t="0" r="0" b="0"/>
          <a:pathLst>
            <a:path>
              <a:moveTo>
                <a:pt x="4130004" y="0"/>
              </a:moveTo>
              <a:lnTo>
                <a:pt x="4130004" y="130512"/>
              </a:lnTo>
              <a:lnTo>
                <a:pt x="0" y="130512"/>
              </a:lnTo>
              <a:lnTo>
                <a:pt x="0" y="226825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22502" y="4501474"/>
        <a:ext cx="206900" cy="2576"/>
      </dsp:txXfrm>
    </dsp:sp>
    <dsp:sp modelId="{FB2AEA41-DB51-457B-A9DE-CA65EE0E981A}">
      <dsp:nvSpPr>
        <dsp:cNvPr id="0" name=""/>
        <dsp:cNvSpPr/>
      </dsp:nvSpPr>
      <dsp:spPr>
        <a:xfrm>
          <a:off x="4631333" y="3719604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6121433"/>
                <a:satOff val="-17568"/>
                <a:lumOff val="-281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121433"/>
                <a:satOff val="-17568"/>
                <a:lumOff val="-281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121433"/>
                <a:satOff val="-17568"/>
                <a:lumOff val="-281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GC_TRGT_POS_TO_LD_BX_AND_CRTBRD</a:t>
          </a:r>
          <a:endParaRPr lang="en-US" sz="1200" kern="1200" dirty="0"/>
        </a:p>
      </dsp:txBody>
      <dsp:txXfrm>
        <a:off x="4631333" y="3719604"/>
        <a:ext cx="1119242" cy="671545"/>
      </dsp:txXfrm>
    </dsp:sp>
    <dsp:sp modelId="{42BCC87C-C81B-4B3E-9BE1-DD6F572F02D1}">
      <dsp:nvSpPr>
        <dsp:cNvPr id="0" name=""/>
        <dsp:cNvSpPr/>
      </dsp:nvSpPr>
      <dsp:spPr>
        <a:xfrm>
          <a:off x="501329" y="4648575"/>
          <a:ext cx="1119242" cy="671545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4844" tIns="57568" rIns="54844" bIns="575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CNFRM_GC_REACH_AND_PUSHERX_ENBLD</a:t>
          </a:r>
          <a:endParaRPr lang="en-US" sz="1200" kern="1200" dirty="0"/>
        </a:p>
      </dsp:txBody>
      <dsp:txXfrm>
        <a:off x="501329" y="4648575"/>
        <a:ext cx="1119242" cy="6715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3CBBAA-511F-411D-84A3-1610B1B4BDE0}">
      <dsp:nvSpPr>
        <dsp:cNvPr id="0" name=""/>
        <dsp:cNvSpPr/>
      </dsp:nvSpPr>
      <dsp:spPr>
        <a:xfrm>
          <a:off x="3106420" y="1561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WAIT_START</a:t>
          </a:r>
        </a:p>
      </dsp:txBody>
      <dsp:txXfrm>
        <a:off x="3220824" y="1561"/>
        <a:ext cx="228808" cy="377533"/>
      </dsp:txXfrm>
    </dsp:sp>
    <dsp:sp modelId="{264EBDF1-4EC6-4C12-91D9-4C95F3BE798B}">
      <dsp:nvSpPr>
        <dsp:cNvPr id="0" name=""/>
        <dsp:cNvSpPr/>
      </dsp:nvSpPr>
      <dsp:spPr>
        <a:xfrm rot="1028571">
          <a:off x="3679038" y="87869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GC_TARGET_POS_TO_LOAD_BOXES</a:t>
          </a:r>
          <a:endParaRPr lang="en-US" sz="500" kern="1200" dirty="0"/>
        </a:p>
      </dsp:txBody>
      <dsp:txXfrm>
        <a:off x="3805244" y="89648"/>
        <a:ext cx="228808" cy="377533"/>
      </dsp:txXfrm>
    </dsp:sp>
    <dsp:sp modelId="{3C5A9CBC-9A75-4F95-B508-685CDB5922A1}">
      <dsp:nvSpPr>
        <dsp:cNvPr id="0" name=""/>
        <dsp:cNvSpPr/>
      </dsp:nvSpPr>
      <dsp:spPr>
        <a:xfrm rot="2057143">
          <a:off x="4200776" y="339125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B_CRANE_CARTLOAD_POS </a:t>
          </a:r>
        </a:p>
      </dsp:txBody>
      <dsp:txXfrm>
        <a:off x="4337736" y="346083"/>
        <a:ext cx="228808" cy="377533"/>
      </dsp:txXfrm>
    </dsp:sp>
    <dsp:sp modelId="{54C676B3-F572-4D97-B280-CE05E0B6315A}">
      <dsp:nvSpPr>
        <dsp:cNvPr id="0" name=""/>
        <dsp:cNvSpPr/>
      </dsp:nvSpPr>
      <dsp:spPr>
        <a:xfrm rot="3085714">
          <a:off x="4625276" y="733004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TRGT_POS_TO_LD_BOXES_AND_CRTBRD</a:t>
          </a:r>
          <a:endParaRPr lang="en-US" sz="500" kern="1200" dirty="0"/>
        </a:p>
      </dsp:txBody>
      <dsp:txXfrm rot="-5400000">
        <a:off x="4696624" y="822442"/>
        <a:ext cx="377533" cy="228808"/>
      </dsp:txXfrm>
    </dsp:sp>
    <dsp:sp modelId="{623F15E2-D86B-4B0F-9D13-C318A58D6B55}">
      <dsp:nvSpPr>
        <dsp:cNvPr id="0" name=""/>
        <dsp:cNvSpPr/>
      </dsp:nvSpPr>
      <dsp:spPr>
        <a:xfrm rot="4114286">
          <a:off x="4914819" y="1234506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B_CRANE_POS_TO_LD_BX</a:t>
          </a:r>
          <a:endParaRPr lang="en-US" sz="500" kern="1200" dirty="0"/>
        </a:p>
      </dsp:txBody>
      <dsp:txXfrm rot="-5400000">
        <a:off x="4992135" y="1334281"/>
        <a:ext cx="377533" cy="228808"/>
      </dsp:txXfrm>
    </dsp:sp>
    <dsp:sp modelId="{110318AA-D7D2-482D-965A-B1BA22FCB6D0}">
      <dsp:nvSpPr>
        <dsp:cNvPr id="0" name=""/>
        <dsp:cNvSpPr/>
      </dsp:nvSpPr>
      <dsp:spPr>
        <a:xfrm rot="5142857">
          <a:off x="5043678" y="1799073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CONFIRM_PUSHERZ_ENABLED</a:t>
          </a:r>
        </a:p>
      </dsp:txBody>
      <dsp:txXfrm rot="-5400000">
        <a:off x="5123650" y="1910484"/>
        <a:ext cx="377533" cy="228808"/>
      </dsp:txXfrm>
    </dsp:sp>
    <dsp:sp modelId="{952266C5-3013-4F5F-ADAF-ED2FD408FDDC}">
      <dsp:nvSpPr>
        <dsp:cNvPr id="0" name=""/>
        <dsp:cNvSpPr/>
      </dsp:nvSpPr>
      <dsp:spPr>
        <a:xfrm rot="6171429">
          <a:off x="5000402" y="2376540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CONFIRM_PUSHERX_ENABLED</a:t>
          </a:r>
        </a:p>
      </dsp:txBody>
      <dsp:txXfrm rot="-5400000">
        <a:off x="5079482" y="2499854"/>
        <a:ext cx="377533" cy="228808"/>
      </dsp:txXfrm>
    </dsp:sp>
    <dsp:sp modelId="{1E9588B9-067A-4BB8-8260-D2E023DE409F}">
      <dsp:nvSpPr>
        <dsp:cNvPr id="0" name=""/>
        <dsp:cNvSpPr/>
      </dsp:nvSpPr>
      <dsp:spPr>
        <a:xfrm rot="7200000">
          <a:off x="4788839" y="2915596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CONFIRM_CARTBOARD_DISABLED</a:t>
          </a:r>
        </a:p>
      </dsp:txBody>
      <dsp:txXfrm rot="-5400000">
        <a:off x="4863558" y="3050020"/>
        <a:ext cx="377533" cy="228808"/>
      </dsp:txXfrm>
    </dsp:sp>
    <dsp:sp modelId="{7D676581-FED5-4CF6-B5B2-59F179A52D9A}">
      <dsp:nvSpPr>
        <dsp:cNvPr id="0" name=""/>
        <dsp:cNvSpPr/>
      </dsp:nvSpPr>
      <dsp:spPr>
        <a:xfrm rot="8228571">
          <a:off x="4427785" y="3368343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WAIT_FOR_BOX_LD_ON_CRANE</a:t>
          </a:r>
          <a:endParaRPr lang="en-US" sz="500" kern="1200" dirty="0"/>
        </a:p>
      </dsp:txBody>
      <dsp:txXfrm rot="10800000">
        <a:off x="4569424" y="3437737"/>
        <a:ext cx="228808" cy="377533"/>
      </dsp:txXfrm>
    </dsp:sp>
    <dsp:sp modelId="{30E8F5E9-C1D3-419D-9C04-83D4FB176A27}">
      <dsp:nvSpPr>
        <dsp:cNvPr id="0" name=""/>
        <dsp:cNvSpPr/>
      </dsp:nvSpPr>
      <dsp:spPr>
        <a:xfrm rot="9257143">
          <a:off x="3949322" y="3694554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CONFIRM_SLIDERAIL_ENABLED</a:t>
          </a:r>
        </a:p>
      </dsp:txBody>
      <dsp:txXfrm rot="10800000">
        <a:off x="4081099" y="3770672"/>
        <a:ext cx="228808" cy="377533"/>
      </dsp:txXfrm>
    </dsp:sp>
    <dsp:sp modelId="{6F2EC7B5-5A9F-4AEA-9B97-9F3B54E59996}">
      <dsp:nvSpPr>
        <dsp:cNvPr id="0" name=""/>
        <dsp:cNvSpPr/>
      </dsp:nvSpPr>
      <dsp:spPr>
        <a:xfrm rot="10285714">
          <a:off x="3395963" y="3865242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CONFIRM_PUSHERZ_DISABLED</a:t>
          </a:r>
        </a:p>
      </dsp:txBody>
      <dsp:txXfrm rot="10800000">
        <a:off x="3516335" y="3944878"/>
        <a:ext cx="228808" cy="377533"/>
      </dsp:txXfrm>
    </dsp:sp>
    <dsp:sp modelId="{83735135-8460-433C-A262-75E34D7B06CA}">
      <dsp:nvSpPr>
        <dsp:cNvPr id="0" name=""/>
        <dsp:cNvSpPr/>
      </dsp:nvSpPr>
      <dsp:spPr>
        <a:xfrm rot="11314286">
          <a:off x="2816877" y="3865242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CONFIRM_PUSHERX_DISABLED</a:t>
          </a:r>
        </a:p>
      </dsp:txBody>
      <dsp:txXfrm rot="10800000">
        <a:off x="2925313" y="3944878"/>
        <a:ext cx="228808" cy="377533"/>
      </dsp:txXfrm>
    </dsp:sp>
    <dsp:sp modelId="{C459A6F8-F687-4B7A-BCD8-4C6069D34DE0}">
      <dsp:nvSpPr>
        <dsp:cNvPr id="0" name=""/>
        <dsp:cNvSpPr/>
      </dsp:nvSpPr>
      <dsp:spPr>
        <a:xfrm rot="12342857">
          <a:off x="2263519" y="3694554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CNFRM_PUSHERZ_ENBLD_AND_PL_READY </a:t>
          </a:r>
          <a:endParaRPr lang="en-US" sz="500" kern="1200" dirty="0"/>
        </a:p>
      </dsp:txBody>
      <dsp:txXfrm rot="10800000">
        <a:off x="2360550" y="3770672"/>
        <a:ext cx="228808" cy="377533"/>
      </dsp:txXfrm>
    </dsp:sp>
    <dsp:sp modelId="{9D4FE88F-1A74-4E84-A961-04D4B20AA4C5}">
      <dsp:nvSpPr>
        <dsp:cNvPr id="0" name=""/>
        <dsp:cNvSpPr/>
      </dsp:nvSpPr>
      <dsp:spPr>
        <a:xfrm rot="13371429">
          <a:off x="1785056" y="3368343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BOX_CRANE_TO_PLACE_FIRST_LAYER </a:t>
          </a:r>
          <a:endParaRPr lang="en-US" sz="500" kern="1200" dirty="0"/>
        </a:p>
      </dsp:txBody>
      <dsp:txXfrm rot="10800000">
        <a:off x="1872225" y="3437737"/>
        <a:ext cx="228808" cy="377533"/>
      </dsp:txXfrm>
    </dsp:sp>
    <dsp:sp modelId="{786B6CF4-CF47-492C-8DF2-BBB008038FC1}">
      <dsp:nvSpPr>
        <dsp:cNvPr id="0" name=""/>
        <dsp:cNvSpPr/>
      </dsp:nvSpPr>
      <dsp:spPr>
        <a:xfrm rot="14400000">
          <a:off x="1424001" y="2915596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BOX_CRANE_TO_PLACE_SECOND_LAYER </a:t>
          </a:r>
          <a:endParaRPr lang="en-US" sz="500" kern="1200" dirty="0"/>
        </a:p>
      </dsp:txBody>
      <dsp:txXfrm rot="5400000">
        <a:off x="1429366" y="3050020"/>
        <a:ext cx="377533" cy="228808"/>
      </dsp:txXfrm>
    </dsp:sp>
    <dsp:sp modelId="{DB20F0E7-B637-4736-BAD5-291D0FEF2381}">
      <dsp:nvSpPr>
        <dsp:cNvPr id="0" name=""/>
        <dsp:cNvSpPr/>
      </dsp:nvSpPr>
      <dsp:spPr>
        <a:xfrm rot="15428571">
          <a:off x="1212438" y="2376540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GC_TRGT_POS_TO_PLC_CARTBD_ON_PLT </a:t>
          </a:r>
          <a:endParaRPr lang="en-US" sz="500" kern="1200" dirty="0"/>
        </a:p>
      </dsp:txBody>
      <dsp:txXfrm rot="5400000">
        <a:off x="1213442" y="2499854"/>
        <a:ext cx="377533" cy="228808"/>
      </dsp:txXfrm>
    </dsp:sp>
    <dsp:sp modelId="{E4DCCBA5-0EA5-4C22-8B71-79DABF737B76}">
      <dsp:nvSpPr>
        <dsp:cNvPr id="0" name=""/>
        <dsp:cNvSpPr/>
      </dsp:nvSpPr>
      <dsp:spPr>
        <a:xfrm rot="16457143">
          <a:off x="1169163" y="1799073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CONFIRM_GC_TO_PLACE_CRT_PL </a:t>
          </a:r>
          <a:endParaRPr lang="en-US" sz="500" kern="1200" dirty="0"/>
        </a:p>
      </dsp:txBody>
      <dsp:txXfrm rot="5400000">
        <a:off x="1169275" y="1910484"/>
        <a:ext cx="377533" cy="228808"/>
      </dsp:txXfrm>
    </dsp:sp>
    <dsp:sp modelId="{485F4834-9E28-429B-8A5B-7113B9E29611}">
      <dsp:nvSpPr>
        <dsp:cNvPr id="0" name=""/>
        <dsp:cNvSpPr/>
      </dsp:nvSpPr>
      <dsp:spPr>
        <a:xfrm rot="17485714">
          <a:off x="1298021" y="1234506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GC_TRGT_POS_TO_PLC_BX_LYR_ON_PLT </a:t>
          </a:r>
          <a:endParaRPr lang="en-US" sz="500" kern="1200" dirty="0"/>
        </a:p>
      </dsp:txBody>
      <dsp:txXfrm rot="5400000">
        <a:off x="1300789" y="1334281"/>
        <a:ext cx="377533" cy="228808"/>
      </dsp:txXfrm>
    </dsp:sp>
    <dsp:sp modelId="{3FEFA74A-0502-450A-AACD-A0209C27C547}">
      <dsp:nvSpPr>
        <dsp:cNvPr id="0" name=""/>
        <dsp:cNvSpPr/>
      </dsp:nvSpPr>
      <dsp:spPr>
        <a:xfrm rot="18514286">
          <a:off x="1587564" y="733004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CONFIRM_GC_REACH_POS </a:t>
          </a:r>
          <a:endParaRPr lang="en-US" sz="500" kern="1200" dirty="0"/>
        </a:p>
      </dsp:txBody>
      <dsp:txXfrm rot="5400000">
        <a:off x="1596300" y="822442"/>
        <a:ext cx="377533" cy="228808"/>
      </dsp:txXfrm>
    </dsp:sp>
    <dsp:sp modelId="{1DFC13B1-A5A3-45FE-9101-B63CB9ACA318}">
      <dsp:nvSpPr>
        <dsp:cNvPr id="0" name=""/>
        <dsp:cNvSpPr/>
      </dsp:nvSpPr>
      <dsp:spPr>
        <a:xfrm rot="19542857">
          <a:off x="2012064" y="339125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GC_TRGT_POS_TO_LD_BX_AND_CRTBRD</a:t>
          </a:r>
          <a:endParaRPr lang="en-US" sz="500" kern="1200" dirty="0"/>
        </a:p>
      </dsp:txBody>
      <dsp:txXfrm>
        <a:off x="2103912" y="346083"/>
        <a:ext cx="228808" cy="377533"/>
      </dsp:txXfrm>
    </dsp:sp>
    <dsp:sp modelId="{650615B3-C4AD-4594-9E42-F7BA1F8B2B94}">
      <dsp:nvSpPr>
        <dsp:cNvPr id="0" name=""/>
        <dsp:cNvSpPr/>
      </dsp:nvSpPr>
      <dsp:spPr>
        <a:xfrm rot="20571429">
          <a:off x="2533802" y="87869"/>
          <a:ext cx="457616" cy="457616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CNFRM_GC_REACH_AND_PUSHERX_ENBLD</a:t>
          </a:r>
          <a:endParaRPr lang="en-US" sz="500" kern="1200" dirty="0"/>
        </a:p>
      </dsp:txBody>
      <dsp:txXfrm>
        <a:off x="2636404" y="89648"/>
        <a:ext cx="228808" cy="37753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2A3769-98FA-403C-AAB7-27FC9026A231}">
      <dsp:nvSpPr>
        <dsp:cNvPr id="0" name=""/>
        <dsp:cNvSpPr/>
      </dsp:nvSpPr>
      <dsp:spPr>
        <a:xfrm>
          <a:off x="1787228" y="316368"/>
          <a:ext cx="2447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4757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02723" y="360710"/>
        <a:ext cx="13767" cy="2756"/>
      </dsp:txXfrm>
    </dsp:sp>
    <dsp:sp modelId="{7962C5C2-333C-492A-AB72-367AB1C7A7A5}">
      <dsp:nvSpPr>
        <dsp:cNvPr id="0" name=""/>
        <dsp:cNvSpPr/>
      </dsp:nvSpPr>
      <dsp:spPr>
        <a:xfrm>
          <a:off x="591823" y="2926"/>
          <a:ext cx="1197204" cy="71832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WAIT_START</a:t>
          </a:r>
        </a:p>
      </dsp:txBody>
      <dsp:txXfrm>
        <a:off x="591823" y="2926"/>
        <a:ext cx="1197204" cy="718322"/>
      </dsp:txXfrm>
    </dsp:sp>
    <dsp:sp modelId="{380366F5-3DDA-4CA8-8535-23A462D031A8}">
      <dsp:nvSpPr>
        <dsp:cNvPr id="0" name=""/>
        <dsp:cNvSpPr/>
      </dsp:nvSpPr>
      <dsp:spPr>
        <a:xfrm>
          <a:off x="3259790" y="316368"/>
          <a:ext cx="2447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4757" y="45720"/>
              </a:lnTo>
            </a:path>
          </a:pathLst>
        </a:custGeom>
        <a:noFill/>
        <a:ln w="12700" cap="flat" cmpd="sng" algn="ctr">
          <a:solidFill>
            <a:schemeClr val="accent2">
              <a:hueOff val="495663"/>
              <a:satOff val="-1423"/>
              <a:lumOff val="-227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75285" y="360710"/>
        <a:ext cx="13767" cy="2756"/>
      </dsp:txXfrm>
    </dsp:sp>
    <dsp:sp modelId="{2AF2DC3B-D762-46E7-8546-0D2B1AE5ADBE}">
      <dsp:nvSpPr>
        <dsp:cNvPr id="0" name=""/>
        <dsp:cNvSpPr/>
      </dsp:nvSpPr>
      <dsp:spPr>
        <a:xfrm>
          <a:off x="2064385" y="2926"/>
          <a:ext cx="1197204" cy="718322"/>
        </a:xfrm>
        <a:prstGeom prst="rect">
          <a:avLst/>
        </a:prstGeom>
        <a:solidFill>
          <a:schemeClr val="accent2">
            <a:hueOff val="460258"/>
            <a:satOff val="-1321"/>
            <a:lumOff val="-211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PL_LIFTER_MOVE_DOWN</a:t>
          </a:r>
          <a:endParaRPr lang="en-US" sz="1200" kern="1200" dirty="0"/>
        </a:p>
      </dsp:txBody>
      <dsp:txXfrm>
        <a:off x="2064385" y="2926"/>
        <a:ext cx="1197204" cy="718322"/>
      </dsp:txXfrm>
    </dsp:sp>
    <dsp:sp modelId="{460A199B-05E6-4AD0-89BE-72BED4E957C8}">
      <dsp:nvSpPr>
        <dsp:cNvPr id="0" name=""/>
        <dsp:cNvSpPr/>
      </dsp:nvSpPr>
      <dsp:spPr>
        <a:xfrm>
          <a:off x="4732353" y="316368"/>
          <a:ext cx="2447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4757" y="45720"/>
              </a:lnTo>
            </a:path>
          </a:pathLst>
        </a:custGeom>
        <a:noFill/>
        <a:ln w="12700" cap="flat" cmpd="sng" algn="ctr">
          <a:solidFill>
            <a:schemeClr val="accent2">
              <a:hueOff val="991325"/>
              <a:satOff val="-2845"/>
              <a:lumOff val="-455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47847" y="360710"/>
        <a:ext cx="13767" cy="2756"/>
      </dsp:txXfrm>
    </dsp:sp>
    <dsp:sp modelId="{C609B9EB-BBD1-44AB-A3C5-C5B0A59A447D}">
      <dsp:nvSpPr>
        <dsp:cNvPr id="0" name=""/>
        <dsp:cNvSpPr/>
      </dsp:nvSpPr>
      <dsp:spPr>
        <a:xfrm>
          <a:off x="3536948" y="2926"/>
          <a:ext cx="1197204" cy="71832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PL_FORK_OPEN </a:t>
          </a:r>
        </a:p>
      </dsp:txBody>
      <dsp:txXfrm>
        <a:off x="3536948" y="2926"/>
        <a:ext cx="1197204" cy="718322"/>
      </dsp:txXfrm>
    </dsp:sp>
    <dsp:sp modelId="{7CCC86AB-4640-4F1C-B3E8-BF6886F52D49}">
      <dsp:nvSpPr>
        <dsp:cNvPr id="0" name=""/>
        <dsp:cNvSpPr/>
      </dsp:nvSpPr>
      <dsp:spPr>
        <a:xfrm>
          <a:off x="1190426" y="719449"/>
          <a:ext cx="4417686" cy="244757"/>
        </a:xfrm>
        <a:custGeom>
          <a:avLst/>
          <a:gdLst/>
          <a:ahLst/>
          <a:cxnLst/>
          <a:rect l="0" t="0" r="0" b="0"/>
          <a:pathLst>
            <a:path>
              <a:moveTo>
                <a:pt x="4417686" y="0"/>
              </a:moveTo>
              <a:lnTo>
                <a:pt x="4417686" y="139478"/>
              </a:lnTo>
              <a:lnTo>
                <a:pt x="0" y="139478"/>
              </a:lnTo>
              <a:lnTo>
                <a:pt x="0" y="244757"/>
              </a:lnTo>
            </a:path>
          </a:pathLst>
        </a:custGeom>
        <a:noFill/>
        <a:ln w="12700" cap="flat" cmpd="sng" algn="ctr">
          <a:solidFill>
            <a:schemeClr val="accent2">
              <a:hueOff val="1486988"/>
              <a:satOff val="-4268"/>
              <a:lumOff val="-683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88613" y="840450"/>
        <a:ext cx="221312" cy="2756"/>
      </dsp:txXfrm>
    </dsp:sp>
    <dsp:sp modelId="{FFAE0900-4A10-4ABF-A860-D94DED5C14F2}">
      <dsp:nvSpPr>
        <dsp:cNvPr id="0" name=""/>
        <dsp:cNvSpPr/>
      </dsp:nvSpPr>
      <dsp:spPr>
        <a:xfrm>
          <a:off x="5009510" y="2926"/>
          <a:ext cx="1197204" cy="718322"/>
        </a:xfrm>
        <a:prstGeom prst="rect">
          <a:avLst/>
        </a:prstGeom>
        <a:solidFill>
          <a:schemeClr val="accent2">
            <a:hueOff val="1380774"/>
            <a:satOff val="-3963"/>
            <a:lumOff val="-634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PL_LIFTER_BACK_TO_POS </a:t>
          </a:r>
          <a:endParaRPr lang="en-US" sz="1200" kern="1200" dirty="0"/>
        </a:p>
      </dsp:txBody>
      <dsp:txXfrm>
        <a:off x="5009510" y="2926"/>
        <a:ext cx="1197204" cy="718322"/>
      </dsp:txXfrm>
    </dsp:sp>
    <dsp:sp modelId="{281E8281-99B8-4B10-9C76-37CE7F09EF6E}">
      <dsp:nvSpPr>
        <dsp:cNvPr id="0" name=""/>
        <dsp:cNvSpPr/>
      </dsp:nvSpPr>
      <dsp:spPr>
        <a:xfrm>
          <a:off x="1787228" y="1310048"/>
          <a:ext cx="2447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4757" y="45720"/>
              </a:lnTo>
            </a:path>
          </a:pathLst>
        </a:custGeom>
        <a:noFill/>
        <a:ln w="12700" cap="flat" cmpd="sng" algn="ctr">
          <a:solidFill>
            <a:schemeClr val="accent2">
              <a:hueOff val="1982650"/>
              <a:satOff val="-5690"/>
              <a:lumOff val="-911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02723" y="1354390"/>
        <a:ext cx="13767" cy="2756"/>
      </dsp:txXfrm>
    </dsp:sp>
    <dsp:sp modelId="{19277312-D05A-46AF-B771-4FE30A08AD4D}">
      <dsp:nvSpPr>
        <dsp:cNvPr id="0" name=""/>
        <dsp:cNvSpPr/>
      </dsp:nvSpPr>
      <dsp:spPr>
        <a:xfrm>
          <a:off x="591823" y="996606"/>
          <a:ext cx="1197204" cy="718322"/>
        </a:xfrm>
        <a:prstGeom prst="rect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PL_FORK_LOCKED </a:t>
          </a:r>
        </a:p>
      </dsp:txBody>
      <dsp:txXfrm>
        <a:off x="591823" y="996606"/>
        <a:ext cx="1197204" cy="718322"/>
      </dsp:txXfrm>
    </dsp:sp>
    <dsp:sp modelId="{7AD40BF6-7AAE-488D-B7DA-218B95BB97DB}">
      <dsp:nvSpPr>
        <dsp:cNvPr id="0" name=""/>
        <dsp:cNvSpPr/>
      </dsp:nvSpPr>
      <dsp:spPr>
        <a:xfrm>
          <a:off x="3259790" y="1310048"/>
          <a:ext cx="2447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4757" y="45720"/>
              </a:lnTo>
            </a:path>
          </a:pathLst>
        </a:custGeom>
        <a:noFill/>
        <a:ln w="12700" cap="flat" cmpd="sng" algn="ctr">
          <a:solidFill>
            <a:schemeClr val="accent2">
              <a:hueOff val="2478313"/>
              <a:satOff val="-7113"/>
              <a:lumOff val="-1138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75285" y="1354390"/>
        <a:ext cx="13767" cy="2756"/>
      </dsp:txXfrm>
    </dsp:sp>
    <dsp:sp modelId="{71DC099B-A7EC-493A-BE12-75A020560C6A}">
      <dsp:nvSpPr>
        <dsp:cNvPr id="0" name=""/>
        <dsp:cNvSpPr/>
      </dsp:nvSpPr>
      <dsp:spPr>
        <a:xfrm>
          <a:off x="2064385" y="996606"/>
          <a:ext cx="1197204" cy="718322"/>
        </a:xfrm>
        <a:prstGeom prst="rect">
          <a:avLst/>
        </a:prstGeom>
        <a:solidFill>
          <a:schemeClr val="accent2">
            <a:hueOff val="2301291"/>
            <a:satOff val="-6605"/>
            <a:lumOff val="-1057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PL_LIFTER_LOCKED </a:t>
          </a:r>
        </a:p>
      </dsp:txBody>
      <dsp:txXfrm>
        <a:off x="2064385" y="996606"/>
        <a:ext cx="1197204" cy="718322"/>
      </dsp:txXfrm>
    </dsp:sp>
    <dsp:sp modelId="{9D61F35D-826C-4193-964B-9D9287E73C27}">
      <dsp:nvSpPr>
        <dsp:cNvPr id="0" name=""/>
        <dsp:cNvSpPr/>
      </dsp:nvSpPr>
      <dsp:spPr>
        <a:xfrm>
          <a:off x="4732353" y="1310048"/>
          <a:ext cx="2447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4757" y="45720"/>
              </a:lnTo>
            </a:path>
          </a:pathLst>
        </a:custGeom>
        <a:noFill/>
        <a:ln w="12700" cap="flat" cmpd="sng" algn="ctr">
          <a:solidFill>
            <a:schemeClr val="accent2">
              <a:hueOff val="2973976"/>
              <a:satOff val="-8535"/>
              <a:lumOff val="-1366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47847" y="1354390"/>
        <a:ext cx="13767" cy="2756"/>
      </dsp:txXfrm>
    </dsp:sp>
    <dsp:sp modelId="{334F3A71-12FD-4066-8068-0D07A2C05557}">
      <dsp:nvSpPr>
        <dsp:cNvPr id="0" name=""/>
        <dsp:cNvSpPr/>
      </dsp:nvSpPr>
      <dsp:spPr>
        <a:xfrm>
          <a:off x="3536948" y="996606"/>
          <a:ext cx="1197204" cy="71832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START_PL_CONVY_1</a:t>
          </a:r>
          <a:endParaRPr lang="en-US" sz="1200" kern="1200" dirty="0"/>
        </a:p>
      </dsp:txBody>
      <dsp:txXfrm>
        <a:off x="3536948" y="996606"/>
        <a:ext cx="1197204" cy="718322"/>
      </dsp:txXfrm>
    </dsp:sp>
    <dsp:sp modelId="{94F1DE02-556E-495D-BAC8-6B858F738842}">
      <dsp:nvSpPr>
        <dsp:cNvPr id="0" name=""/>
        <dsp:cNvSpPr/>
      </dsp:nvSpPr>
      <dsp:spPr>
        <a:xfrm>
          <a:off x="1190426" y="1713129"/>
          <a:ext cx="4417686" cy="244757"/>
        </a:xfrm>
        <a:custGeom>
          <a:avLst/>
          <a:gdLst/>
          <a:ahLst/>
          <a:cxnLst/>
          <a:rect l="0" t="0" r="0" b="0"/>
          <a:pathLst>
            <a:path>
              <a:moveTo>
                <a:pt x="4417686" y="0"/>
              </a:moveTo>
              <a:lnTo>
                <a:pt x="4417686" y="139478"/>
              </a:lnTo>
              <a:lnTo>
                <a:pt x="0" y="139478"/>
              </a:lnTo>
              <a:lnTo>
                <a:pt x="0" y="244757"/>
              </a:lnTo>
            </a:path>
          </a:pathLst>
        </a:custGeom>
        <a:noFill/>
        <a:ln w="12700" cap="flat" cmpd="sng" algn="ctr">
          <a:solidFill>
            <a:schemeClr val="accent2">
              <a:hueOff val="3469638"/>
              <a:satOff val="-9958"/>
              <a:lumOff val="-15943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88613" y="1834130"/>
        <a:ext cx="221312" cy="2756"/>
      </dsp:txXfrm>
    </dsp:sp>
    <dsp:sp modelId="{99DF15B6-A2FC-4BDC-AFDE-2C3314A03E97}">
      <dsp:nvSpPr>
        <dsp:cNvPr id="0" name=""/>
        <dsp:cNvSpPr/>
      </dsp:nvSpPr>
      <dsp:spPr>
        <a:xfrm>
          <a:off x="5009510" y="996606"/>
          <a:ext cx="1197204" cy="718322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START_PL_CONVY_2</a:t>
          </a:r>
          <a:endParaRPr lang="en-US" sz="1200" kern="1200" dirty="0"/>
        </a:p>
      </dsp:txBody>
      <dsp:txXfrm>
        <a:off x="5009510" y="996606"/>
        <a:ext cx="1197204" cy="718322"/>
      </dsp:txXfrm>
    </dsp:sp>
    <dsp:sp modelId="{A6D579AA-B912-44DB-A4D5-7C84F07B9E92}">
      <dsp:nvSpPr>
        <dsp:cNvPr id="0" name=""/>
        <dsp:cNvSpPr/>
      </dsp:nvSpPr>
      <dsp:spPr>
        <a:xfrm>
          <a:off x="1787228" y="2303728"/>
          <a:ext cx="2447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4757" y="45720"/>
              </a:lnTo>
            </a:path>
          </a:pathLst>
        </a:custGeom>
        <a:noFill/>
        <a:ln w="12700" cap="flat" cmpd="sng" algn="ctr">
          <a:solidFill>
            <a:schemeClr val="accent2">
              <a:hueOff val="3965301"/>
              <a:satOff val="-11380"/>
              <a:lumOff val="-1822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02723" y="2348070"/>
        <a:ext cx="13767" cy="2756"/>
      </dsp:txXfrm>
    </dsp:sp>
    <dsp:sp modelId="{7A2EF746-4B81-455F-A7E5-51747D94A59E}">
      <dsp:nvSpPr>
        <dsp:cNvPr id="0" name=""/>
        <dsp:cNvSpPr/>
      </dsp:nvSpPr>
      <dsp:spPr>
        <a:xfrm>
          <a:off x="591823" y="1990287"/>
          <a:ext cx="1197204" cy="718322"/>
        </a:xfrm>
        <a:prstGeom prst="rect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LIGHT_BARRIER_2</a:t>
          </a:r>
        </a:p>
      </dsp:txBody>
      <dsp:txXfrm>
        <a:off x="591823" y="1990287"/>
        <a:ext cx="1197204" cy="718322"/>
      </dsp:txXfrm>
    </dsp:sp>
    <dsp:sp modelId="{233C4968-88F3-4C1F-B006-649605C247C9}">
      <dsp:nvSpPr>
        <dsp:cNvPr id="0" name=""/>
        <dsp:cNvSpPr/>
      </dsp:nvSpPr>
      <dsp:spPr>
        <a:xfrm>
          <a:off x="3259790" y="2303728"/>
          <a:ext cx="2447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4757" y="45720"/>
              </a:lnTo>
            </a:path>
          </a:pathLst>
        </a:custGeom>
        <a:noFill/>
        <a:ln w="12700" cap="flat" cmpd="sng" algn="ctr">
          <a:solidFill>
            <a:schemeClr val="accent2">
              <a:hueOff val="4460963"/>
              <a:satOff val="-12803"/>
              <a:lumOff val="-2049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75285" y="2348070"/>
        <a:ext cx="13767" cy="2756"/>
      </dsp:txXfrm>
    </dsp:sp>
    <dsp:sp modelId="{2926F893-208A-4964-99CD-7150ED41AF3B}">
      <dsp:nvSpPr>
        <dsp:cNvPr id="0" name=""/>
        <dsp:cNvSpPr/>
      </dsp:nvSpPr>
      <dsp:spPr>
        <a:xfrm>
          <a:off x="2064385" y="1990287"/>
          <a:ext cx="1197204" cy="718322"/>
        </a:xfrm>
        <a:prstGeom prst="rect">
          <a:avLst/>
        </a:prstGeom>
        <a:solidFill>
          <a:schemeClr val="accent2">
            <a:hueOff val="4142323"/>
            <a:satOff val="-11888"/>
            <a:lumOff val="-190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CONFIRM_PL_CONVY_1_STOP </a:t>
          </a:r>
          <a:endParaRPr lang="en-US" sz="1200" kern="1200" dirty="0"/>
        </a:p>
      </dsp:txBody>
      <dsp:txXfrm>
        <a:off x="2064385" y="1990287"/>
        <a:ext cx="1197204" cy="718322"/>
      </dsp:txXfrm>
    </dsp:sp>
    <dsp:sp modelId="{7EE2DE54-05B4-42F7-A6E7-9EB2A4B4488E}">
      <dsp:nvSpPr>
        <dsp:cNvPr id="0" name=""/>
        <dsp:cNvSpPr/>
      </dsp:nvSpPr>
      <dsp:spPr>
        <a:xfrm>
          <a:off x="4732353" y="2303728"/>
          <a:ext cx="2447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4757" y="45720"/>
              </a:lnTo>
            </a:path>
          </a:pathLst>
        </a:custGeom>
        <a:noFill/>
        <a:ln w="12700" cap="flat" cmpd="sng" algn="ctr">
          <a:solidFill>
            <a:schemeClr val="accent2">
              <a:hueOff val="4956626"/>
              <a:satOff val="-14225"/>
              <a:lumOff val="-2277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47847" y="2348070"/>
        <a:ext cx="13767" cy="2756"/>
      </dsp:txXfrm>
    </dsp:sp>
    <dsp:sp modelId="{9FB664D4-4CC3-4C03-B65F-BEBE5473E120}">
      <dsp:nvSpPr>
        <dsp:cNvPr id="0" name=""/>
        <dsp:cNvSpPr/>
      </dsp:nvSpPr>
      <dsp:spPr>
        <a:xfrm>
          <a:off x="3536948" y="1990287"/>
          <a:ext cx="1197204" cy="71832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CONFIRM_PL_CONVY_2_VELOCITY </a:t>
          </a:r>
        </a:p>
      </dsp:txBody>
      <dsp:txXfrm>
        <a:off x="3536948" y="1990287"/>
        <a:ext cx="1197204" cy="718322"/>
      </dsp:txXfrm>
    </dsp:sp>
    <dsp:sp modelId="{923B0580-1760-45B0-8EED-7C6E3FA0F44E}">
      <dsp:nvSpPr>
        <dsp:cNvPr id="0" name=""/>
        <dsp:cNvSpPr/>
      </dsp:nvSpPr>
      <dsp:spPr>
        <a:xfrm>
          <a:off x="1190426" y="2706810"/>
          <a:ext cx="4417686" cy="244757"/>
        </a:xfrm>
        <a:custGeom>
          <a:avLst/>
          <a:gdLst/>
          <a:ahLst/>
          <a:cxnLst/>
          <a:rect l="0" t="0" r="0" b="0"/>
          <a:pathLst>
            <a:path>
              <a:moveTo>
                <a:pt x="4417686" y="0"/>
              </a:moveTo>
              <a:lnTo>
                <a:pt x="4417686" y="139478"/>
              </a:lnTo>
              <a:lnTo>
                <a:pt x="0" y="139478"/>
              </a:lnTo>
              <a:lnTo>
                <a:pt x="0" y="244757"/>
              </a:lnTo>
            </a:path>
          </a:pathLst>
        </a:custGeom>
        <a:noFill/>
        <a:ln w="12700" cap="flat" cmpd="sng" algn="ctr">
          <a:solidFill>
            <a:schemeClr val="accent2">
              <a:hueOff val="5452289"/>
              <a:satOff val="-15648"/>
              <a:lumOff val="-25054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288613" y="2827810"/>
        <a:ext cx="221312" cy="2756"/>
      </dsp:txXfrm>
    </dsp:sp>
    <dsp:sp modelId="{84B7811C-17BC-4165-98C5-EB109E3A75B0}">
      <dsp:nvSpPr>
        <dsp:cNvPr id="0" name=""/>
        <dsp:cNvSpPr/>
      </dsp:nvSpPr>
      <dsp:spPr>
        <a:xfrm>
          <a:off x="5009510" y="1990287"/>
          <a:ext cx="1197204" cy="718322"/>
        </a:xfrm>
        <a:prstGeom prst="rect">
          <a:avLst/>
        </a:prstGeom>
        <a:solidFill>
          <a:schemeClr val="accent2">
            <a:hueOff val="5062839"/>
            <a:satOff val="-14530"/>
            <a:lumOff val="-2326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LIGHT_BARRIER_1</a:t>
          </a:r>
        </a:p>
      </dsp:txBody>
      <dsp:txXfrm>
        <a:off x="5009510" y="1990287"/>
        <a:ext cx="1197204" cy="718322"/>
      </dsp:txXfrm>
    </dsp:sp>
    <dsp:sp modelId="{AE1EB042-4AEC-46AF-AC01-BE382F31EBAF}">
      <dsp:nvSpPr>
        <dsp:cNvPr id="0" name=""/>
        <dsp:cNvSpPr/>
      </dsp:nvSpPr>
      <dsp:spPr>
        <a:xfrm>
          <a:off x="1787228" y="3297408"/>
          <a:ext cx="2447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4757" y="45720"/>
              </a:lnTo>
            </a:path>
          </a:pathLst>
        </a:custGeom>
        <a:noFill/>
        <a:ln w="12700" cap="flat" cmpd="sng" algn="ctr">
          <a:solidFill>
            <a:schemeClr val="accent2">
              <a:hueOff val="5947951"/>
              <a:satOff val="-17070"/>
              <a:lumOff val="-2733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902723" y="3341750"/>
        <a:ext cx="13767" cy="2756"/>
      </dsp:txXfrm>
    </dsp:sp>
    <dsp:sp modelId="{E303EA56-41B2-45BC-AC81-188684CB8298}">
      <dsp:nvSpPr>
        <dsp:cNvPr id="0" name=""/>
        <dsp:cNvSpPr/>
      </dsp:nvSpPr>
      <dsp:spPr>
        <a:xfrm>
          <a:off x="591823" y="2983967"/>
          <a:ext cx="1197204" cy="718322"/>
        </a:xfrm>
        <a:prstGeom prst="rect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CONFIRM_PL_CONVY_2_STOP </a:t>
          </a:r>
          <a:endParaRPr lang="en-US" sz="1200" kern="1200" dirty="0"/>
        </a:p>
      </dsp:txBody>
      <dsp:txXfrm>
        <a:off x="591823" y="2983967"/>
        <a:ext cx="1197204" cy="718322"/>
      </dsp:txXfrm>
    </dsp:sp>
    <dsp:sp modelId="{B359DC14-9E93-4E38-8FEC-9A6F9F0EE5B5}">
      <dsp:nvSpPr>
        <dsp:cNvPr id="0" name=""/>
        <dsp:cNvSpPr/>
      </dsp:nvSpPr>
      <dsp:spPr>
        <a:xfrm>
          <a:off x="3259790" y="3297408"/>
          <a:ext cx="24475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44757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75285" y="3341750"/>
        <a:ext cx="13767" cy="2756"/>
      </dsp:txXfrm>
    </dsp:sp>
    <dsp:sp modelId="{D64AEBB3-9656-4BE3-B5C7-9CF6E434CF89}">
      <dsp:nvSpPr>
        <dsp:cNvPr id="0" name=""/>
        <dsp:cNvSpPr/>
      </dsp:nvSpPr>
      <dsp:spPr>
        <a:xfrm>
          <a:off x="2064385" y="2983967"/>
          <a:ext cx="1197204" cy="718322"/>
        </a:xfrm>
        <a:prstGeom prst="rect">
          <a:avLst/>
        </a:prstGeom>
        <a:solidFill>
          <a:schemeClr val="accent2">
            <a:hueOff val="5983355"/>
            <a:satOff val="-17172"/>
            <a:lumOff val="-2749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WAIT_FOR_LAYERS_OF_BOX </a:t>
          </a:r>
          <a:endParaRPr lang="en-US" sz="1200" kern="1200" dirty="0"/>
        </a:p>
      </dsp:txBody>
      <dsp:txXfrm>
        <a:off x="2064385" y="2983967"/>
        <a:ext cx="1197204" cy="718322"/>
      </dsp:txXfrm>
    </dsp:sp>
    <dsp:sp modelId="{3427E6B0-BC94-45A7-8E09-31EFE7D76740}">
      <dsp:nvSpPr>
        <dsp:cNvPr id="0" name=""/>
        <dsp:cNvSpPr/>
      </dsp:nvSpPr>
      <dsp:spPr>
        <a:xfrm>
          <a:off x="3536948" y="2983967"/>
          <a:ext cx="1197204" cy="71832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664" tIns="61578" rIns="58664" bIns="6157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PL_EXIT </a:t>
          </a:r>
        </a:p>
      </dsp:txBody>
      <dsp:txXfrm>
        <a:off x="3536948" y="2983967"/>
        <a:ext cx="1197204" cy="71832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98E1EF-C0EF-40BE-BBA6-546BEC01C2E5}">
      <dsp:nvSpPr>
        <dsp:cNvPr id="0" name=""/>
        <dsp:cNvSpPr/>
      </dsp:nvSpPr>
      <dsp:spPr>
        <a:xfrm>
          <a:off x="3023772" y="2854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WAIT_START</a:t>
          </a:r>
        </a:p>
      </dsp:txBody>
      <dsp:txXfrm>
        <a:off x="3179500" y="2854"/>
        <a:ext cx="311456" cy="513902"/>
      </dsp:txXfrm>
    </dsp:sp>
    <dsp:sp modelId="{FF5F07DD-4E89-4C9E-AA4D-BF596FF79E8B}">
      <dsp:nvSpPr>
        <dsp:cNvPr id="0" name=""/>
        <dsp:cNvSpPr/>
      </dsp:nvSpPr>
      <dsp:spPr>
        <a:xfrm rot="1440000">
          <a:off x="3783684" y="164378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PL_LIFTER_MOVE_DOWN</a:t>
          </a:r>
          <a:endParaRPr lang="en-US" sz="500" kern="1200" dirty="0"/>
        </a:p>
      </dsp:txBody>
      <dsp:txXfrm>
        <a:off x="3961581" y="169090"/>
        <a:ext cx="311456" cy="513902"/>
      </dsp:txXfrm>
    </dsp:sp>
    <dsp:sp modelId="{455BCB96-4454-4785-B69D-83A009E77DCF}">
      <dsp:nvSpPr>
        <dsp:cNvPr id="0" name=""/>
        <dsp:cNvSpPr/>
      </dsp:nvSpPr>
      <dsp:spPr>
        <a:xfrm rot="2880000">
          <a:off x="4412200" y="621022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PL_FORK_OPEN </a:t>
          </a:r>
        </a:p>
      </dsp:txBody>
      <dsp:txXfrm rot="-5400000">
        <a:off x="4507210" y="740279"/>
        <a:ext cx="513902" cy="311456"/>
      </dsp:txXfrm>
    </dsp:sp>
    <dsp:sp modelId="{07791311-D29C-4BC8-A007-A63C8AC7C2F2}">
      <dsp:nvSpPr>
        <dsp:cNvPr id="0" name=""/>
        <dsp:cNvSpPr/>
      </dsp:nvSpPr>
      <dsp:spPr>
        <a:xfrm rot="4320000">
          <a:off x="4800644" y="1293827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PL_LIFTER_BACK_TO_POS </a:t>
          </a:r>
          <a:endParaRPr lang="en-US" sz="500" kern="1200" dirty="0"/>
        </a:p>
      </dsp:txBody>
      <dsp:txXfrm rot="-5400000">
        <a:off x="4906986" y="1432712"/>
        <a:ext cx="513902" cy="311456"/>
      </dsp:txXfrm>
    </dsp:sp>
    <dsp:sp modelId="{86D470F8-8DF2-4C3B-AB3C-49A6BC10BAEF}">
      <dsp:nvSpPr>
        <dsp:cNvPr id="0" name=""/>
        <dsp:cNvSpPr/>
      </dsp:nvSpPr>
      <dsp:spPr>
        <a:xfrm rot="5760000">
          <a:off x="4881851" y="2066459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PL_FORK_LOCKED </a:t>
          </a:r>
        </a:p>
      </dsp:txBody>
      <dsp:txXfrm rot="-5400000">
        <a:off x="4990562" y="2227884"/>
        <a:ext cx="513902" cy="311456"/>
      </dsp:txXfrm>
    </dsp:sp>
    <dsp:sp modelId="{C212BEFD-319F-4BCA-920A-9DE1F495A869}">
      <dsp:nvSpPr>
        <dsp:cNvPr id="0" name=""/>
        <dsp:cNvSpPr/>
      </dsp:nvSpPr>
      <dsp:spPr>
        <a:xfrm rot="7200000">
          <a:off x="4641779" y="2805324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PL_LIFTER_LOCKED </a:t>
          </a:r>
        </a:p>
      </dsp:txBody>
      <dsp:txXfrm rot="-5400000">
        <a:off x="4743487" y="2988305"/>
        <a:ext cx="513902" cy="311456"/>
      </dsp:txXfrm>
    </dsp:sp>
    <dsp:sp modelId="{129B97E5-C631-4515-B2B3-989F909C9096}">
      <dsp:nvSpPr>
        <dsp:cNvPr id="0" name=""/>
        <dsp:cNvSpPr/>
      </dsp:nvSpPr>
      <dsp:spPr>
        <a:xfrm rot="8640000">
          <a:off x="4121939" y="3382665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START_PL_CONVY_1</a:t>
          </a:r>
          <a:endParaRPr lang="en-US" sz="500" kern="1200" dirty="0"/>
        </a:p>
      </dsp:txBody>
      <dsp:txXfrm rot="10800000">
        <a:off x="4309704" y="3481265"/>
        <a:ext cx="311456" cy="513902"/>
      </dsp:txXfrm>
    </dsp:sp>
    <dsp:sp modelId="{0B0DB120-2505-4FF5-8268-2E976EBB026D}">
      <dsp:nvSpPr>
        <dsp:cNvPr id="0" name=""/>
        <dsp:cNvSpPr/>
      </dsp:nvSpPr>
      <dsp:spPr>
        <a:xfrm rot="10080000">
          <a:off x="3412216" y="3698654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START_PL_CONVY_2</a:t>
          </a:r>
          <a:endParaRPr lang="en-US" sz="500" kern="1200" dirty="0"/>
        </a:p>
      </dsp:txBody>
      <dsp:txXfrm rot="10800000">
        <a:off x="3579276" y="3806473"/>
        <a:ext cx="311456" cy="513902"/>
      </dsp:txXfrm>
    </dsp:sp>
    <dsp:sp modelId="{6091CB1D-6471-4C69-9F7E-4DBDDF1037F1}">
      <dsp:nvSpPr>
        <dsp:cNvPr id="0" name=""/>
        <dsp:cNvSpPr/>
      </dsp:nvSpPr>
      <dsp:spPr>
        <a:xfrm rot="11520000">
          <a:off x="2635328" y="3698654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LIGHT_BARRIER_2</a:t>
          </a:r>
        </a:p>
      </dsp:txBody>
      <dsp:txXfrm rot="10800000">
        <a:off x="2779724" y="3806473"/>
        <a:ext cx="311456" cy="513902"/>
      </dsp:txXfrm>
    </dsp:sp>
    <dsp:sp modelId="{D73AED9E-5382-40A4-9F7E-9637985BBD75}">
      <dsp:nvSpPr>
        <dsp:cNvPr id="0" name=""/>
        <dsp:cNvSpPr/>
      </dsp:nvSpPr>
      <dsp:spPr>
        <a:xfrm rot="12960000">
          <a:off x="1925605" y="3382665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CONFIRM_PL_CONVY_1_STOP </a:t>
          </a:r>
          <a:endParaRPr lang="en-US" sz="500" kern="1200" dirty="0"/>
        </a:p>
      </dsp:txBody>
      <dsp:txXfrm rot="10800000">
        <a:off x="2049296" y="3481265"/>
        <a:ext cx="311456" cy="513902"/>
      </dsp:txXfrm>
    </dsp:sp>
    <dsp:sp modelId="{964887C1-E76A-44F2-9678-C9B9C0B8AC9C}">
      <dsp:nvSpPr>
        <dsp:cNvPr id="0" name=""/>
        <dsp:cNvSpPr/>
      </dsp:nvSpPr>
      <dsp:spPr>
        <a:xfrm rot="14400000">
          <a:off x="1405765" y="2805324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CONFIRM_PL_CONVY_2_VELOCITY </a:t>
          </a:r>
        </a:p>
      </dsp:txBody>
      <dsp:txXfrm rot="5400000">
        <a:off x="1413067" y="2988305"/>
        <a:ext cx="513902" cy="311456"/>
      </dsp:txXfrm>
    </dsp:sp>
    <dsp:sp modelId="{19594C41-3404-466A-A754-E186AB8750DA}">
      <dsp:nvSpPr>
        <dsp:cNvPr id="0" name=""/>
        <dsp:cNvSpPr/>
      </dsp:nvSpPr>
      <dsp:spPr>
        <a:xfrm rot="15840000">
          <a:off x="1165694" y="2066459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LIGHT_BARRIER_1</a:t>
          </a:r>
        </a:p>
      </dsp:txBody>
      <dsp:txXfrm rot="5400000">
        <a:off x="1165993" y="2227884"/>
        <a:ext cx="513902" cy="311456"/>
      </dsp:txXfrm>
    </dsp:sp>
    <dsp:sp modelId="{4874C419-9265-4B10-8EAB-777F97BE45D5}">
      <dsp:nvSpPr>
        <dsp:cNvPr id="0" name=""/>
        <dsp:cNvSpPr/>
      </dsp:nvSpPr>
      <dsp:spPr>
        <a:xfrm rot="17280000">
          <a:off x="1246900" y="1293827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CONFIRM_PL_CONVY_2_STOP </a:t>
          </a:r>
          <a:endParaRPr lang="en-US" sz="500" kern="1200" dirty="0"/>
        </a:p>
      </dsp:txBody>
      <dsp:txXfrm rot="5400000">
        <a:off x="1249568" y="1432712"/>
        <a:ext cx="513902" cy="311456"/>
      </dsp:txXfrm>
    </dsp:sp>
    <dsp:sp modelId="{AD9F5BEA-4C54-4D19-A03F-4024671259FC}">
      <dsp:nvSpPr>
        <dsp:cNvPr id="0" name=""/>
        <dsp:cNvSpPr/>
      </dsp:nvSpPr>
      <dsp:spPr>
        <a:xfrm rot="18720000">
          <a:off x="1635345" y="621022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500" kern="1200" dirty="0"/>
            <a:t>WAIT_FOR_LAYERS_OF_BOX </a:t>
          </a:r>
          <a:endParaRPr lang="en-US" sz="500" kern="1200" dirty="0"/>
        </a:p>
      </dsp:txBody>
      <dsp:txXfrm rot="5400000">
        <a:off x="1649345" y="740279"/>
        <a:ext cx="513902" cy="311456"/>
      </dsp:txXfrm>
    </dsp:sp>
    <dsp:sp modelId="{874C0D8B-A455-4A0C-82E0-B5516A40A44B}">
      <dsp:nvSpPr>
        <dsp:cNvPr id="0" name=""/>
        <dsp:cNvSpPr/>
      </dsp:nvSpPr>
      <dsp:spPr>
        <a:xfrm rot="20160000">
          <a:off x="2263861" y="164378"/>
          <a:ext cx="622912" cy="622912"/>
        </a:xfrm>
        <a:prstGeom prst="downArrow">
          <a:avLst>
            <a:gd name="adj1" fmla="val 50000"/>
            <a:gd name="adj2" fmla="val 35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PL_EXIT </a:t>
          </a:r>
        </a:p>
      </dsp:txBody>
      <dsp:txXfrm>
        <a:off x="2397420" y="169090"/>
        <a:ext cx="311456" cy="5139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E77D8C-22B9-48F3-8E5D-5CB0291E526D}">
      <dsp:nvSpPr>
        <dsp:cNvPr id="0" name=""/>
        <dsp:cNvSpPr/>
      </dsp:nvSpPr>
      <dsp:spPr>
        <a:xfrm>
          <a:off x="0" y="40832"/>
          <a:ext cx="4619621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Immediate Stop: </a:t>
          </a:r>
          <a:endParaRPr lang="en-US" sz="2200" kern="1200"/>
        </a:p>
      </dsp:txBody>
      <dsp:txXfrm>
        <a:off x="26387" y="67219"/>
        <a:ext cx="4566847" cy="487766"/>
      </dsp:txXfrm>
    </dsp:sp>
    <dsp:sp modelId="{D96057A0-A8B7-448A-9D9E-333179FC0C6A}">
      <dsp:nvSpPr>
        <dsp:cNvPr id="0" name=""/>
        <dsp:cNvSpPr/>
      </dsp:nvSpPr>
      <dsp:spPr>
        <a:xfrm>
          <a:off x="0" y="581372"/>
          <a:ext cx="4619621" cy="888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67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mConveyorIfFault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mBoxCraneFault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mPalletforkFault</a:t>
          </a:r>
        </a:p>
      </dsp:txBody>
      <dsp:txXfrm>
        <a:off x="0" y="581372"/>
        <a:ext cx="4619621" cy="888030"/>
      </dsp:txXfrm>
    </dsp:sp>
    <dsp:sp modelId="{463B0CC6-B40F-4AB0-8B09-11BCBF33484E}">
      <dsp:nvSpPr>
        <dsp:cNvPr id="0" name=""/>
        <dsp:cNvSpPr/>
      </dsp:nvSpPr>
      <dsp:spPr>
        <a:xfrm>
          <a:off x="0" y="1469403"/>
          <a:ext cx="4619621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On Phase Stop:</a:t>
          </a:r>
        </a:p>
      </dsp:txBody>
      <dsp:txXfrm>
        <a:off x="26387" y="1495790"/>
        <a:ext cx="4566847" cy="487766"/>
      </dsp:txXfrm>
    </dsp:sp>
    <dsp:sp modelId="{E721111C-F4C4-4F13-842A-BDA1DCB05B0C}">
      <dsp:nvSpPr>
        <dsp:cNvPr id="0" name=""/>
        <dsp:cNvSpPr/>
      </dsp:nvSpPr>
      <dsp:spPr>
        <a:xfrm>
          <a:off x="0" y="2009943"/>
          <a:ext cx="4619621" cy="888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67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monphasestop_request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mPalletsover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mCartboardover</a:t>
          </a:r>
        </a:p>
      </dsp:txBody>
      <dsp:txXfrm>
        <a:off x="0" y="2009943"/>
        <a:ext cx="4619621" cy="888030"/>
      </dsp:txXfrm>
    </dsp:sp>
    <dsp:sp modelId="{55699291-9B38-47F1-BB3E-98203DD1135B}">
      <dsp:nvSpPr>
        <dsp:cNvPr id="0" name=""/>
        <dsp:cNvSpPr/>
      </dsp:nvSpPr>
      <dsp:spPr>
        <a:xfrm>
          <a:off x="0" y="2897973"/>
          <a:ext cx="4619621" cy="5405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Emergency Stop:</a:t>
          </a:r>
          <a:endParaRPr lang="en-US" sz="2200" kern="1200"/>
        </a:p>
      </dsp:txBody>
      <dsp:txXfrm>
        <a:off x="26387" y="2924360"/>
        <a:ext cx="4566847" cy="487766"/>
      </dsp:txXfrm>
    </dsp:sp>
    <dsp:sp modelId="{F09D52AF-1A80-495C-89D3-765B69297C56}">
      <dsp:nvSpPr>
        <dsp:cNvPr id="0" name=""/>
        <dsp:cNvSpPr/>
      </dsp:nvSpPr>
      <dsp:spPr>
        <a:xfrm>
          <a:off x="0" y="3438513"/>
          <a:ext cx="4619621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6673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mEmergencyStopRequest</a:t>
          </a:r>
        </a:p>
      </dsp:txBody>
      <dsp:txXfrm>
        <a:off x="0" y="3438513"/>
        <a:ext cx="4619621" cy="36432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EF387A-96B7-4760-83D0-03313033D493}">
      <dsp:nvSpPr>
        <dsp:cNvPr id="0" name=""/>
        <dsp:cNvSpPr/>
      </dsp:nvSpPr>
      <dsp:spPr>
        <a:xfrm>
          <a:off x="348970" y="127241"/>
          <a:ext cx="2629597" cy="89192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Materials: Box, Palletizer and Cardboard :</a:t>
          </a:r>
          <a:endParaRPr lang="en-US" sz="1700" kern="1200" dirty="0"/>
        </a:p>
      </dsp:txBody>
      <dsp:txXfrm>
        <a:off x="392510" y="170781"/>
        <a:ext cx="2542517" cy="804849"/>
      </dsp:txXfrm>
    </dsp:sp>
    <dsp:sp modelId="{6C6CE7A1-7C2A-482B-9456-403D8BE1937A}">
      <dsp:nvSpPr>
        <dsp:cNvPr id="0" name=""/>
        <dsp:cNvSpPr/>
      </dsp:nvSpPr>
      <dsp:spPr>
        <a:xfrm>
          <a:off x="393121" y="1299273"/>
          <a:ext cx="2629597" cy="89192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>
              <a:solidFill>
                <a:srgbClr val="FF0000"/>
              </a:solidFill>
            </a:rPr>
            <a:t>ALARM</a:t>
          </a:r>
          <a:r>
            <a:rPr lang="en-GB" sz="1400" b="1" kern="1200" dirty="0">
              <a:solidFill>
                <a:srgbClr val="FF0000"/>
              </a:solidFill>
            </a:rPr>
            <a:t>:</a:t>
          </a:r>
          <a:endParaRPr lang="en-US" sz="14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If(Counter=0)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Immediate_Stop_Request</a:t>
          </a:r>
          <a:endParaRPr lang="en-US" sz="1400" kern="1200" dirty="0"/>
        </a:p>
      </dsp:txBody>
      <dsp:txXfrm>
        <a:off x="436661" y="1342813"/>
        <a:ext cx="2542517" cy="804849"/>
      </dsp:txXfrm>
    </dsp:sp>
    <dsp:sp modelId="{D0F4B206-F07B-4FCB-BBFD-CC7DD3090460}">
      <dsp:nvSpPr>
        <dsp:cNvPr id="0" name=""/>
        <dsp:cNvSpPr/>
      </dsp:nvSpPr>
      <dsp:spPr>
        <a:xfrm>
          <a:off x="421521" y="2499016"/>
          <a:ext cx="2629597" cy="89192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>
              <a:solidFill>
                <a:srgbClr val="FFFF00"/>
              </a:solidFill>
            </a:rPr>
            <a:t>WARNING</a:t>
          </a:r>
          <a:r>
            <a:rPr lang="zh-CN" sz="1500" kern="1200" dirty="0"/>
            <a:t> </a:t>
          </a:r>
          <a:r>
            <a:rPr lang="en-US" altLang="zh-CN" sz="1500" kern="1200" dirty="0"/>
            <a:t>: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If(Counter=1, </a:t>
          </a:r>
          <a:r>
            <a:rPr lang="en-US" sz="1500" kern="1200" dirty="0" err="1"/>
            <a:t>i.eAlmost_over</a:t>
          </a:r>
          <a:r>
            <a:rPr lang="en-US" sz="1500" kern="1200" dirty="0"/>
            <a:t>)</a:t>
          </a:r>
          <a:r>
            <a:rPr lang="zh-CN" sz="1500" kern="1200" dirty="0"/>
            <a:t> </a:t>
          </a:r>
          <a:endParaRPr lang="en-US" sz="1500" kern="1200" dirty="0"/>
        </a:p>
      </dsp:txBody>
      <dsp:txXfrm>
        <a:off x="465061" y="2542556"/>
        <a:ext cx="2542517" cy="804849"/>
      </dsp:txXfrm>
    </dsp:sp>
    <dsp:sp modelId="{49CFF3C6-51FC-4257-A474-5422D624E01A}">
      <dsp:nvSpPr>
        <dsp:cNvPr id="0" name=""/>
        <dsp:cNvSpPr/>
      </dsp:nvSpPr>
      <dsp:spPr>
        <a:xfrm>
          <a:off x="4674839" y="1239281"/>
          <a:ext cx="2629597" cy="891929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 err="1"/>
            <a:t>OutputSignals</a:t>
          </a:r>
          <a:endParaRPr lang="en-US" sz="1700" kern="1200" dirty="0"/>
        </a:p>
      </dsp:txBody>
      <dsp:txXfrm>
        <a:off x="4718379" y="1282821"/>
        <a:ext cx="2542517" cy="8048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C48D88-76D2-91B7-221A-D16A9999D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C42C3E-EEAD-AC2E-AF4C-B44613255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66D923-46F9-5E80-5ECF-A104BD1AC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7083-749E-4273-8EFB-A994A6476312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B8F4CC-0131-7D86-39E5-ECE6BF429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E65772-B4C3-A056-93AF-1AF37CC3B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C4AE-EB30-4D8E-8CF7-DE1A2A71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2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A5B3A7-C98F-4716-5F2C-EA76FDE95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CABC70-AE28-7CFA-AB31-AA77498DB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39D833-1E79-F39A-17A4-2C788B703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7083-749E-4273-8EFB-A994A6476312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C42E44-E992-824D-0B80-73293BEEE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D28530-7E03-60FA-0015-A68A228C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C4AE-EB30-4D8E-8CF7-DE1A2A71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20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D6DD6A-A277-BDBD-A48E-3A8DDF22D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D34AAC-6478-4212-EA79-2F12B3119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751917-73EF-7FD3-829E-363165E18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7083-749E-4273-8EFB-A994A6476312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4B96B7-37EF-4EA8-8D6E-1E85C5CF4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334859-AC94-4DBE-7966-FB5A3668D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C4AE-EB30-4D8E-8CF7-DE1A2A71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76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948A7-E370-A6F1-D9A3-F96117A6B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63C9DE-E530-EE58-65FD-850241F76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F98B35-4BFB-9A9B-B02F-10C0239ED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55753C-2C25-8855-C465-D84A4FDBA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7083-749E-4273-8EFB-A994A6476312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CDBBB9-C32B-E571-368E-A4C4B0724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2C343F-0E6B-F605-845F-73C68AAE1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C4AE-EB30-4D8E-8CF7-DE1A2A71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71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E235D-9EA1-547E-47E5-6F44B9B11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39E82C-A690-9297-C03C-0D03E33D5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C85E5B-DC99-9561-0CBA-82140E594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434F8AF-B690-D05C-EB38-700AA8C02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80101BD-9312-F386-820D-FA34E31809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479B7EB-B992-ADEC-99EA-2AD53C21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7083-749E-4273-8EFB-A994A6476312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B14D599-C837-552D-B541-4C02040AB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D439767-842E-B413-E638-6DEF7A35E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C4AE-EB30-4D8E-8CF7-DE1A2A71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61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770CA-7088-4ECD-F69D-C65A2B67B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AAFD49-019B-B21D-4DF3-2BDB5604C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7083-749E-4273-8EFB-A994A6476312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0C3237-A23D-934D-CA5D-117227F05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F71672-3A8E-CD77-4677-E9DC2B1CF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C4AE-EB30-4D8E-8CF7-DE1A2A71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4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0FD8222-F6E3-D02F-6392-85031AE5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7083-749E-4273-8EFB-A994A6476312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31B8BEF-DE6F-2D6A-217A-9756B30CD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F170CE-7E1C-BA1A-97A8-1C045AD2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C4AE-EB30-4D8E-8CF7-DE1A2A71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10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56210-5D7A-930D-3D71-83585416D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DD317-C6CD-4256-33E7-ACD9E5B24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7B8851-4A25-EA07-12E7-525C92FE7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C93A27-E440-7D12-1279-B27EC2D85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7083-749E-4273-8EFB-A994A6476312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0D8509-0B44-CF3B-55F2-D17A1C2BC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DB8D72-2BEC-1E2C-C24E-5D85094EB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C4AE-EB30-4D8E-8CF7-DE1A2A71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0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B6DAE-1E73-81AB-9C23-F5911A8FE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9B20549-179C-273F-7C2E-33246A3E3E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0B3A18-B3C6-F2F3-77E5-9E99D39A57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798ECA-15D0-37DF-FB71-3180926A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7083-749E-4273-8EFB-A994A6476312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25DF86-A570-56B3-CE7F-D6DD1A51C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013ED0-2FAD-E299-26B6-D16BF65FE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C4AE-EB30-4D8E-8CF7-DE1A2A71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7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9CBF5-EB52-6E16-F2B6-D967D3F0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6B9312D-88F0-CD4F-BDAC-447386E9F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E153B-530C-4470-C677-866A5480E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7083-749E-4273-8EFB-A994A6476312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FF744D-62A6-7EDC-3BD7-07FD1A110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F0FBE9-0890-1332-32BC-16A0E752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C4AE-EB30-4D8E-8CF7-DE1A2A71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71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F265EBA-8BAC-776A-69DB-63E9252B1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F9AF909-16D6-6C5B-24CF-8FE1CDF129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65D8E5-EB92-FB18-62AD-4B1933D34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77083-749E-4273-8EFB-A994A6476312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F3A04E-E9E8-E553-B83F-9AEC80EEA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C56692-F15E-8069-D775-9A0EE2BFF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C4AE-EB30-4D8E-8CF7-DE1A2A71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38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0EBD4C-8977-3663-58ED-94CD9888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6FA786-D623-9787-D771-98048770D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4A1810-6311-EB33-263E-0F6684C8CF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077083-749E-4273-8EFB-A994A6476312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40344F-612A-2695-B488-F365ABC3C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DB7A64-20F9-5C95-04E6-941AF4144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CDC4AE-EB30-4D8E-8CF7-DE1A2A71DF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62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bstract background of data">
            <a:extLst>
              <a:ext uri="{FF2B5EF4-FFF2-40B4-BE49-F238E27FC236}">
                <a16:creationId xmlns:a16="http://schemas.microsoft.com/office/drawing/2014/main" id="{8DEE5C74-3B27-3DC4-DD1A-647762EDED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10" r="14478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74" name="Rectangle 7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94B5A92-36F8-EAD6-684B-54AB70ADF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964" y="743447"/>
            <a:ext cx="4923916" cy="2535632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5200" dirty="0"/>
              <a:t>Automation Software and Design Pattern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45EB6AF-F293-075E-0C06-655307ED15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sz="4000" dirty="0" err="1"/>
              <a:t>MultiBox</a:t>
            </a:r>
            <a:r>
              <a:rPr lang="en-US" sz="4000" dirty="0"/>
              <a:t> Palletizer</a:t>
            </a:r>
          </a:p>
        </p:txBody>
      </p:sp>
    </p:spTree>
    <p:extLst>
      <p:ext uri="{BB962C8B-B14F-4D97-AF65-F5344CB8AC3E}">
        <p14:creationId xmlns:p14="http://schemas.microsoft.com/office/powerpoint/2010/main" val="2849148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F7D788E-2C1B-4EF4-8719-12613771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452"/>
          </a:xfrm>
          <a:prstGeom prst="rect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8363954-D874-3FF0-0A3B-BBB70B6D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31" y="2948698"/>
            <a:ext cx="6053558" cy="1531732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This machine has </a:t>
            </a:r>
            <a:br>
              <a:rPr lang="en-GB" dirty="0">
                <a:solidFill>
                  <a:srgbClr val="FFFFFF"/>
                </a:solidFill>
              </a:rPr>
            </a:br>
            <a:r>
              <a:rPr lang="en-GB" dirty="0">
                <a:solidFill>
                  <a:srgbClr val="FFFFFF"/>
                </a:solidFill>
              </a:rPr>
              <a:t>three units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C54E824-C0F4-480B-BC88-689F50C45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199" y="548"/>
            <a:ext cx="4349752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8DEA6A1-FC5C-4E6E-BBBF-7E472949B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3759" y="1421356"/>
            <a:ext cx="453824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96AAAC3B-1954-46B7-BBAC-27DFF5B5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9395" y="0"/>
            <a:ext cx="402336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A1C6FB-60B0-9809-4524-E36C4E559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15161" y="356187"/>
            <a:ext cx="2878409" cy="179228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000" dirty="0"/>
              <a:t>1.  FEEDER </a:t>
            </a:r>
          </a:p>
          <a:p>
            <a:pPr marL="0" indent="0">
              <a:buNone/>
            </a:pPr>
            <a:r>
              <a:rPr lang="en-GB" sz="2000" dirty="0"/>
              <a:t>2. CRANE </a:t>
            </a:r>
          </a:p>
          <a:p>
            <a:pPr marL="0" indent="0">
              <a:buNone/>
            </a:pPr>
            <a:r>
              <a:rPr lang="en-GB" sz="2000" dirty="0"/>
              <a:t>3. PALLET</a:t>
            </a:r>
            <a:endParaRPr lang="en-US" sz="2000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A5AD6500-BB62-4AAC-9D2F-C10DDC90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6897" y="1584494"/>
            <a:ext cx="4375105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028780-A916-1D98-502B-3804E1C98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6139" y="3143438"/>
            <a:ext cx="3474621" cy="2780412"/>
          </a:xfrm>
        </p:spPr>
        <p:txBody>
          <a:bodyPr anchor="ctr">
            <a:normAutofit/>
          </a:bodyPr>
          <a:lstStyle/>
          <a:p>
            <a:r>
              <a:rPr lang="en-GB" sz="1600" dirty="0"/>
              <a:t>The objective:</a:t>
            </a:r>
          </a:p>
          <a:p>
            <a:r>
              <a:rPr lang="en-GB" sz="1600" dirty="0"/>
              <a:t>To create pallets containing: </a:t>
            </a:r>
          </a:p>
          <a:p>
            <a:r>
              <a:rPr lang="en-GB" sz="1600" dirty="0"/>
              <a:t> two layers of 14 boxes each </a:t>
            </a:r>
          </a:p>
          <a:p>
            <a:r>
              <a:rPr lang="en-GB" sz="1600" dirty="0"/>
              <a:t>each layer is formed by 3 lines of boxes with 2 different orientations </a:t>
            </a:r>
          </a:p>
          <a:p>
            <a:r>
              <a:rPr lang="en-GB" sz="1600" dirty="0"/>
              <a:t> the box orientations is alternated among layers</a:t>
            </a:r>
          </a:p>
          <a:p>
            <a:r>
              <a:rPr lang="en-GB" sz="1600" dirty="0"/>
              <a:t>A cardboard must be included at the bottom of each box layer</a:t>
            </a:r>
            <a:endParaRPr lang="en-US" sz="1600" dirty="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44081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10650BA-D090-4A23-98E3-B48BBAEA9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FB939B9-73CE-4644-87BB-72AEBF001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9527" y="-6558"/>
            <a:ext cx="6254832" cy="6874766"/>
            <a:chOff x="-9149" y="3725"/>
            <a:chExt cx="6254832" cy="6887203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5F2A0CF-7879-4629-AC2B-4069D77A3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8645"/>
              <a:ext cx="5933139" cy="6387893"/>
            </a:xfrm>
            <a:custGeom>
              <a:avLst/>
              <a:gdLst>
                <a:gd name="connsiteX0" fmla="*/ 5852909 w 5933139"/>
                <a:gd name="connsiteY0" fmla="*/ 2469528 h 6335678"/>
                <a:gd name="connsiteX1" fmla="*/ 5830799 w 5933139"/>
                <a:gd name="connsiteY1" fmla="*/ 2394015 h 6335678"/>
                <a:gd name="connsiteX2" fmla="*/ 5805878 w 5933139"/>
                <a:gd name="connsiteY2" fmla="*/ 2319439 h 6335678"/>
                <a:gd name="connsiteX3" fmla="*/ 5778708 w 5933139"/>
                <a:gd name="connsiteY3" fmla="*/ 2245800 h 6335678"/>
                <a:gd name="connsiteX4" fmla="*/ 5652978 w 5933139"/>
                <a:gd name="connsiteY4" fmla="*/ 1959675 h 6335678"/>
                <a:gd name="connsiteX5" fmla="*/ 5327691 w 5933139"/>
                <a:gd name="connsiteY5" fmla="*/ 1432958 h 6335678"/>
                <a:gd name="connsiteX6" fmla="*/ 4921458 w 5933139"/>
                <a:gd name="connsiteY6" fmla="*/ 973322 h 6335678"/>
                <a:gd name="connsiteX7" fmla="*/ 4450018 w 5933139"/>
                <a:gd name="connsiteY7" fmla="*/ 586764 h 6335678"/>
                <a:gd name="connsiteX8" fmla="*/ 4193311 w 5933139"/>
                <a:gd name="connsiteY8" fmla="*/ 423558 h 6335678"/>
                <a:gd name="connsiteX9" fmla="*/ 3924237 w 5933139"/>
                <a:gd name="connsiteY9" fmla="*/ 281901 h 6335678"/>
                <a:gd name="connsiteX10" fmla="*/ 3352175 w 5933139"/>
                <a:gd name="connsiteY10" fmla="*/ 75786 h 6335678"/>
                <a:gd name="connsiteX11" fmla="*/ 3051997 w 5933139"/>
                <a:gd name="connsiteY11" fmla="*/ 19011 h 6335678"/>
                <a:gd name="connsiteX12" fmla="*/ 2745823 w 5933139"/>
                <a:gd name="connsiteY12" fmla="*/ 86 h 6335678"/>
                <a:gd name="connsiteX13" fmla="*/ 2141720 w 5933139"/>
                <a:gd name="connsiteY13" fmla="*/ 55550 h 6335678"/>
                <a:gd name="connsiteX14" fmla="*/ 1551295 w 5933139"/>
                <a:gd name="connsiteY14" fmla="*/ 216319 h 6335678"/>
                <a:gd name="connsiteX15" fmla="*/ 1001718 w 5933139"/>
                <a:gd name="connsiteY15" fmla="*/ 498134 h 6335678"/>
                <a:gd name="connsiteX16" fmla="*/ 754755 w 5933139"/>
                <a:gd name="connsiteY16" fmla="*/ 685886 h 6335678"/>
                <a:gd name="connsiteX17" fmla="*/ 533462 w 5933139"/>
                <a:gd name="connsiteY17" fmla="*/ 903056 h 6335678"/>
                <a:gd name="connsiteX18" fmla="*/ 0 w 5933139"/>
                <a:gd name="connsiteY18" fmla="*/ 1646568 h 6335678"/>
                <a:gd name="connsiteX19" fmla="*/ 0 w 5933139"/>
                <a:gd name="connsiteY19" fmla="*/ 4709059 h 6335678"/>
                <a:gd name="connsiteX20" fmla="*/ 120671 w 5933139"/>
                <a:gd name="connsiteY20" fmla="*/ 4907491 h 6335678"/>
                <a:gd name="connsiteX21" fmla="*/ 507979 w 5933139"/>
                <a:gd name="connsiteY21" fmla="*/ 5384178 h 6335678"/>
                <a:gd name="connsiteX22" fmla="*/ 972112 w 5933139"/>
                <a:gd name="connsiteY22" fmla="*/ 5778607 h 6335678"/>
                <a:gd name="connsiteX23" fmla="*/ 1229943 w 5933139"/>
                <a:gd name="connsiteY23" fmla="*/ 5939939 h 6335678"/>
                <a:gd name="connsiteX24" fmla="*/ 1502389 w 5933139"/>
                <a:gd name="connsiteY24" fmla="*/ 6073913 h 6335678"/>
                <a:gd name="connsiteX25" fmla="*/ 2673870 w 5933139"/>
                <a:gd name="connsiteY25" fmla="*/ 6333993 h 6335678"/>
                <a:gd name="connsiteX26" fmla="*/ 2749196 w 5933139"/>
                <a:gd name="connsiteY26" fmla="*/ 6335679 h 6335678"/>
                <a:gd name="connsiteX27" fmla="*/ 2787983 w 5933139"/>
                <a:gd name="connsiteY27" fmla="*/ 6335492 h 6335678"/>
                <a:gd name="connsiteX28" fmla="*/ 2826770 w 5933139"/>
                <a:gd name="connsiteY28" fmla="*/ 6334368 h 6335678"/>
                <a:gd name="connsiteX29" fmla="*/ 2981918 w 5933139"/>
                <a:gd name="connsiteY29" fmla="*/ 6319939 h 6335678"/>
                <a:gd name="connsiteX30" fmla="*/ 3285282 w 5933139"/>
                <a:gd name="connsiteY30" fmla="*/ 6241803 h 6335678"/>
                <a:gd name="connsiteX31" fmla="*/ 3566347 w 5933139"/>
                <a:gd name="connsiteY31" fmla="*/ 6104831 h 6335678"/>
                <a:gd name="connsiteX32" fmla="*/ 3818369 w 5933139"/>
                <a:gd name="connsiteY32" fmla="*/ 5926823 h 6335678"/>
                <a:gd name="connsiteX33" fmla="*/ 4044908 w 5933139"/>
                <a:gd name="connsiteY33" fmla="*/ 5726329 h 6335678"/>
                <a:gd name="connsiteX34" fmla="*/ 4151151 w 5933139"/>
                <a:gd name="connsiteY34" fmla="*/ 5622147 h 6335678"/>
                <a:gd name="connsiteX35" fmla="*/ 4253834 w 5933139"/>
                <a:gd name="connsiteY35" fmla="*/ 5516841 h 6335678"/>
                <a:gd name="connsiteX36" fmla="*/ 4452453 w 5933139"/>
                <a:gd name="connsiteY36" fmla="*/ 5306979 h 6335678"/>
                <a:gd name="connsiteX37" fmla="*/ 4548578 w 5933139"/>
                <a:gd name="connsiteY37" fmla="*/ 5202797 h 6335678"/>
                <a:gd name="connsiteX38" fmla="*/ 4596546 w 5933139"/>
                <a:gd name="connsiteY38" fmla="*/ 5151456 h 6335678"/>
                <a:gd name="connsiteX39" fmla="*/ 4643016 w 5933139"/>
                <a:gd name="connsiteY39" fmla="*/ 5103300 h 6335678"/>
                <a:gd name="connsiteX40" fmla="*/ 4739515 w 5933139"/>
                <a:gd name="connsiteY40" fmla="*/ 5013172 h 6335678"/>
                <a:gd name="connsiteX41" fmla="*/ 4842198 w 5933139"/>
                <a:gd name="connsiteY41" fmla="*/ 4930164 h 6335678"/>
                <a:gd name="connsiteX42" fmla="*/ 5071360 w 5933139"/>
                <a:gd name="connsiteY42" fmla="*/ 4780449 h 6335678"/>
                <a:gd name="connsiteX43" fmla="*/ 5332001 w 5933139"/>
                <a:gd name="connsiteY43" fmla="*/ 4615932 h 6335678"/>
                <a:gd name="connsiteX44" fmla="*/ 5397396 w 5933139"/>
                <a:gd name="connsiteY44" fmla="*/ 4563655 h 6335678"/>
                <a:gd name="connsiteX45" fmla="*/ 5459417 w 5933139"/>
                <a:gd name="connsiteY45" fmla="*/ 4505380 h 6335678"/>
                <a:gd name="connsiteX46" fmla="*/ 5567159 w 5933139"/>
                <a:gd name="connsiteY46" fmla="*/ 4374029 h 6335678"/>
                <a:gd name="connsiteX47" fmla="*/ 5651292 w 5933139"/>
                <a:gd name="connsiteY47" fmla="*/ 4231810 h 6335678"/>
                <a:gd name="connsiteX48" fmla="*/ 5716686 w 5933139"/>
                <a:gd name="connsiteY48" fmla="*/ 4085655 h 6335678"/>
                <a:gd name="connsiteX49" fmla="*/ 5820681 w 5933139"/>
                <a:gd name="connsiteY49" fmla="*/ 3791848 h 6335678"/>
                <a:gd name="connsiteX50" fmla="*/ 5898629 w 5933139"/>
                <a:gd name="connsiteY50" fmla="*/ 3487922 h 6335678"/>
                <a:gd name="connsiteX51" fmla="*/ 5932170 w 5933139"/>
                <a:gd name="connsiteY51" fmla="*/ 3174066 h 6335678"/>
                <a:gd name="connsiteX52" fmla="*/ 5872209 w 5933139"/>
                <a:gd name="connsiteY52" fmla="*/ 2545978 h 6335678"/>
                <a:gd name="connsiteX53" fmla="*/ 5852909 w 5933139"/>
                <a:gd name="connsiteY53" fmla="*/ 2469528 h 6335678"/>
                <a:gd name="connsiteX54" fmla="*/ 5507386 w 5933139"/>
                <a:gd name="connsiteY54" fmla="*/ 3724580 h 6335678"/>
                <a:gd name="connsiteX55" fmla="*/ 5453609 w 5933139"/>
                <a:gd name="connsiteY55" fmla="*/ 3989906 h 6335678"/>
                <a:gd name="connsiteX56" fmla="*/ 5344181 w 5933139"/>
                <a:gd name="connsiteY56" fmla="*/ 4220380 h 6335678"/>
                <a:gd name="connsiteX57" fmla="*/ 5171419 w 5933139"/>
                <a:gd name="connsiteY57" fmla="*/ 4388644 h 6335678"/>
                <a:gd name="connsiteX58" fmla="*/ 5057868 w 5933139"/>
                <a:gd name="connsiteY58" fmla="*/ 4453851 h 6335678"/>
                <a:gd name="connsiteX59" fmla="*/ 4930265 w 5933139"/>
                <a:gd name="connsiteY59" fmla="*/ 4516810 h 6335678"/>
                <a:gd name="connsiteX60" fmla="*/ 4660067 w 5933139"/>
                <a:gd name="connsiteY60" fmla="*/ 4664276 h 6335678"/>
                <a:gd name="connsiteX61" fmla="*/ 4408794 w 5933139"/>
                <a:gd name="connsiteY61" fmla="*/ 4857836 h 6335678"/>
                <a:gd name="connsiteX62" fmla="*/ 4352207 w 5933139"/>
                <a:gd name="connsiteY62" fmla="*/ 4911988 h 6335678"/>
                <a:gd name="connsiteX63" fmla="*/ 4299366 w 5933139"/>
                <a:gd name="connsiteY63" fmla="*/ 4965390 h 6335678"/>
                <a:gd name="connsiteX64" fmla="*/ 4197621 w 5933139"/>
                <a:gd name="connsiteY64" fmla="*/ 5074257 h 6335678"/>
                <a:gd name="connsiteX65" fmla="*/ 4008744 w 5933139"/>
                <a:gd name="connsiteY65" fmla="*/ 5297985 h 6335678"/>
                <a:gd name="connsiteX66" fmla="*/ 3917304 w 5933139"/>
                <a:gd name="connsiteY66" fmla="*/ 5409100 h 6335678"/>
                <a:gd name="connsiteX67" fmla="*/ 3826052 w 5933139"/>
                <a:gd name="connsiteY67" fmla="*/ 5518153 h 6335678"/>
                <a:gd name="connsiteX68" fmla="*/ 3637925 w 5933139"/>
                <a:gd name="connsiteY68" fmla="*/ 5725017 h 6335678"/>
                <a:gd name="connsiteX69" fmla="*/ 3433497 w 5933139"/>
                <a:gd name="connsiteY69" fmla="*/ 5906586 h 6335678"/>
                <a:gd name="connsiteX70" fmla="*/ 3204522 w 5933139"/>
                <a:gd name="connsiteY70" fmla="*/ 6046744 h 6335678"/>
                <a:gd name="connsiteX71" fmla="*/ 2950439 w 5933139"/>
                <a:gd name="connsiteY71" fmla="*/ 6129190 h 6335678"/>
                <a:gd name="connsiteX72" fmla="*/ 2816839 w 5933139"/>
                <a:gd name="connsiteY72" fmla="*/ 6146428 h 6335678"/>
                <a:gd name="connsiteX73" fmla="*/ 2749009 w 5933139"/>
                <a:gd name="connsiteY73" fmla="*/ 6149051 h 6335678"/>
                <a:gd name="connsiteX74" fmla="*/ 2678930 w 5933139"/>
                <a:gd name="connsiteY74" fmla="*/ 6148677 h 6335678"/>
                <a:gd name="connsiteX75" fmla="*/ 2125793 w 5933139"/>
                <a:gd name="connsiteY75" fmla="*/ 6065481 h 6335678"/>
                <a:gd name="connsiteX76" fmla="*/ 1610506 w 5933139"/>
                <a:gd name="connsiteY76" fmla="*/ 5851310 h 6335678"/>
                <a:gd name="connsiteX77" fmla="*/ 1373099 w 5933139"/>
                <a:gd name="connsiteY77" fmla="*/ 5706279 h 6335678"/>
                <a:gd name="connsiteX78" fmla="*/ 1315949 w 5933139"/>
                <a:gd name="connsiteY78" fmla="*/ 5666743 h 6335678"/>
                <a:gd name="connsiteX79" fmla="*/ 1259923 w 5933139"/>
                <a:gd name="connsiteY79" fmla="*/ 5625894 h 6335678"/>
                <a:gd name="connsiteX80" fmla="*/ 1204647 w 5933139"/>
                <a:gd name="connsiteY80" fmla="*/ 5583922 h 6335678"/>
                <a:gd name="connsiteX81" fmla="*/ 1150308 w 5933139"/>
                <a:gd name="connsiteY81" fmla="*/ 5540826 h 6335678"/>
                <a:gd name="connsiteX82" fmla="*/ 751569 w 5933139"/>
                <a:gd name="connsiteY82" fmla="*/ 5158015 h 6335678"/>
                <a:gd name="connsiteX83" fmla="*/ 663315 w 5933139"/>
                <a:gd name="connsiteY83" fmla="*/ 5052146 h 6335678"/>
                <a:gd name="connsiteX84" fmla="*/ 580869 w 5933139"/>
                <a:gd name="connsiteY84" fmla="*/ 4942718 h 6335678"/>
                <a:gd name="connsiteX85" fmla="*/ 432279 w 5933139"/>
                <a:gd name="connsiteY85" fmla="*/ 4713369 h 6335678"/>
                <a:gd name="connsiteX86" fmla="*/ 205553 w 5933139"/>
                <a:gd name="connsiteY86" fmla="*/ 4219443 h 6335678"/>
                <a:gd name="connsiteX87" fmla="*/ 79448 w 5933139"/>
                <a:gd name="connsiteY87" fmla="*/ 3693850 h 6335678"/>
                <a:gd name="connsiteX88" fmla="*/ 53590 w 5933139"/>
                <a:gd name="connsiteY88" fmla="*/ 3425339 h 6335678"/>
                <a:gd name="connsiteX89" fmla="*/ 49655 w 5933139"/>
                <a:gd name="connsiteY89" fmla="*/ 3155890 h 6335678"/>
                <a:gd name="connsiteX90" fmla="*/ 67830 w 5933139"/>
                <a:gd name="connsiteY90" fmla="*/ 2886817 h 6335678"/>
                <a:gd name="connsiteX91" fmla="*/ 108679 w 5933139"/>
                <a:gd name="connsiteY91" fmla="*/ 2619992 h 6335678"/>
                <a:gd name="connsiteX92" fmla="*/ 263077 w 5933139"/>
                <a:gd name="connsiteY92" fmla="*/ 2101520 h 6335678"/>
                <a:gd name="connsiteX93" fmla="*/ 837575 w 5933139"/>
                <a:gd name="connsiteY93" fmla="*/ 1186370 h 6335678"/>
                <a:gd name="connsiteX94" fmla="*/ 1031698 w 5933139"/>
                <a:gd name="connsiteY94" fmla="*/ 996932 h 6335678"/>
                <a:gd name="connsiteX95" fmla="*/ 1236688 w 5933139"/>
                <a:gd name="connsiteY95" fmla="*/ 819298 h 6335678"/>
                <a:gd name="connsiteX96" fmla="*/ 1687143 w 5933139"/>
                <a:gd name="connsiteY96" fmla="*/ 511438 h 6335678"/>
                <a:gd name="connsiteX97" fmla="*/ 2196246 w 5933139"/>
                <a:gd name="connsiteY97" fmla="*/ 300639 h 6335678"/>
                <a:gd name="connsiteX98" fmla="*/ 2745823 w 5933139"/>
                <a:gd name="connsiteY98" fmla="*/ 229248 h 6335678"/>
                <a:gd name="connsiteX99" fmla="*/ 3019206 w 5933139"/>
                <a:gd name="connsiteY99" fmla="*/ 252108 h 6335678"/>
                <a:gd name="connsiteX100" fmla="*/ 3288092 w 5933139"/>
                <a:gd name="connsiteY100" fmla="*/ 313006 h 6335678"/>
                <a:gd name="connsiteX101" fmla="*/ 3548172 w 5933139"/>
                <a:gd name="connsiteY101" fmla="*/ 407069 h 6335678"/>
                <a:gd name="connsiteX102" fmla="*/ 3611505 w 5933139"/>
                <a:gd name="connsiteY102" fmla="*/ 435176 h 6335678"/>
                <a:gd name="connsiteX103" fmla="*/ 3674089 w 5933139"/>
                <a:gd name="connsiteY103" fmla="*/ 464968 h 6335678"/>
                <a:gd name="connsiteX104" fmla="*/ 3735736 w 5933139"/>
                <a:gd name="connsiteY104" fmla="*/ 496823 h 6335678"/>
                <a:gd name="connsiteX105" fmla="*/ 3796634 w 5933139"/>
                <a:gd name="connsiteY105" fmla="*/ 530176 h 6335678"/>
                <a:gd name="connsiteX106" fmla="*/ 4251585 w 5933139"/>
                <a:gd name="connsiteY106" fmla="*/ 847405 h 6335678"/>
                <a:gd name="connsiteX107" fmla="*/ 4644515 w 5933139"/>
                <a:gd name="connsiteY107" fmla="*/ 1236775 h 6335678"/>
                <a:gd name="connsiteX108" fmla="*/ 4816527 w 5933139"/>
                <a:gd name="connsiteY108" fmla="*/ 1451883 h 6335678"/>
                <a:gd name="connsiteX109" fmla="*/ 4970738 w 5933139"/>
                <a:gd name="connsiteY109" fmla="*/ 1678610 h 6335678"/>
                <a:gd name="connsiteX110" fmla="*/ 5223885 w 5933139"/>
                <a:gd name="connsiteY110" fmla="*/ 2159232 h 6335678"/>
                <a:gd name="connsiteX111" fmla="*/ 5395709 w 5933139"/>
                <a:gd name="connsiteY111" fmla="*/ 2666087 h 6335678"/>
                <a:gd name="connsiteX112" fmla="*/ 5458855 w 5933139"/>
                <a:gd name="connsiteY112" fmla="*/ 2924292 h 6335678"/>
                <a:gd name="connsiteX113" fmla="*/ 5499142 w 5933139"/>
                <a:gd name="connsiteY113" fmla="*/ 3186995 h 6335678"/>
                <a:gd name="connsiteX114" fmla="*/ 5516755 w 5933139"/>
                <a:gd name="connsiteY114" fmla="*/ 3454007 h 6335678"/>
                <a:gd name="connsiteX115" fmla="*/ 5507386 w 5933139"/>
                <a:gd name="connsiteY115" fmla="*/ 3724580 h 6335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</a:cxnLst>
              <a:rect l="l" t="t" r="r" b="b"/>
              <a:pathLst>
                <a:path w="5933139" h="6335678">
                  <a:moveTo>
                    <a:pt x="5852909" y="2469528"/>
                  </a:moveTo>
                  <a:lnTo>
                    <a:pt x="5830799" y="2394015"/>
                  </a:lnTo>
                  <a:lnTo>
                    <a:pt x="5805878" y="2319439"/>
                  </a:lnTo>
                  <a:cubicBezTo>
                    <a:pt x="5797446" y="2294705"/>
                    <a:pt x="5787890" y="2270346"/>
                    <a:pt x="5778708" y="2245800"/>
                  </a:cubicBezTo>
                  <a:cubicBezTo>
                    <a:pt x="5740858" y="2148364"/>
                    <a:pt x="5699073" y="2052614"/>
                    <a:pt x="5652978" y="1959675"/>
                  </a:cubicBezTo>
                  <a:cubicBezTo>
                    <a:pt x="5559664" y="1773985"/>
                    <a:pt x="5450986" y="1597663"/>
                    <a:pt x="5327691" y="1432958"/>
                  </a:cubicBezTo>
                  <a:cubicBezTo>
                    <a:pt x="5204960" y="1268067"/>
                    <a:pt x="5068362" y="1114980"/>
                    <a:pt x="4921458" y="973322"/>
                  </a:cubicBezTo>
                  <a:cubicBezTo>
                    <a:pt x="4774742" y="831665"/>
                    <a:pt x="4616408" y="703125"/>
                    <a:pt x="4450018" y="586764"/>
                  </a:cubicBezTo>
                  <a:cubicBezTo>
                    <a:pt x="4366822" y="528489"/>
                    <a:pt x="4281003" y="474337"/>
                    <a:pt x="4193311" y="423558"/>
                  </a:cubicBezTo>
                  <a:cubicBezTo>
                    <a:pt x="4105806" y="372404"/>
                    <a:pt x="4015865" y="325560"/>
                    <a:pt x="3924237" y="281901"/>
                  </a:cubicBezTo>
                  <a:cubicBezTo>
                    <a:pt x="3740983" y="195333"/>
                    <a:pt x="3549483" y="125067"/>
                    <a:pt x="3352175" y="75786"/>
                  </a:cubicBezTo>
                  <a:cubicBezTo>
                    <a:pt x="3253428" y="51240"/>
                    <a:pt x="3153368" y="31565"/>
                    <a:pt x="3051997" y="19011"/>
                  </a:cubicBezTo>
                  <a:cubicBezTo>
                    <a:pt x="2950814" y="5895"/>
                    <a:pt x="2848506" y="-851"/>
                    <a:pt x="2745823" y="86"/>
                  </a:cubicBezTo>
                  <a:cubicBezTo>
                    <a:pt x="2543643" y="1585"/>
                    <a:pt x="2341838" y="20135"/>
                    <a:pt x="2141720" y="55550"/>
                  </a:cubicBezTo>
                  <a:cubicBezTo>
                    <a:pt x="1941976" y="91339"/>
                    <a:pt x="1743356" y="143055"/>
                    <a:pt x="1551295" y="216319"/>
                  </a:cubicBezTo>
                  <a:cubicBezTo>
                    <a:pt x="1359233" y="289396"/>
                    <a:pt x="1173917" y="383459"/>
                    <a:pt x="1001718" y="498134"/>
                  </a:cubicBezTo>
                  <a:cubicBezTo>
                    <a:pt x="915712" y="555659"/>
                    <a:pt x="832141" y="617119"/>
                    <a:pt x="754755" y="685886"/>
                  </a:cubicBezTo>
                  <a:cubicBezTo>
                    <a:pt x="677555" y="754841"/>
                    <a:pt x="604666" y="828293"/>
                    <a:pt x="533462" y="903056"/>
                  </a:cubicBezTo>
                  <a:cubicBezTo>
                    <a:pt x="323413" y="1125660"/>
                    <a:pt x="143906" y="1376370"/>
                    <a:pt x="0" y="1646568"/>
                  </a:cubicBezTo>
                  <a:lnTo>
                    <a:pt x="0" y="4709059"/>
                  </a:lnTo>
                  <a:cubicBezTo>
                    <a:pt x="37850" y="4776702"/>
                    <a:pt x="78136" y="4843033"/>
                    <a:pt x="120671" y="4907491"/>
                  </a:cubicBezTo>
                  <a:cubicBezTo>
                    <a:pt x="234034" y="5078941"/>
                    <a:pt x="365198" y="5239336"/>
                    <a:pt x="507979" y="5384178"/>
                  </a:cubicBezTo>
                  <a:cubicBezTo>
                    <a:pt x="650948" y="5529395"/>
                    <a:pt x="805909" y="5662059"/>
                    <a:pt x="972112" y="5778607"/>
                  </a:cubicBezTo>
                  <a:cubicBezTo>
                    <a:pt x="1055308" y="5836881"/>
                    <a:pt x="1141314" y="5890846"/>
                    <a:pt x="1229943" y="5939939"/>
                  </a:cubicBezTo>
                  <a:cubicBezTo>
                    <a:pt x="1318385" y="5989406"/>
                    <a:pt x="1409450" y="6033815"/>
                    <a:pt x="1502389" y="6073913"/>
                  </a:cubicBezTo>
                  <a:cubicBezTo>
                    <a:pt x="1874145" y="6233559"/>
                    <a:pt x="2272884" y="6320689"/>
                    <a:pt x="2673870" y="6333993"/>
                  </a:cubicBezTo>
                  <a:lnTo>
                    <a:pt x="2749196" y="6335679"/>
                  </a:lnTo>
                  <a:lnTo>
                    <a:pt x="2787983" y="6335492"/>
                  </a:lnTo>
                  <a:lnTo>
                    <a:pt x="2826770" y="6334368"/>
                  </a:lnTo>
                  <a:cubicBezTo>
                    <a:pt x="2878486" y="6332494"/>
                    <a:pt x="2930390" y="6327247"/>
                    <a:pt x="2981918" y="6319939"/>
                  </a:cubicBezTo>
                  <a:cubicBezTo>
                    <a:pt x="3085163" y="6304949"/>
                    <a:pt x="3187096" y="6278529"/>
                    <a:pt x="3285282" y="6241803"/>
                  </a:cubicBezTo>
                  <a:cubicBezTo>
                    <a:pt x="3383467" y="6205265"/>
                    <a:pt x="3477530" y="6158608"/>
                    <a:pt x="3566347" y="6104831"/>
                  </a:cubicBezTo>
                  <a:cubicBezTo>
                    <a:pt x="3655164" y="6051053"/>
                    <a:pt x="3739109" y="5990905"/>
                    <a:pt x="3818369" y="5926823"/>
                  </a:cubicBezTo>
                  <a:cubicBezTo>
                    <a:pt x="3897630" y="5862739"/>
                    <a:pt x="3973143" y="5795471"/>
                    <a:pt x="4044908" y="5726329"/>
                  </a:cubicBezTo>
                  <a:cubicBezTo>
                    <a:pt x="4080884" y="5691852"/>
                    <a:pt x="4116299" y="5656999"/>
                    <a:pt x="4151151" y="5622147"/>
                  </a:cubicBezTo>
                  <a:cubicBezTo>
                    <a:pt x="4185816" y="5586920"/>
                    <a:pt x="4220106" y="5552068"/>
                    <a:pt x="4253834" y="5516841"/>
                  </a:cubicBezTo>
                  <a:cubicBezTo>
                    <a:pt x="4321289" y="5446388"/>
                    <a:pt x="4387808" y="5376871"/>
                    <a:pt x="4452453" y="5306979"/>
                  </a:cubicBezTo>
                  <a:lnTo>
                    <a:pt x="4548578" y="5202797"/>
                  </a:lnTo>
                  <a:lnTo>
                    <a:pt x="4596546" y="5151456"/>
                  </a:lnTo>
                  <a:cubicBezTo>
                    <a:pt x="4612661" y="5134592"/>
                    <a:pt x="4627276" y="5119040"/>
                    <a:pt x="4643016" y="5103300"/>
                  </a:cubicBezTo>
                  <a:cubicBezTo>
                    <a:pt x="4674308" y="5072196"/>
                    <a:pt x="4706162" y="5041841"/>
                    <a:pt x="4739515" y="5013172"/>
                  </a:cubicBezTo>
                  <a:cubicBezTo>
                    <a:pt x="4772493" y="4984128"/>
                    <a:pt x="4806596" y="4956397"/>
                    <a:pt x="4842198" y="4930164"/>
                  </a:cubicBezTo>
                  <a:cubicBezTo>
                    <a:pt x="4913026" y="4876949"/>
                    <a:pt x="4988914" y="4828980"/>
                    <a:pt x="5071360" y="4780449"/>
                  </a:cubicBezTo>
                  <a:cubicBezTo>
                    <a:pt x="5153243" y="4731544"/>
                    <a:pt x="5243372" y="4682076"/>
                    <a:pt x="5332001" y="4615932"/>
                  </a:cubicBezTo>
                  <a:cubicBezTo>
                    <a:pt x="5354111" y="4599443"/>
                    <a:pt x="5376035" y="4582205"/>
                    <a:pt x="5397396" y="4563655"/>
                  </a:cubicBezTo>
                  <a:cubicBezTo>
                    <a:pt x="5418757" y="4545104"/>
                    <a:pt x="5439368" y="4525617"/>
                    <a:pt x="5459417" y="4505380"/>
                  </a:cubicBezTo>
                  <a:cubicBezTo>
                    <a:pt x="5499329" y="4464719"/>
                    <a:pt x="5535493" y="4420311"/>
                    <a:pt x="5567159" y="4374029"/>
                  </a:cubicBezTo>
                  <a:cubicBezTo>
                    <a:pt x="5599388" y="4328121"/>
                    <a:pt x="5626558" y="4279965"/>
                    <a:pt x="5651292" y="4231810"/>
                  </a:cubicBezTo>
                  <a:cubicBezTo>
                    <a:pt x="5675651" y="4183466"/>
                    <a:pt x="5697012" y="4134561"/>
                    <a:pt x="5716686" y="4085655"/>
                  </a:cubicBezTo>
                  <a:cubicBezTo>
                    <a:pt x="5756223" y="3987845"/>
                    <a:pt x="5789576" y="3891158"/>
                    <a:pt x="5820681" y="3791848"/>
                  </a:cubicBezTo>
                  <a:cubicBezTo>
                    <a:pt x="5851972" y="3692726"/>
                    <a:pt x="5878955" y="3591167"/>
                    <a:pt x="5898629" y="3487922"/>
                  </a:cubicBezTo>
                  <a:cubicBezTo>
                    <a:pt x="5918116" y="3384490"/>
                    <a:pt x="5929172" y="3279372"/>
                    <a:pt x="5932170" y="3174066"/>
                  </a:cubicBezTo>
                  <a:cubicBezTo>
                    <a:pt x="5937604" y="2963454"/>
                    <a:pt x="5920552" y="2750968"/>
                    <a:pt x="5872209" y="2545978"/>
                  </a:cubicBezTo>
                  <a:cubicBezTo>
                    <a:pt x="5865838" y="2520307"/>
                    <a:pt x="5860029" y="2494637"/>
                    <a:pt x="5852909" y="2469528"/>
                  </a:cubicBezTo>
                  <a:close/>
                  <a:moveTo>
                    <a:pt x="5507386" y="3724580"/>
                  </a:moveTo>
                  <a:cubicBezTo>
                    <a:pt x="5497830" y="3814521"/>
                    <a:pt x="5480591" y="3905586"/>
                    <a:pt x="5453609" y="3989906"/>
                  </a:cubicBezTo>
                  <a:cubicBezTo>
                    <a:pt x="5426439" y="4074413"/>
                    <a:pt x="5390088" y="4152924"/>
                    <a:pt x="5344181" y="4220380"/>
                  </a:cubicBezTo>
                  <a:cubicBezTo>
                    <a:pt x="5297898" y="4287835"/>
                    <a:pt x="5241311" y="4342549"/>
                    <a:pt x="5171419" y="4388644"/>
                  </a:cubicBezTo>
                  <a:cubicBezTo>
                    <a:pt x="5136755" y="4411879"/>
                    <a:pt x="5098342" y="4433052"/>
                    <a:pt x="5057868" y="4453851"/>
                  </a:cubicBezTo>
                  <a:cubicBezTo>
                    <a:pt x="5017395" y="4474837"/>
                    <a:pt x="4974298" y="4495449"/>
                    <a:pt x="4930265" y="4516810"/>
                  </a:cubicBezTo>
                  <a:cubicBezTo>
                    <a:pt x="4841823" y="4559719"/>
                    <a:pt x="4748696" y="4607126"/>
                    <a:pt x="4660067" y="4664276"/>
                  </a:cubicBezTo>
                  <a:cubicBezTo>
                    <a:pt x="4571251" y="4721238"/>
                    <a:pt x="4486181" y="4786071"/>
                    <a:pt x="4408794" y="4857836"/>
                  </a:cubicBezTo>
                  <a:cubicBezTo>
                    <a:pt x="4389682" y="4875637"/>
                    <a:pt x="4370008" y="4894375"/>
                    <a:pt x="4352207" y="4911988"/>
                  </a:cubicBezTo>
                  <a:lnTo>
                    <a:pt x="4299366" y="4965390"/>
                  </a:lnTo>
                  <a:cubicBezTo>
                    <a:pt x="4264514" y="5001179"/>
                    <a:pt x="4230599" y="5037531"/>
                    <a:pt x="4197621" y="5074257"/>
                  </a:cubicBezTo>
                  <a:cubicBezTo>
                    <a:pt x="4131664" y="5147896"/>
                    <a:pt x="4070204" y="5223784"/>
                    <a:pt x="4008744" y="5297985"/>
                  </a:cubicBezTo>
                  <a:lnTo>
                    <a:pt x="3917304" y="5409100"/>
                  </a:lnTo>
                  <a:cubicBezTo>
                    <a:pt x="3886949" y="5446013"/>
                    <a:pt x="3856782" y="5482364"/>
                    <a:pt x="3826052" y="5518153"/>
                  </a:cubicBezTo>
                  <a:cubicBezTo>
                    <a:pt x="3764592" y="5589544"/>
                    <a:pt x="3702758" y="5659435"/>
                    <a:pt x="3637925" y="5725017"/>
                  </a:cubicBezTo>
                  <a:cubicBezTo>
                    <a:pt x="3573093" y="5790412"/>
                    <a:pt x="3505637" y="5852059"/>
                    <a:pt x="3433497" y="5906586"/>
                  </a:cubicBezTo>
                  <a:cubicBezTo>
                    <a:pt x="3361544" y="5961112"/>
                    <a:pt x="3285469" y="6009268"/>
                    <a:pt x="3204522" y="6046744"/>
                  </a:cubicBezTo>
                  <a:cubicBezTo>
                    <a:pt x="3123763" y="6084594"/>
                    <a:pt x="3038506" y="6112513"/>
                    <a:pt x="2950439" y="6129190"/>
                  </a:cubicBezTo>
                  <a:cubicBezTo>
                    <a:pt x="2906405" y="6137809"/>
                    <a:pt x="2861810" y="6143055"/>
                    <a:pt x="2816839" y="6146428"/>
                  </a:cubicBezTo>
                  <a:cubicBezTo>
                    <a:pt x="2794354" y="6147927"/>
                    <a:pt x="2771681" y="6148677"/>
                    <a:pt x="2749009" y="6149051"/>
                  </a:cubicBezTo>
                  <a:lnTo>
                    <a:pt x="2678930" y="6148677"/>
                  </a:lnTo>
                  <a:cubicBezTo>
                    <a:pt x="2491927" y="6144367"/>
                    <a:pt x="2305675" y="6116260"/>
                    <a:pt x="2125793" y="6065481"/>
                  </a:cubicBezTo>
                  <a:cubicBezTo>
                    <a:pt x="1945911" y="6014515"/>
                    <a:pt x="1773524" y="5940501"/>
                    <a:pt x="1610506" y="5851310"/>
                  </a:cubicBezTo>
                  <a:cubicBezTo>
                    <a:pt x="1528997" y="5806714"/>
                    <a:pt x="1449924" y="5757808"/>
                    <a:pt x="1373099" y="5706279"/>
                  </a:cubicBezTo>
                  <a:lnTo>
                    <a:pt x="1315949" y="5666743"/>
                  </a:lnTo>
                  <a:lnTo>
                    <a:pt x="1259923" y="5625894"/>
                  </a:lnTo>
                  <a:lnTo>
                    <a:pt x="1204647" y="5583922"/>
                  </a:lnTo>
                  <a:cubicBezTo>
                    <a:pt x="1186284" y="5569869"/>
                    <a:pt x="1168483" y="5555066"/>
                    <a:pt x="1150308" y="5540826"/>
                  </a:cubicBezTo>
                  <a:cubicBezTo>
                    <a:pt x="1006402" y="5424839"/>
                    <a:pt x="872615" y="5296860"/>
                    <a:pt x="751569" y="5158015"/>
                  </a:cubicBezTo>
                  <a:cubicBezTo>
                    <a:pt x="721214" y="5123350"/>
                    <a:pt x="691983" y="5087935"/>
                    <a:pt x="663315" y="5052146"/>
                  </a:cubicBezTo>
                  <a:cubicBezTo>
                    <a:pt x="635021" y="5016170"/>
                    <a:pt x="607289" y="4980006"/>
                    <a:pt x="580869" y="4942718"/>
                  </a:cubicBezTo>
                  <a:cubicBezTo>
                    <a:pt x="527654" y="4868517"/>
                    <a:pt x="478186" y="4791880"/>
                    <a:pt x="432279" y="4713369"/>
                  </a:cubicBezTo>
                  <a:cubicBezTo>
                    <a:pt x="340651" y="4556159"/>
                    <a:pt x="264764" y="4390330"/>
                    <a:pt x="205553" y="4219443"/>
                  </a:cubicBezTo>
                  <a:cubicBezTo>
                    <a:pt x="146154" y="4048555"/>
                    <a:pt x="104369" y="3872045"/>
                    <a:pt x="79448" y="3693850"/>
                  </a:cubicBezTo>
                  <a:cubicBezTo>
                    <a:pt x="67268" y="3604659"/>
                    <a:pt x="58087" y="3515092"/>
                    <a:pt x="53590" y="3425339"/>
                  </a:cubicBezTo>
                  <a:cubicBezTo>
                    <a:pt x="47969" y="3335585"/>
                    <a:pt x="47406" y="3245644"/>
                    <a:pt x="49655" y="3155890"/>
                  </a:cubicBezTo>
                  <a:cubicBezTo>
                    <a:pt x="52278" y="3066137"/>
                    <a:pt x="58274" y="2976383"/>
                    <a:pt x="67830" y="2886817"/>
                  </a:cubicBezTo>
                  <a:cubicBezTo>
                    <a:pt x="77761" y="2797438"/>
                    <a:pt x="91253" y="2708246"/>
                    <a:pt x="108679" y="2619992"/>
                  </a:cubicBezTo>
                  <a:cubicBezTo>
                    <a:pt x="143906" y="2443108"/>
                    <a:pt x="195809" y="2269409"/>
                    <a:pt x="263077" y="2101520"/>
                  </a:cubicBezTo>
                  <a:cubicBezTo>
                    <a:pt x="397614" y="1765740"/>
                    <a:pt x="593048" y="1453382"/>
                    <a:pt x="837575" y="1186370"/>
                  </a:cubicBezTo>
                  <a:cubicBezTo>
                    <a:pt x="898473" y="1119289"/>
                    <a:pt x="964242" y="1056893"/>
                    <a:pt x="1031698" y="996932"/>
                  </a:cubicBezTo>
                  <a:cubicBezTo>
                    <a:pt x="1099154" y="936784"/>
                    <a:pt x="1166235" y="876261"/>
                    <a:pt x="1236688" y="819298"/>
                  </a:cubicBezTo>
                  <a:cubicBezTo>
                    <a:pt x="1377221" y="704999"/>
                    <a:pt x="1526935" y="600442"/>
                    <a:pt x="1687143" y="511438"/>
                  </a:cubicBezTo>
                  <a:cubicBezTo>
                    <a:pt x="1847163" y="422621"/>
                    <a:pt x="2017676" y="348795"/>
                    <a:pt x="2196246" y="300639"/>
                  </a:cubicBezTo>
                  <a:cubicBezTo>
                    <a:pt x="2374629" y="251921"/>
                    <a:pt x="2560320" y="227749"/>
                    <a:pt x="2745823" y="229248"/>
                  </a:cubicBezTo>
                  <a:cubicBezTo>
                    <a:pt x="2837076" y="230372"/>
                    <a:pt x="2928516" y="238055"/>
                    <a:pt x="3019206" y="252108"/>
                  </a:cubicBezTo>
                  <a:cubicBezTo>
                    <a:pt x="3109710" y="266724"/>
                    <a:pt x="3199650" y="286773"/>
                    <a:pt x="3288092" y="313006"/>
                  </a:cubicBezTo>
                  <a:cubicBezTo>
                    <a:pt x="3376347" y="339426"/>
                    <a:pt x="3463477" y="370343"/>
                    <a:pt x="3548172" y="407069"/>
                  </a:cubicBezTo>
                  <a:cubicBezTo>
                    <a:pt x="3569345" y="416438"/>
                    <a:pt x="3590519" y="425432"/>
                    <a:pt x="3611505" y="435176"/>
                  </a:cubicBezTo>
                  <a:lnTo>
                    <a:pt x="3674089" y="464968"/>
                  </a:lnTo>
                  <a:lnTo>
                    <a:pt x="3735736" y="496823"/>
                  </a:lnTo>
                  <a:cubicBezTo>
                    <a:pt x="3756160" y="507690"/>
                    <a:pt x="3776397" y="519120"/>
                    <a:pt x="3796634" y="530176"/>
                  </a:cubicBezTo>
                  <a:cubicBezTo>
                    <a:pt x="3957965" y="621054"/>
                    <a:pt x="4110303" y="728046"/>
                    <a:pt x="4251585" y="847405"/>
                  </a:cubicBezTo>
                  <a:cubicBezTo>
                    <a:pt x="4393242" y="966390"/>
                    <a:pt x="4524781" y="1096991"/>
                    <a:pt x="4644515" y="1236775"/>
                  </a:cubicBezTo>
                  <a:cubicBezTo>
                    <a:pt x="4704663" y="1306479"/>
                    <a:pt x="4762375" y="1378057"/>
                    <a:pt x="4816527" y="1451883"/>
                  </a:cubicBezTo>
                  <a:cubicBezTo>
                    <a:pt x="4870679" y="1525897"/>
                    <a:pt x="4922020" y="1601598"/>
                    <a:pt x="4970738" y="1678610"/>
                  </a:cubicBezTo>
                  <a:cubicBezTo>
                    <a:pt x="5067799" y="1833008"/>
                    <a:pt x="5152494" y="1993965"/>
                    <a:pt x="5223885" y="2159232"/>
                  </a:cubicBezTo>
                  <a:cubicBezTo>
                    <a:pt x="5295275" y="2324686"/>
                    <a:pt x="5349615" y="2495199"/>
                    <a:pt x="5395709" y="2666087"/>
                  </a:cubicBezTo>
                  <a:cubicBezTo>
                    <a:pt x="5418757" y="2751718"/>
                    <a:pt x="5440680" y="2837537"/>
                    <a:pt x="5458855" y="2924292"/>
                  </a:cubicBezTo>
                  <a:cubicBezTo>
                    <a:pt x="5477406" y="3011048"/>
                    <a:pt x="5490522" y="3098740"/>
                    <a:pt x="5499142" y="3186995"/>
                  </a:cubicBezTo>
                  <a:cubicBezTo>
                    <a:pt x="5507761" y="3275250"/>
                    <a:pt x="5513944" y="3364254"/>
                    <a:pt x="5516755" y="3454007"/>
                  </a:cubicBezTo>
                  <a:cubicBezTo>
                    <a:pt x="5518629" y="3543761"/>
                    <a:pt x="5516755" y="3634264"/>
                    <a:pt x="5507386" y="372458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C7E50BFD-51AC-4ACE-820C-A285E6672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41478"/>
              <a:ext cx="5953893" cy="6434152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317011 w 5953893"/>
                <a:gd name="connsiteY8" fmla="*/ 3797009 h 6434152"/>
                <a:gd name="connsiteX9" fmla="*/ 5176478 w 5953893"/>
                <a:gd name="connsiteY9" fmla="*/ 4100747 h 6434152"/>
                <a:gd name="connsiteX10" fmla="*/ 4942257 w 5953893"/>
                <a:gd name="connsiteY10" fmla="*/ 4250274 h 6434152"/>
                <a:gd name="connsiteX11" fmla="*/ 4216171 w 5953893"/>
                <a:gd name="connsiteY11" fmla="*/ 4773243 h 6434152"/>
                <a:gd name="connsiteX12" fmla="*/ 3905125 w 5953893"/>
                <a:gd name="connsiteY12" fmla="*/ 5105837 h 6434152"/>
                <a:gd name="connsiteX13" fmla="*/ 3308329 w 5953893"/>
                <a:gd name="connsiteY13" fmla="*/ 5682022 h 6434152"/>
                <a:gd name="connsiteX14" fmla="*/ 2739452 w 5953893"/>
                <a:gd name="connsiteY14" fmla="*/ 5870898 h 6434152"/>
                <a:gd name="connsiteX15" fmla="*/ 1647419 w 5953893"/>
                <a:gd name="connsiteY15" fmla="*/ 5625809 h 6434152"/>
                <a:gd name="connsiteX16" fmla="*/ 781175 w 5953893"/>
                <a:gd name="connsiteY16" fmla="*/ 4960620 h 6434152"/>
                <a:gd name="connsiteX17" fmla="*/ 312545 w 5953893"/>
                <a:gd name="connsiteY17" fmla="*/ 4165205 h 6434152"/>
                <a:gd name="connsiteX18" fmla="*/ 142032 w 5953893"/>
                <a:gd name="connsiteY18" fmla="*/ 3217451 h 6434152"/>
                <a:gd name="connsiteX19" fmla="*/ 347210 w 5953893"/>
                <a:gd name="connsiteY19" fmla="*/ 2181444 h 6434152"/>
                <a:gd name="connsiteX20" fmla="*/ 906155 w 5953893"/>
                <a:gd name="connsiteY20" fmla="*/ 1337497 h 6434152"/>
                <a:gd name="connsiteX21" fmla="*/ 2739265 w 5953893"/>
                <a:gd name="connsiteY21" fmla="*/ 563818 h 6434152"/>
                <a:gd name="connsiteX22" fmla="*/ 3849849 w 5953893"/>
                <a:gd name="connsiteY22" fmla="*/ 881796 h 6434152"/>
                <a:gd name="connsiteX23" fmla="*/ 4834515 w 5953893"/>
                <a:gd name="connsiteY23" fmla="*/ 1742419 h 6434152"/>
                <a:gd name="connsiteX24" fmla="*/ 5325256 w 5953893"/>
                <a:gd name="connsiteY24" fmla="*/ 2742076 h 6434152"/>
                <a:gd name="connsiteX25" fmla="*/ 5317011 w 5953893"/>
                <a:gd name="connsiteY25" fmla="*/ 3797009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317011" y="3797009"/>
                  </a:moveTo>
                  <a:cubicBezTo>
                    <a:pt x="5275976" y="3943538"/>
                    <a:pt x="5228756" y="4045658"/>
                    <a:pt x="5176478" y="4100747"/>
                  </a:cubicBezTo>
                  <a:cubicBezTo>
                    <a:pt x="5131883" y="4147591"/>
                    <a:pt x="5061991" y="4186004"/>
                    <a:pt x="4942257" y="4250274"/>
                  </a:cubicBezTo>
                  <a:cubicBezTo>
                    <a:pt x="4753381" y="4351458"/>
                    <a:pt x="4494613" y="4489929"/>
                    <a:pt x="4216171" y="4773243"/>
                  </a:cubicBezTo>
                  <a:cubicBezTo>
                    <a:pt x="4106555" y="4884733"/>
                    <a:pt x="4004247" y="4997159"/>
                    <a:pt x="3905125" y="5105837"/>
                  </a:cubicBezTo>
                  <a:cubicBezTo>
                    <a:pt x="3701071" y="5329753"/>
                    <a:pt x="3508260" y="5541302"/>
                    <a:pt x="3308329" y="5682022"/>
                  </a:cubicBezTo>
                  <a:cubicBezTo>
                    <a:pt x="3122826" y="5812624"/>
                    <a:pt x="2947441" y="5870898"/>
                    <a:pt x="2739452" y="5870898"/>
                  </a:cubicBezTo>
                  <a:cubicBezTo>
                    <a:pt x="2357765" y="5870898"/>
                    <a:pt x="1990319" y="5788452"/>
                    <a:pt x="1647419" y="5625809"/>
                  </a:cubicBezTo>
                  <a:cubicBezTo>
                    <a:pt x="1319509" y="5470286"/>
                    <a:pt x="1019893" y="5240187"/>
                    <a:pt x="781175" y="4960620"/>
                  </a:cubicBezTo>
                  <a:cubicBezTo>
                    <a:pt x="579370" y="4724151"/>
                    <a:pt x="421598" y="4456576"/>
                    <a:pt x="312545" y="4165205"/>
                  </a:cubicBezTo>
                  <a:cubicBezTo>
                    <a:pt x="199369" y="3863153"/>
                    <a:pt x="142032" y="3544237"/>
                    <a:pt x="142032" y="3217451"/>
                  </a:cubicBezTo>
                  <a:cubicBezTo>
                    <a:pt x="142032" y="2857688"/>
                    <a:pt x="211174" y="2509166"/>
                    <a:pt x="347210" y="2181444"/>
                  </a:cubicBezTo>
                  <a:cubicBezTo>
                    <a:pt x="478561" y="1865339"/>
                    <a:pt x="666688" y="1581275"/>
                    <a:pt x="906155" y="1337497"/>
                  </a:cubicBezTo>
                  <a:cubicBezTo>
                    <a:pt x="1396334" y="838512"/>
                    <a:pt x="2047469" y="563818"/>
                    <a:pt x="2739265" y="563818"/>
                  </a:cubicBezTo>
                  <a:cubicBezTo>
                    <a:pt x="3094157" y="563818"/>
                    <a:pt x="3478280" y="673808"/>
                    <a:pt x="3849849" y="881796"/>
                  </a:cubicBezTo>
                  <a:cubicBezTo>
                    <a:pt x="4226851" y="1092783"/>
                    <a:pt x="4567316" y="1390338"/>
                    <a:pt x="4834515" y="1742419"/>
                  </a:cubicBezTo>
                  <a:cubicBezTo>
                    <a:pt x="5070798" y="2053653"/>
                    <a:pt x="5240374" y="2399363"/>
                    <a:pt x="5325256" y="2742076"/>
                  </a:cubicBezTo>
                  <a:cubicBezTo>
                    <a:pt x="5414634" y="3102964"/>
                    <a:pt x="5411824" y="3458044"/>
                    <a:pt x="5317011" y="379700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0394888-C50F-41C1-92D4-0E2B4315A8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31462"/>
              <a:ext cx="5953893" cy="6444167"/>
            </a:xfrm>
            <a:custGeom>
              <a:avLst/>
              <a:gdLst>
                <a:gd name="connsiteX0" fmla="*/ 2739452 w 5953893"/>
                <a:gd name="connsiteY0" fmla="*/ 0 h 6434152"/>
                <a:gd name="connsiteX1" fmla="*/ 0 w 5953893"/>
                <a:gd name="connsiteY1" fmla="*/ 1610693 h 6434152"/>
                <a:gd name="connsiteX2" fmla="*/ 0 w 5953893"/>
                <a:gd name="connsiteY2" fmla="*/ 4823273 h 6434152"/>
                <a:gd name="connsiteX3" fmla="*/ 352456 w 5953893"/>
                <a:gd name="connsiteY3" fmla="*/ 5326193 h 6434152"/>
                <a:gd name="connsiteX4" fmla="*/ 2739452 w 5953893"/>
                <a:gd name="connsiteY4" fmla="*/ 6434153 h 6434152"/>
                <a:gd name="connsiteX5" fmla="*/ 4618282 w 5953893"/>
                <a:gd name="connsiteY5" fmla="*/ 5167859 h 6434152"/>
                <a:gd name="connsiteX6" fmla="*/ 5860029 w 5953893"/>
                <a:gd name="connsiteY6" fmla="*/ 3948409 h 6434152"/>
                <a:gd name="connsiteX7" fmla="*/ 2739452 w 5953893"/>
                <a:gd name="connsiteY7" fmla="*/ 0 h 6434152"/>
                <a:gd name="connsiteX8" fmla="*/ 5208520 w 5953893"/>
                <a:gd name="connsiteY8" fmla="*/ 3766654 h 6434152"/>
                <a:gd name="connsiteX9" fmla="*/ 5094782 w 5953893"/>
                <a:gd name="connsiteY9" fmla="*/ 4022985 h 6434152"/>
                <a:gd name="connsiteX10" fmla="*/ 4888855 w 5953893"/>
                <a:gd name="connsiteY10" fmla="*/ 4150777 h 6434152"/>
                <a:gd name="connsiteX11" fmla="*/ 4135411 w 5953893"/>
                <a:gd name="connsiteY11" fmla="*/ 4694170 h 6434152"/>
                <a:gd name="connsiteX12" fmla="*/ 3821555 w 5953893"/>
                <a:gd name="connsiteY12" fmla="*/ 5029762 h 6434152"/>
                <a:gd name="connsiteX13" fmla="*/ 2739265 w 5953893"/>
                <a:gd name="connsiteY13" fmla="*/ 5758097 h 6434152"/>
                <a:gd name="connsiteX14" fmla="*/ 1695575 w 5953893"/>
                <a:gd name="connsiteY14" fmla="*/ 5523876 h 6434152"/>
                <a:gd name="connsiteX15" fmla="*/ 866619 w 5953893"/>
                <a:gd name="connsiteY15" fmla="*/ 4887356 h 6434152"/>
                <a:gd name="connsiteX16" fmla="*/ 417851 w 5953893"/>
                <a:gd name="connsiteY16" fmla="*/ 4125481 h 6434152"/>
                <a:gd name="connsiteX17" fmla="*/ 254645 w 5953893"/>
                <a:gd name="connsiteY17" fmla="*/ 3217264 h 6434152"/>
                <a:gd name="connsiteX18" fmla="*/ 451204 w 5953893"/>
                <a:gd name="connsiteY18" fmla="*/ 2224540 h 6434152"/>
                <a:gd name="connsiteX19" fmla="*/ 986540 w 5953893"/>
                <a:gd name="connsiteY19" fmla="*/ 1416383 h 6434152"/>
                <a:gd name="connsiteX20" fmla="*/ 2739452 w 5953893"/>
                <a:gd name="connsiteY20" fmla="*/ 676244 h 6434152"/>
                <a:gd name="connsiteX21" fmla="*/ 3794947 w 5953893"/>
                <a:gd name="connsiteY21" fmla="*/ 979795 h 6434152"/>
                <a:gd name="connsiteX22" fmla="*/ 4744762 w 5953893"/>
                <a:gd name="connsiteY22" fmla="*/ 1810250 h 6434152"/>
                <a:gd name="connsiteX23" fmla="*/ 5215827 w 5953893"/>
                <a:gd name="connsiteY23" fmla="*/ 2768871 h 6434152"/>
                <a:gd name="connsiteX24" fmla="*/ 5208520 w 5953893"/>
                <a:gd name="connsiteY24" fmla="*/ 3766654 h 6434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953893" h="6434152">
                  <a:moveTo>
                    <a:pt x="2739452" y="0"/>
                  </a:moveTo>
                  <a:cubicBezTo>
                    <a:pt x="1568346" y="0"/>
                    <a:pt x="546204" y="647950"/>
                    <a:pt x="0" y="1610693"/>
                  </a:cubicBezTo>
                  <a:lnTo>
                    <a:pt x="0" y="4823273"/>
                  </a:lnTo>
                  <a:cubicBezTo>
                    <a:pt x="101746" y="5002593"/>
                    <a:pt x="219793" y="5171045"/>
                    <a:pt x="352456" y="5326193"/>
                  </a:cubicBezTo>
                  <a:cubicBezTo>
                    <a:pt x="932013" y="6005060"/>
                    <a:pt x="1786453" y="6434153"/>
                    <a:pt x="2739452" y="6434153"/>
                  </a:cubicBezTo>
                  <a:cubicBezTo>
                    <a:pt x="3612442" y="6434153"/>
                    <a:pt x="4046220" y="5750227"/>
                    <a:pt x="4618282" y="5167859"/>
                  </a:cubicBezTo>
                  <a:cubicBezTo>
                    <a:pt x="5190344" y="4585679"/>
                    <a:pt x="5621311" y="4803036"/>
                    <a:pt x="5860029" y="3948409"/>
                  </a:cubicBezTo>
                  <a:cubicBezTo>
                    <a:pt x="6403423" y="2003810"/>
                    <a:pt x="4485244" y="0"/>
                    <a:pt x="2739452" y="0"/>
                  </a:cubicBezTo>
                  <a:close/>
                  <a:moveTo>
                    <a:pt x="5208520" y="3766654"/>
                  </a:moveTo>
                  <a:cubicBezTo>
                    <a:pt x="5173667" y="3891634"/>
                    <a:pt x="5133194" y="3982699"/>
                    <a:pt x="5094782" y="4022985"/>
                  </a:cubicBezTo>
                  <a:cubicBezTo>
                    <a:pt x="5060492" y="4058962"/>
                    <a:pt x="4984792" y="4099435"/>
                    <a:pt x="4888855" y="4150777"/>
                  </a:cubicBezTo>
                  <a:cubicBezTo>
                    <a:pt x="4693420" y="4255333"/>
                    <a:pt x="4426033" y="4398489"/>
                    <a:pt x="4135411" y="4694170"/>
                  </a:cubicBezTo>
                  <a:cubicBezTo>
                    <a:pt x="4024297" y="4807158"/>
                    <a:pt x="3921239" y="4920334"/>
                    <a:pt x="3821555" y="5029762"/>
                  </a:cubicBezTo>
                  <a:cubicBezTo>
                    <a:pt x="3385341" y="5508324"/>
                    <a:pt x="3138940" y="5758097"/>
                    <a:pt x="2739265" y="5758097"/>
                  </a:cubicBezTo>
                  <a:cubicBezTo>
                    <a:pt x="2374442" y="5758097"/>
                    <a:pt x="2023297" y="5679211"/>
                    <a:pt x="1695575" y="5523876"/>
                  </a:cubicBezTo>
                  <a:cubicBezTo>
                    <a:pt x="1381906" y="5375098"/>
                    <a:pt x="1095219" y="5154930"/>
                    <a:pt x="866619" y="4887356"/>
                  </a:cubicBezTo>
                  <a:cubicBezTo>
                    <a:pt x="673246" y="4661005"/>
                    <a:pt x="522220" y="4404673"/>
                    <a:pt x="417851" y="4125481"/>
                  </a:cubicBezTo>
                  <a:cubicBezTo>
                    <a:pt x="309547" y="3836171"/>
                    <a:pt x="254645" y="3530558"/>
                    <a:pt x="254645" y="3217264"/>
                  </a:cubicBezTo>
                  <a:cubicBezTo>
                    <a:pt x="254645" y="2872490"/>
                    <a:pt x="320790" y="2538585"/>
                    <a:pt x="451204" y="2224540"/>
                  </a:cubicBezTo>
                  <a:cubicBezTo>
                    <a:pt x="577121" y="1921739"/>
                    <a:pt x="757191" y="1649855"/>
                    <a:pt x="986540" y="1416383"/>
                  </a:cubicBezTo>
                  <a:cubicBezTo>
                    <a:pt x="1455357" y="939134"/>
                    <a:pt x="2078011" y="676244"/>
                    <a:pt x="2739452" y="676244"/>
                  </a:cubicBezTo>
                  <a:cubicBezTo>
                    <a:pt x="3075232" y="676244"/>
                    <a:pt x="3440243" y="781175"/>
                    <a:pt x="3794947" y="979795"/>
                  </a:cubicBezTo>
                  <a:cubicBezTo>
                    <a:pt x="4158459" y="1183286"/>
                    <a:pt x="4486931" y="1470348"/>
                    <a:pt x="4744762" y="1810250"/>
                  </a:cubicBezTo>
                  <a:cubicBezTo>
                    <a:pt x="4971862" y="2109491"/>
                    <a:pt x="5134693" y="2440961"/>
                    <a:pt x="5215827" y="2768871"/>
                  </a:cubicBezTo>
                  <a:cubicBezTo>
                    <a:pt x="5300334" y="3110834"/>
                    <a:pt x="5297898" y="3446614"/>
                    <a:pt x="5208520" y="376665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 useBgFill="1">
          <p:nvSpPr>
            <p:cNvPr id="39" name="Freeform: Shape 38">
              <a:extLst>
                <a:ext uri="{FF2B5EF4-FFF2-40B4-BE49-F238E27FC236}">
                  <a16:creationId xmlns:a16="http://schemas.microsoft.com/office/drawing/2014/main" id="{F22C906F-48B7-4ABF-B36E-0C0A056A5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3725"/>
              <a:ext cx="5855313" cy="6880645"/>
            </a:xfrm>
            <a:custGeom>
              <a:avLst/>
              <a:gdLst>
                <a:gd name="connsiteX0" fmla="*/ 5855313 w 5855313"/>
                <a:gd name="connsiteY0" fmla="*/ 4717843 h 6880645"/>
                <a:gd name="connsiteX1" fmla="*/ 5855313 w 5855313"/>
                <a:gd name="connsiteY1" fmla="*/ 6880645 h 6880645"/>
                <a:gd name="connsiteX2" fmla="*/ 0 w 5855313"/>
                <a:gd name="connsiteY2" fmla="*/ 6880645 h 6880645"/>
                <a:gd name="connsiteX3" fmla="*/ 0 w 5855313"/>
                <a:gd name="connsiteY3" fmla="*/ 5268859 h 6880645"/>
                <a:gd name="connsiteX4" fmla="*/ 36130 w 5855313"/>
                <a:gd name="connsiteY4" fmla="*/ 5327430 h 6880645"/>
                <a:gd name="connsiteX5" fmla="*/ 2782721 w 5855313"/>
                <a:gd name="connsiteY5" fmla="*/ 6765687 h 6880645"/>
                <a:gd name="connsiteX6" fmla="*/ 5834702 w 5855313"/>
                <a:gd name="connsiteY6" fmla="*/ 4773305 h 6880645"/>
                <a:gd name="connsiteX7" fmla="*/ 9148 w 5855313"/>
                <a:gd name="connsiteY7" fmla="*/ 0 h 6880645"/>
                <a:gd name="connsiteX8" fmla="*/ 5855312 w 5855313"/>
                <a:gd name="connsiteY8" fmla="*/ 0 h 6880645"/>
                <a:gd name="connsiteX9" fmla="*/ 5855312 w 5855313"/>
                <a:gd name="connsiteY9" fmla="*/ 96759 h 6880645"/>
                <a:gd name="connsiteX10" fmla="*/ 5855313 w 5855313"/>
                <a:gd name="connsiteY10" fmla="*/ 96759 h 6880645"/>
                <a:gd name="connsiteX11" fmla="*/ 5855313 w 5855313"/>
                <a:gd name="connsiteY11" fmla="*/ 2289203 h 6880645"/>
                <a:gd name="connsiteX12" fmla="*/ 5834702 w 5855313"/>
                <a:gd name="connsiteY12" fmla="*/ 2233742 h 6880645"/>
                <a:gd name="connsiteX13" fmla="*/ 2782721 w 5855313"/>
                <a:gd name="connsiteY13" fmla="*/ 241359 h 6880645"/>
                <a:gd name="connsiteX14" fmla="*/ 36130 w 5855313"/>
                <a:gd name="connsiteY14" fmla="*/ 1679616 h 6880645"/>
                <a:gd name="connsiteX15" fmla="*/ 0 w 5855313"/>
                <a:gd name="connsiteY15" fmla="*/ 1738187 h 6880645"/>
                <a:gd name="connsiteX16" fmla="*/ 0 w 5855313"/>
                <a:gd name="connsiteY16" fmla="*/ 96759 h 6880645"/>
                <a:gd name="connsiteX17" fmla="*/ 9148 w 5855313"/>
                <a:gd name="connsiteY17" fmla="*/ 96759 h 688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55313" h="6880645">
                  <a:moveTo>
                    <a:pt x="5855313" y="4717843"/>
                  </a:moveTo>
                  <a:lnTo>
                    <a:pt x="5855313" y="6880645"/>
                  </a:lnTo>
                  <a:lnTo>
                    <a:pt x="0" y="6880645"/>
                  </a:lnTo>
                  <a:lnTo>
                    <a:pt x="0" y="5268859"/>
                  </a:lnTo>
                  <a:lnTo>
                    <a:pt x="36130" y="5327430"/>
                  </a:lnTo>
                  <a:cubicBezTo>
                    <a:pt x="631370" y="6195172"/>
                    <a:pt x="1639396" y="6765687"/>
                    <a:pt x="2782721" y="6765687"/>
                  </a:cubicBezTo>
                  <a:cubicBezTo>
                    <a:pt x="4154711" y="6765687"/>
                    <a:pt x="5331871" y="5944145"/>
                    <a:pt x="5834702" y="4773305"/>
                  </a:cubicBezTo>
                  <a:close/>
                  <a:moveTo>
                    <a:pt x="9148" y="0"/>
                  </a:moveTo>
                  <a:lnTo>
                    <a:pt x="5855312" y="0"/>
                  </a:lnTo>
                  <a:lnTo>
                    <a:pt x="5855312" y="96759"/>
                  </a:lnTo>
                  <a:lnTo>
                    <a:pt x="5855313" y="96759"/>
                  </a:lnTo>
                  <a:lnTo>
                    <a:pt x="5855313" y="2289203"/>
                  </a:lnTo>
                  <a:lnTo>
                    <a:pt x="5834702" y="2233742"/>
                  </a:lnTo>
                  <a:cubicBezTo>
                    <a:pt x="5331871" y="1062902"/>
                    <a:pt x="4154711" y="241359"/>
                    <a:pt x="2782721" y="241359"/>
                  </a:cubicBezTo>
                  <a:cubicBezTo>
                    <a:pt x="1639396" y="241359"/>
                    <a:pt x="631370" y="811875"/>
                    <a:pt x="36130" y="1679616"/>
                  </a:cubicBezTo>
                  <a:lnTo>
                    <a:pt x="0" y="1738187"/>
                  </a:lnTo>
                  <a:lnTo>
                    <a:pt x="0" y="96759"/>
                  </a:lnTo>
                  <a:lnTo>
                    <a:pt x="9148" y="96759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40" name="Freeform: Shape 39">
              <a:extLst>
                <a:ext uri="{FF2B5EF4-FFF2-40B4-BE49-F238E27FC236}">
                  <a16:creationId xmlns:a16="http://schemas.microsoft.com/office/drawing/2014/main" id="{B4ABE2AA-A788-450F-94A8-AED4B698F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9149" y="26370"/>
              <a:ext cx="6254832" cy="6864558"/>
            </a:xfrm>
            <a:custGeom>
              <a:avLst/>
              <a:gdLst>
                <a:gd name="connsiteX0" fmla="*/ 2766060 w 6254832"/>
                <a:gd name="connsiteY0" fmla="*/ 0 h 6864558"/>
                <a:gd name="connsiteX1" fmla="*/ 0 w 6254832"/>
                <a:gd name="connsiteY1" fmla="*/ 1340683 h 6864558"/>
                <a:gd name="connsiteX2" fmla="*/ 0 w 6254832"/>
                <a:gd name="connsiteY2" fmla="*/ 2201306 h 6864558"/>
                <a:gd name="connsiteX3" fmla="*/ 1312 w 6254832"/>
                <a:gd name="connsiteY3" fmla="*/ 2197746 h 6864558"/>
                <a:gd name="connsiteX4" fmla="*/ 612723 w 6254832"/>
                <a:gd name="connsiteY4" fmla="*/ 1201649 h 6864558"/>
                <a:gd name="connsiteX5" fmla="*/ 1571344 w 6254832"/>
                <a:gd name="connsiteY5" fmla="*/ 483245 h 6864558"/>
                <a:gd name="connsiteX6" fmla="*/ 1641235 w 6254832"/>
                <a:gd name="connsiteY6" fmla="*/ 452328 h 6864558"/>
                <a:gd name="connsiteX7" fmla="*/ 1711502 w 6254832"/>
                <a:gd name="connsiteY7" fmla="*/ 422348 h 6864558"/>
                <a:gd name="connsiteX8" fmla="*/ 1783080 w 6254832"/>
                <a:gd name="connsiteY8" fmla="*/ 395178 h 6864558"/>
                <a:gd name="connsiteX9" fmla="*/ 1855220 w 6254832"/>
                <a:gd name="connsiteY9" fmla="*/ 369133 h 6864558"/>
                <a:gd name="connsiteX10" fmla="*/ 1928297 w 6254832"/>
                <a:gd name="connsiteY10" fmla="*/ 345711 h 6864558"/>
                <a:gd name="connsiteX11" fmla="*/ 2001749 w 6254832"/>
                <a:gd name="connsiteY11" fmla="*/ 323600 h 6864558"/>
                <a:gd name="connsiteX12" fmla="*/ 2076138 w 6254832"/>
                <a:gd name="connsiteY12" fmla="*/ 304300 h 6864558"/>
                <a:gd name="connsiteX13" fmla="*/ 2113426 w 6254832"/>
                <a:gd name="connsiteY13" fmla="*/ 294744 h 6864558"/>
                <a:gd name="connsiteX14" fmla="*/ 2132163 w 6254832"/>
                <a:gd name="connsiteY14" fmla="*/ 290060 h 6864558"/>
                <a:gd name="connsiteX15" fmla="*/ 2151089 w 6254832"/>
                <a:gd name="connsiteY15" fmla="*/ 286312 h 6864558"/>
                <a:gd name="connsiteX16" fmla="*/ 2763249 w 6254832"/>
                <a:gd name="connsiteY16" fmla="*/ 218482 h 6864558"/>
                <a:gd name="connsiteX17" fmla="*/ 3372225 w 6254832"/>
                <a:gd name="connsiteY17" fmla="*/ 301302 h 6864558"/>
                <a:gd name="connsiteX18" fmla="*/ 3663596 w 6254832"/>
                <a:gd name="connsiteY18" fmla="*/ 398364 h 6864558"/>
                <a:gd name="connsiteX19" fmla="*/ 3941663 w 6254832"/>
                <a:gd name="connsiteY19" fmla="*/ 526717 h 6864558"/>
                <a:gd name="connsiteX20" fmla="*/ 4204366 w 6254832"/>
                <a:gd name="connsiteY20" fmla="*/ 681678 h 6864558"/>
                <a:gd name="connsiteX21" fmla="*/ 4450018 w 6254832"/>
                <a:gd name="connsiteY21" fmla="*/ 860061 h 6864558"/>
                <a:gd name="connsiteX22" fmla="*/ 4678992 w 6254832"/>
                <a:gd name="connsiteY22" fmla="*/ 1057181 h 6864558"/>
                <a:gd name="connsiteX23" fmla="*/ 4889791 w 6254832"/>
                <a:gd name="connsiteY23" fmla="*/ 1271166 h 6864558"/>
                <a:gd name="connsiteX24" fmla="*/ 5083164 w 6254832"/>
                <a:gd name="connsiteY24" fmla="*/ 1498642 h 6864558"/>
                <a:gd name="connsiteX25" fmla="*/ 5257987 w 6254832"/>
                <a:gd name="connsiteY25" fmla="*/ 1738484 h 6864558"/>
                <a:gd name="connsiteX26" fmla="*/ 5413510 w 6254832"/>
                <a:gd name="connsiteY26" fmla="*/ 1989195 h 6864558"/>
                <a:gd name="connsiteX27" fmla="*/ 5548609 w 6254832"/>
                <a:gd name="connsiteY27" fmla="*/ 2249462 h 6864558"/>
                <a:gd name="connsiteX28" fmla="*/ 5747791 w 6254832"/>
                <a:gd name="connsiteY28" fmla="*/ 2795666 h 6864558"/>
                <a:gd name="connsiteX29" fmla="*/ 5806814 w 6254832"/>
                <a:gd name="connsiteY29" fmla="*/ 3078980 h 6864558"/>
                <a:gd name="connsiteX30" fmla="*/ 5816933 w 6254832"/>
                <a:gd name="connsiteY30" fmla="*/ 3150558 h 6864558"/>
                <a:gd name="connsiteX31" fmla="*/ 5825178 w 6254832"/>
                <a:gd name="connsiteY31" fmla="*/ 3222323 h 6864558"/>
                <a:gd name="connsiteX32" fmla="*/ 5831923 w 6254832"/>
                <a:gd name="connsiteY32" fmla="*/ 3294276 h 6864558"/>
                <a:gd name="connsiteX33" fmla="*/ 5836233 w 6254832"/>
                <a:gd name="connsiteY33" fmla="*/ 3366416 h 6864558"/>
                <a:gd name="connsiteX34" fmla="*/ 5833047 w 6254832"/>
                <a:gd name="connsiteY34" fmla="*/ 3655726 h 6864558"/>
                <a:gd name="connsiteX35" fmla="*/ 5827426 w 6254832"/>
                <a:gd name="connsiteY35" fmla="*/ 3728054 h 6864558"/>
                <a:gd name="connsiteX36" fmla="*/ 5819556 w 6254832"/>
                <a:gd name="connsiteY36" fmla="*/ 3800194 h 6864558"/>
                <a:gd name="connsiteX37" fmla="*/ 5809063 w 6254832"/>
                <a:gd name="connsiteY37" fmla="*/ 3872147 h 6864558"/>
                <a:gd name="connsiteX38" fmla="*/ 5796696 w 6254832"/>
                <a:gd name="connsiteY38" fmla="*/ 3943912 h 6864558"/>
                <a:gd name="connsiteX39" fmla="*/ 5725305 w 6254832"/>
                <a:gd name="connsiteY39" fmla="*/ 4225165 h 6864558"/>
                <a:gd name="connsiteX40" fmla="*/ 5605384 w 6254832"/>
                <a:gd name="connsiteY40" fmla="*/ 4478312 h 6864558"/>
                <a:gd name="connsiteX41" fmla="*/ 5412573 w 6254832"/>
                <a:gd name="connsiteY41" fmla="*/ 4677306 h 6864558"/>
                <a:gd name="connsiteX42" fmla="*/ 5155867 w 6254832"/>
                <a:gd name="connsiteY42" fmla="*/ 4834703 h 6864558"/>
                <a:gd name="connsiteX43" fmla="*/ 4645452 w 6254832"/>
                <a:gd name="connsiteY43" fmla="*/ 5207396 h 6864558"/>
                <a:gd name="connsiteX44" fmla="*/ 4536211 w 6254832"/>
                <a:gd name="connsiteY44" fmla="*/ 5319072 h 6864558"/>
                <a:gd name="connsiteX45" fmla="*/ 4430343 w 6254832"/>
                <a:gd name="connsiteY45" fmla="*/ 5432061 h 6864558"/>
                <a:gd name="connsiteX46" fmla="*/ 4220668 w 6254832"/>
                <a:gd name="connsiteY46" fmla="*/ 5657663 h 6864558"/>
                <a:gd name="connsiteX47" fmla="*/ 4115174 w 6254832"/>
                <a:gd name="connsiteY47" fmla="*/ 5768777 h 6864558"/>
                <a:gd name="connsiteX48" fmla="*/ 4007245 w 6254832"/>
                <a:gd name="connsiteY48" fmla="*/ 5876707 h 6864558"/>
                <a:gd name="connsiteX49" fmla="*/ 3781081 w 6254832"/>
                <a:gd name="connsiteY49" fmla="*/ 6078887 h 6864558"/>
                <a:gd name="connsiteX50" fmla="*/ 3534493 w 6254832"/>
                <a:gd name="connsiteY50" fmla="*/ 6249775 h 6864558"/>
                <a:gd name="connsiteX51" fmla="*/ 3265232 w 6254832"/>
                <a:gd name="connsiteY51" fmla="*/ 6373068 h 6864558"/>
                <a:gd name="connsiteX52" fmla="*/ 3194779 w 6254832"/>
                <a:gd name="connsiteY52" fmla="*/ 6394804 h 6864558"/>
                <a:gd name="connsiteX53" fmla="*/ 3123575 w 6254832"/>
                <a:gd name="connsiteY53" fmla="*/ 6412792 h 6864558"/>
                <a:gd name="connsiteX54" fmla="*/ 3051435 w 6254832"/>
                <a:gd name="connsiteY54" fmla="*/ 6426471 h 6864558"/>
                <a:gd name="connsiteX55" fmla="*/ 2978733 w 6254832"/>
                <a:gd name="connsiteY55" fmla="*/ 6436214 h 6864558"/>
                <a:gd name="connsiteX56" fmla="*/ 2905656 w 6254832"/>
                <a:gd name="connsiteY56" fmla="*/ 6442211 h 6864558"/>
                <a:gd name="connsiteX57" fmla="*/ 2832204 w 6254832"/>
                <a:gd name="connsiteY57" fmla="*/ 6444459 h 6864558"/>
                <a:gd name="connsiteX58" fmla="*/ 2758565 w 6254832"/>
                <a:gd name="connsiteY58" fmla="*/ 6443335 h 6864558"/>
                <a:gd name="connsiteX59" fmla="*/ 2683239 w 6254832"/>
                <a:gd name="connsiteY59" fmla="*/ 6438463 h 6864558"/>
                <a:gd name="connsiteX60" fmla="*/ 2091503 w 6254832"/>
                <a:gd name="connsiteY60" fmla="*/ 6343275 h 6864558"/>
                <a:gd name="connsiteX61" fmla="*/ 1948347 w 6254832"/>
                <a:gd name="connsiteY61" fmla="*/ 6301490 h 6864558"/>
                <a:gd name="connsiteX62" fmla="*/ 1807626 w 6254832"/>
                <a:gd name="connsiteY62" fmla="*/ 6252585 h 6864558"/>
                <a:gd name="connsiteX63" fmla="*/ 1738297 w 6254832"/>
                <a:gd name="connsiteY63" fmla="*/ 6225790 h 6864558"/>
                <a:gd name="connsiteX64" fmla="*/ 1669529 w 6254832"/>
                <a:gd name="connsiteY64" fmla="*/ 6197684 h 6864558"/>
                <a:gd name="connsiteX65" fmla="*/ 1635239 w 6254832"/>
                <a:gd name="connsiteY65" fmla="*/ 6183630 h 6864558"/>
                <a:gd name="connsiteX66" fmla="*/ 1601699 w 6254832"/>
                <a:gd name="connsiteY66" fmla="*/ 6167891 h 6864558"/>
                <a:gd name="connsiteX67" fmla="*/ 1534618 w 6254832"/>
                <a:gd name="connsiteY67" fmla="*/ 6136411 h 6864558"/>
                <a:gd name="connsiteX68" fmla="*/ 592299 w 6254832"/>
                <a:gd name="connsiteY68" fmla="*/ 5443116 h 6864558"/>
                <a:gd name="connsiteX69" fmla="*/ 0 w 6254832"/>
                <a:gd name="connsiteY69" fmla="*/ 4496675 h 6864558"/>
                <a:gd name="connsiteX70" fmla="*/ 0 w 6254832"/>
                <a:gd name="connsiteY70" fmla="*/ 5523875 h 6864558"/>
                <a:gd name="connsiteX71" fmla="*/ 2766060 w 6254832"/>
                <a:gd name="connsiteY71" fmla="*/ 6864559 h 6864558"/>
                <a:gd name="connsiteX72" fmla="*/ 6254833 w 6254832"/>
                <a:gd name="connsiteY72" fmla="*/ 3432373 h 6864558"/>
                <a:gd name="connsiteX73" fmla="*/ 2766060 w 6254832"/>
                <a:gd name="connsiteY73" fmla="*/ 0 h 6864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6254832" h="6864558">
                  <a:moveTo>
                    <a:pt x="2766060" y="0"/>
                  </a:moveTo>
                  <a:cubicBezTo>
                    <a:pt x="1639549" y="0"/>
                    <a:pt x="637831" y="525405"/>
                    <a:pt x="0" y="1340683"/>
                  </a:cubicBezTo>
                  <a:lnTo>
                    <a:pt x="0" y="2201306"/>
                  </a:lnTo>
                  <a:cubicBezTo>
                    <a:pt x="375" y="2200181"/>
                    <a:pt x="937" y="2198870"/>
                    <a:pt x="1312" y="2197746"/>
                  </a:cubicBezTo>
                  <a:cubicBezTo>
                    <a:pt x="142969" y="1837045"/>
                    <a:pt x="347959" y="1497143"/>
                    <a:pt x="612723" y="1201649"/>
                  </a:cubicBezTo>
                  <a:cubicBezTo>
                    <a:pt x="876550" y="906155"/>
                    <a:pt x="1201836" y="655258"/>
                    <a:pt x="1571344" y="483245"/>
                  </a:cubicBezTo>
                  <a:lnTo>
                    <a:pt x="1641235" y="452328"/>
                  </a:lnTo>
                  <a:cubicBezTo>
                    <a:pt x="1664658" y="442210"/>
                    <a:pt x="1687518" y="430967"/>
                    <a:pt x="1711502" y="422348"/>
                  </a:cubicBezTo>
                  <a:lnTo>
                    <a:pt x="1783080" y="395178"/>
                  </a:lnTo>
                  <a:cubicBezTo>
                    <a:pt x="1807064" y="386372"/>
                    <a:pt x="1830674" y="376441"/>
                    <a:pt x="1855220" y="369133"/>
                  </a:cubicBezTo>
                  <a:lnTo>
                    <a:pt x="1928297" y="345711"/>
                  </a:lnTo>
                  <a:cubicBezTo>
                    <a:pt x="1952656" y="338028"/>
                    <a:pt x="1976828" y="329409"/>
                    <a:pt x="2001749" y="323600"/>
                  </a:cubicBezTo>
                  <a:lnTo>
                    <a:pt x="2076138" y="304300"/>
                  </a:lnTo>
                  <a:lnTo>
                    <a:pt x="2113426" y="294744"/>
                  </a:lnTo>
                  <a:lnTo>
                    <a:pt x="2132163" y="290060"/>
                  </a:lnTo>
                  <a:lnTo>
                    <a:pt x="2151089" y="286312"/>
                  </a:lnTo>
                  <a:cubicBezTo>
                    <a:pt x="2351395" y="241716"/>
                    <a:pt x="2557322" y="219044"/>
                    <a:pt x="2763249" y="218482"/>
                  </a:cubicBezTo>
                  <a:cubicBezTo>
                    <a:pt x="2968802" y="218294"/>
                    <a:pt x="3174167" y="247900"/>
                    <a:pt x="3372225" y="301302"/>
                  </a:cubicBezTo>
                  <a:cubicBezTo>
                    <a:pt x="3471347" y="327910"/>
                    <a:pt x="3568596" y="360513"/>
                    <a:pt x="3663596" y="398364"/>
                  </a:cubicBezTo>
                  <a:cubicBezTo>
                    <a:pt x="3758784" y="435652"/>
                    <a:pt x="3851348" y="479311"/>
                    <a:pt x="3941663" y="526717"/>
                  </a:cubicBezTo>
                  <a:cubicBezTo>
                    <a:pt x="4031979" y="573936"/>
                    <a:pt x="4119297" y="626402"/>
                    <a:pt x="4204366" y="681678"/>
                  </a:cubicBezTo>
                  <a:cubicBezTo>
                    <a:pt x="4289060" y="737516"/>
                    <a:pt x="4370944" y="797289"/>
                    <a:pt x="4450018" y="860061"/>
                  </a:cubicBezTo>
                  <a:cubicBezTo>
                    <a:pt x="4529091" y="922832"/>
                    <a:pt x="4605540" y="988601"/>
                    <a:pt x="4678992" y="1057181"/>
                  </a:cubicBezTo>
                  <a:cubicBezTo>
                    <a:pt x="4752444" y="1125574"/>
                    <a:pt x="4822335" y="1197527"/>
                    <a:pt x="4889791" y="1271166"/>
                  </a:cubicBezTo>
                  <a:cubicBezTo>
                    <a:pt x="4957247" y="1344805"/>
                    <a:pt x="5021705" y="1420693"/>
                    <a:pt x="5083164" y="1498642"/>
                  </a:cubicBezTo>
                  <a:cubicBezTo>
                    <a:pt x="5144062" y="1576965"/>
                    <a:pt x="5202899" y="1656601"/>
                    <a:pt x="5257987" y="1738484"/>
                  </a:cubicBezTo>
                  <a:cubicBezTo>
                    <a:pt x="5313076" y="1820368"/>
                    <a:pt x="5365354" y="1903751"/>
                    <a:pt x="5413510" y="1989195"/>
                  </a:cubicBezTo>
                  <a:cubicBezTo>
                    <a:pt x="5462041" y="2074451"/>
                    <a:pt x="5507011" y="2161207"/>
                    <a:pt x="5548609" y="2249462"/>
                  </a:cubicBezTo>
                  <a:cubicBezTo>
                    <a:pt x="5631430" y="2426158"/>
                    <a:pt x="5698323" y="2608851"/>
                    <a:pt x="5747791" y="2795666"/>
                  </a:cubicBezTo>
                  <a:cubicBezTo>
                    <a:pt x="5771963" y="2889167"/>
                    <a:pt x="5791825" y="2983792"/>
                    <a:pt x="5806814" y="3078980"/>
                  </a:cubicBezTo>
                  <a:cubicBezTo>
                    <a:pt x="5810562" y="3102777"/>
                    <a:pt x="5814497" y="3126574"/>
                    <a:pt x="5816933" y="3150558"/>
                  </a:cubicBezTo>
                  <a:cubicBezTo>
                    <a:pt x="5819556" y="3174542"/>
                    <a:pt x="5823304" y="3198339"/>
                    <a:pt x="5825178" y="3222323"/>
                  </a:cubicBezTo>
                  <a:cubicBezTo>
                    <a:pt x="5827426" y="3246308"/>
                    <a:pt x="5830050" y="3270292"/>
                    <a:pt x="5831923" y="3294276"/>
                  </a:cubicBezTo>
                  <a:lnTo>
                    <a:pt x="5836233" y="3366416"/>
                  </a:lnTo>
                  <a:cubicBezTo>
                    <a:pt x="5839981" y="3462728"/>
                    <a:pt x="5839981" y="3559227"/>
                    <a:pt x="5833047" y="3655726"/>
                  </a:cubicBezTo>
                  <a:cubicBezTo>
                    <a:pt x="5830986" y="3679711"/>
                    <a:pt x="5830237" y="3704069"/>
                    <a:pt x="5827426" y="3728054"/>
                  </a:cubicBezTo>
                  <a:lnTo>
                    <a:pt x="5819556" y="3800194"/>
                  </a:lnTo>
                  <a:lnTo>
                    <a:pt x="5809063" y="3872147"/>
                  </a:lnTo>
                  <a:cubicBezTo>
                    <a:pt x="5805690" y="3896131"/>
                    <a:pt x="5800818" y="3919928"/>
                    <a:pt x="5796696" y="3943912"/>
                  </a:cubicBezTo>
                  <a:cubicBezTo>
                    <a:pt x="5778708" y="4039287"/>
                    <a:pt x="5755848" y="4134662"/>
                    <a:pt x="5725305" y="4225165"/>
                  </a:cubicBezTo>
                  <a:cubicBezTo>
                    <a:pt x="5694763" y="4315669"/>
                    <a:pt x="5656726" y="4402237"/>
                    <a:pt x="5605384" y="4478312"/>
                  </a:cubicBezTo>
                  <a:cubicBezTo>
                    <a:pt x="5554980" y="4555324"/>
                    <a:pt x="5489960" y="4620718"/>
                    <a:pt x="5412573" y="4677306"/>
                  </a:cubicBezTo>
                  <a:cubicBezTo>
                    <a:pt x="5335374" y="4734269"/>
                    <a:pt x="5245995" y="4782987"/>
                    <a:pt x="5155867" y="4834703"/>
                  </a:cubicBezTo>
                  <a:cubicBezTo>
                    <a:pt x="4973924" y="4936261"/>
                    <a:pt x="4794791" y="5058806"/>
                    <a:pt x="4645452" y="5207396"/>
                  </a:cubicBezTo>
                  <a:cubicBezTo>
                    <a:pt x="4607414" y="5244497"/>
                    <a:pt x="4571813" y="5281597"/>
                    <a:pt x="4536211" y="5319072"/>
                  </a:cubicBezTo>
                  <a:lnTo>
                    <a:pt x="4430343" y="5432061"/>
                  </a:lnTo>
                  <a:cubicBezTo>
                    <a:pt x="4360264" y="5507574"/>
                    <a:pt x="4290934" y="5583087"/>
                    <a:pt x="4220668" y="5657663"/>
                  </a:cubicBezTo>
                  <a:cubicBezTo>
                    <a:pt x="4185628" y="5694951"/>
                    <a:pt x="4150589" y="5732052"/>
                    <a:pt x="4115174" y="5768777"/>
                  </a:cubicBezTo>
                  <a:cubicBezTo>
                    <a:pt x="4079573" y="5805316"/>
                    <a:pt x="4043597" y="5841292"/>
                    <a:pt x="4007245" y="5876707"/>
                  </a:cubicBezTo>
                  <a:cubicBezTo>
                    <a:pt x="3934543" y="5947723"/>
                    <a:pt x="3859405" y="6015740"/>
                    <a:pt x="3781081" y="6078887"/>
                  </a:cubicBezTo>
                  <a:cubicBezTo>
                    <a:pt x="3702945" y="6142220"/>
                    <a:pt x="3620312" y="6199557"/>
                    <a:pt x="3534493" y="6249775"/>
                  </a:cubicBezTo>
                  <a:cubicBezTo>
                    <a:pt x="3448300" y="6299429"/>
                    <a:pt x="3358359" y="6341589"/>
                    <a:pt x="3265232" y="6373068"/>
                  </a:cubicBezTo>
                  <a:cubicBezTo>
                    <a:pt x="3241998" y="6381313"/>
                    <a:pt x="3218201" y="6387497"/>
                    <a:pt x="3194779" y="6394804"/>
                  </a:cubicBezTo>
                  <a:cubicBezTo>
                    <a:pt x="3171169" y="6401175"/>
                    <a:pt x="3147185" y="6406797"/>
                    <a:pt x="3123575" y="6412792"/>
                  </a:cubicBezTo>
                  <a:cubicBezTo>
                    <a:pt x="3099404" y="6417477"/>
                    <a:pt x="3075420" y="6422161"/>
                    <a:pt x="3051435" y="6426471"/>
                  </a:cubicBezTo>
                  <a:cubicBezTo>
                    <a:pt x="3027076" y="6429657"/>
                    <a:pt x="3002904" y="6433591"/>
                    <a:pt x="2978733" y="6436214"/>
                  </a:cubicBezTo>
                  <a:cubicBezTo>
                    <a:pt x="2954374" y="6438088"/>
                    <a:pt x="2930015" y="6440899"/>
                    <a:pt x="2905656" y="6442211"/>
                  </a:cubicBezTo>
                  <a:cubicBezTo>
                    <a:pt x="2881109" y="6442960"/>
                    <a:pt x="2856751" y="6444272"/>
                    <a:pt x="2832204" y="6444459"/>
                  </a:cubicBezTo>
                  <a:cubicBezTo>
                    <a:pt x="2807658" y="6444084"/>
                    <a:pt x="2783298" y="6444084"/>
                    <a:pt x="2758565" y="6443335"/>
                  </a:cubicBezTo>
                  <a:lnTo>
                    <a:pt x="2683239" y="6438463"/>
                  </a:lnTo>
                  <a:cubicBezTo>
                    <a:pt x="2482559" y="6425909"/>
                    <a:pt x="2284126" y="6393492"/>
                    <a:pt x="2091503" y="6343275"/>
                  </a:cubicBezTo>
                  <a:lnTo>
                    <a:pt x="1948347" y="6301490"/>
                  </a:lnTo>
                  <a:cubicBezTo>
                    <a:pt x="1901127" y="6286126"/>
                    <a:pt x="1854658" y="6268699"/>
                    <a:pt x="1807626" y="6252585"/>
                  </a:cubicBezTo>
                  <a:cubicBezTo>
                    <a:pt x="1784017" y="6245090"/>
                    <a:pt x="1761344" y="6234972"/>
                    <a:pt x="1738297" y="6225790"/>
                  </a:cubicBezTo>
                  <a:lnTo>
                    <a:pt x="1669529" y="6197684"/>
                  </a:lnTo>
                  <a:lnTo>
                    <a:pt x="1635239" y="6183630"/>
                  </a:lnTo>
                  <a:lnTo>
                    <a:pt x="1601699" y="6167891"/>
                  </a:lnTo>
                  <a:lnTo>
                    <a:pt x="1534618" y="6136411"/>
                  </a:lnTo>
                  <a:cubicBezTo>
                    <a:pt x="1179164" y="5964961"/>
                    <a:pt x="857250" y="5729616"/>
                    <a:pt x="592299" y="5443116"/>
                  </a:cubicBezTo>
                  <a:cubicBezTo>
                    <a:pt x="336904" y="5166173"/>
                    <a:pt x="137160" y="4842573"/>
                    <a:pt x="0" y="4496675"/>
                  </a:cubicBezTo>
                  <a:lnTo>
                    <a:pt x="0" y="5523875"/>
                  </a:lnTo>
                  <a:cubicBezTo>
                    <a:pt x="637831" y="6338966"/>
                    <a:pt x="1639549" y="6864559"/>
                    <a:pt x="2766060" y="6864559"/>
                  </a:cubicBezTo>
                  <a:cubicBezTo>
                    <a:pt x="4692858" y="6864559"/>
                    <a:pt x="6254833" y="5327879"/>
                    <a:pt x="6254833" y="3432373"/>
                  </a:cubicBezTo>
                  <a:cubicBezTo>
                    <a:pt x="6254833" y="1536679"/>
                    <a:pt x="4692858" y="0"/>
                    <a:pt x="2766060" y="0"/>
                  </a:cubicBezTo>
                  <a:close/>
                </a:path>
              </a:pathLst>
            </a:custGeom>
            <a:ln w="1873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FEE4B2D-7D54-093B-718D-4956EE49E3C5}"/>
              </a:ext>
            </a:extLst>
          </p:cNvPr>
          <p:cNvSpPr txBox="1"/>
          <p:nvPr/>
        </p:nvSpPr>
        <p:spPr>
          <a:xfrm>
            <a:off x="478431" y="501339"/>
            <a:ext cx="4977976" cy="5973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MAIN PROGRAM</a:t>
            </a:r>
          </a:p>
        </p:txBody>
      </p:sp>
      <p:graphicFrame>
        <p:nvGraphicFramePr>
          <p:cNvPr id="7" name="TextBox 2">
            <a:extLst>
              <a:ext uri="{FF2B5EF4-FFF2-40B4-BE49-F238E27FC236}">
                <a16:creationId xmlns:a16="http://schemas.microsoft.com/office/drawing/2014/main" id="{62463F2F-DB46-98DE-619E-3DF3642458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4053005"/>
              </p:ext>
            </p:extLst>
          </p:nvPr>
        </p:nvGraphicFramePr>
        <p:xfrm>
          <a:off x="6867515" y="1617388"/>
          <a:ext cx="4977578" cy="36392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6" name="TextBox 2">
            <a:extLst>
              <a:ext uri="{FF2B5EF4-FFF2-40B4-BE49-F238E27FC236}">
                <a16:creationId xmlns:a16="http://schemas.microsoft.com/office/drawing/2014/main" id="{0C9ACB2D-ED46-8EB9-CAB7-9303EF6E42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3457915"/>
              </p:ext>
            </p:extLst>
          </p:nvPr>
        </p:nvGraphicFramePr>
        <p:xfrm>
          <a:off x="-894473" y="1036433"/>
          <a:ext cx="6990320" cy="5094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D5E4683-5E10-C9FA-2469-D58ECA969B36}"/>
              </a:ext>
            </a:extLst>
          </p:cNvPr>
          <p:cNvSpPr txBox="1"/>
          <p:nvPr/>
        </p:nvSpPr>
        <p:spPr>
          <a:xfrm>
            <a:off x="594980" y="3263487"/>
            <a:ext cx="4646298" cy="836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EMGCY_STOP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IMMEDIATE_ON_PHASE_STOP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BFB19C-13D1-D6D1-A4C1-E96C2B14AB8F}"/>
              </a:ext>
            </a:extLst>
          </p:cNvPr>
          <p:cNvSpPr txBox="1"/>
          <p:nvPr/>
        </p:nvSpPr>
        <p:spPr>
          <a:xfrm>
            <a:off x="3929443" y="401221"/>
            <a:ext cx="64757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2400" dirty="0"/>
              <a:t>Manages the over all of the machine and </a:t>
            </a:r>
            <a:r>
              <a:rPr lang="en-US" sz="2400" dirty="0"/>
              <a:t>allows</a:t>
            </a:r>
            <a:r>
              <a:rPr lang="fr-BE" sz="2400" dirty="0"/>
              <a:t> </a:t>
            </a:r>
            <a:r>
              <a:rPr lang="en-US" sz="2400" dirty="0"/>
              <a:t>subcomponents</a:t>
            </a:r>
            <a:r>
              <a:rPr lang="fr-BE" sz="2400" dirty="0"/>
              <a:t> to </a:t>
            </a:r>
            <a:r>
              <a:rPr lang="en-US" sz="2400" dirty="0"/>
              <a:t>communicates</a:t>
            </a:r>
            <a:r>
              <a:rPr lang="fr-BE" sz="2400" dirty="0"/>
              <a:t> </a:t>
            </a:r>
            <a:endParaRPr lang="en-US" sz="2400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EF65988D-7472-9E95-DCDF-D9A345DA5B6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947275" y="2405921"/>
            <a:ext cx="2377440" cy="1463040"/>
          </a:xfrm>
          <a:prstGeom prst="bentConnector3">
            <a:avLst>
              <a:gd name="adj1" fmla="val 100197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31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8" name="Rectangle 117">
            <a:extLst>
              <a:ext uri="{FF2B5EF4-FFF2-40B4-BE49-F238E27FC236}">
                <a16:creationId xmlns:a16="http://schemas.microsoft.com/office/drawing/2014/main" id="{ADA216DF-C268-4A25-A2DC-51E15F550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731F30-65A3-D66F-D0F1-DFD8D3CC2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474080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1. The Feeder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206C59-3C3A-66D9-ADE4-8E736F0AD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63" y="141676"/>
            <a:ext cx="6995886" cy="428497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967EAF-05B3-0810-749F-598CB5B24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553" y="346908"/>
            <a:ext cx="3758184" cy="22191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7D0937-9A5E-1567-A6D1-9A8E2D4339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553" y="2877086"/>
            <a:ext cx="3758184" cy="1710380"/>
          </a:xfrm>
          <a:prstGeom prst="rect">
            <a:avLst/>
          </a:prstGeom>
        </p:spPr>
      </p:pic>
      <p:sp>
        <p:nvSpPr>
          <p:cNvPr id="119" name="sketch line">
            <a:extLst>
              <a:ext uri="{FF2B5EF4-FFF2-40B4-BE49-F238E27FC236}">
                <a16:creationId xmlns:a16="http://schemas.microsoft.com/office/drawing/2014/main" id="{DE127D07-37F2-4FE3-9F47-F0CD6740D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563476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4B8FF4-0FC2-F7D3-2244-2E3DCE138852}"/>
              </a:ext>
            </a:extLst>
          </p:cNvPr>
          <p:cNvSpPr txBox="1"/>
          <p:nvPr/>
        </p:nvSpPr>
        <p:spPr>
          <a:xfrm>
            <a:off x="2430480" y="5914514"/>
            <a:ext cx="73264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</a:t>
            </a:r>
            <a:r>
              <a:rPr lang="en-US" sz="1800" dirty="0"/>
              <a:t>arries three lines of boxes to the crane following a specific 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865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extBox 4">
            <a:extLst>
              <a:ext uri="{FF2B5EF4-FFF2-40B4-BE49-F238E27FC236}">
                <a16:creationId xmlns:a16="http://schemas.microsoft.com/office/drawing/2014/main" id="{7E3134DC-4F95-D337-AF4E-045A1E7015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9313218"/>
              </p:ext>
            </p:extLst>
          </p:nvPr>
        </p:nvGraphicFramePr>
        <p:xfrm>
          <a:off x="6096000" y="885371"/>
          <a:ext cx="5921829" cy="50074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63560B6-6AD5-E940-7FF1-C5FD8C4E0498}"/>
              </a:ext>
            </a:extLst>
          </p:cNvPr>
          <p:cNvSpPr txBox="1"/>
          <p:nvPr/>
        </p:nvSpPr>
        <p:spPr>
          <a:xfrm>
            <a:off x="317080" y="293496"/>
            <a:ext cx="48477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FEEDER PROGRAM</a:t>
            </a:r>
          </a:p>
        </p:txBody>
      </p:sp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14714129-B60A-318C-ED34-557DD8E843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7846084"/>
              </p:ext>
            </p:extLst>
          </p:nvPr>
        </p:nvGraphicFramePr>
        <p:xfrm>
          <a:off x="-574458" y="885371"/>
          <a:ext cx="6670458" cy="4324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9B2B879-AFA5-2687-462A-05537981E781}"/>
              </a:ext>
            </a:extLst>
          </p:cNvPr>
          <p:cNvSpPr txBox="1"/>
          <p:nvPr/>
        </p:nvSpPr>
        <p:spPr>
          <a:xfrm>
            <a:off x="956285" y="2805255"/>
            <a:ext cx="4106966" cy="8458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CONFIRM_STOP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FEEDER_FAULT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9D9C326-C2FA-E31C-B9D5-1561B7694C58}"/>
              </a:ext>
            </a:extLst>
          </p:cNvPr>
          <p:cNvCxnSpPr>
            <a:cxnSpLocks/>
          </p:cNvCxnSpPr>
          <p:nvPr/>
        </p:nvCxnSpPr>
        <p:spPr>
          <a:xfrm flipV="1">
            <a:off x="4527030" y="1259174"/>
            <a:ext cx="1723868" cy="16639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0AB220B7-D5BB-B030-3158-15F8FC231E4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59568" y="1648207"/>
            <a:ext cx="5591331" cy="3757821"/>
          </a:xfrm>
          <a:prstGeom prst="bentConnector3">
            <a:avLst>
              <a:gd name="adj1" fmla="val 99866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047E7E76-C714-7545-442B-B62E86678E63}"/>
              </a:ext>
            </a:extLst>
          </p:cNvPr>
          <p:cNvCxnSpPr/>
          <p:nvPr/>
        </p:nvCxnSpPr>
        <p:spPr>
          <a:xfrm rot="5400000" flipH="1" flipV="1">
            <a:off x="3130208" y="2620543"/>
            <a:ext cx="4272197" cy="1969184"/>
          </a:xfrm>
          <a:prstGeom prst="bentConnector3">
            <a:avLst>
              <a:gd name="adj1" fmla="val 99825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158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9" name="Rectangle 278">
            <a:extLst>
              <a:ext uri="{FF2B5EF4-FFF2-40B4-BE49-F238E27FC236}">
                <a16:creationId xmlns:a16="http://schemas.microsoft.com/office/drawing/2014/main" id="{BD02D496-6B73-4F97-A645-768B8C29F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FAFBE-4DB5-8058-A564-7F0562E0A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8833" y="5140633"/>
            <a:ext cx="3869763" cy="60572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7200" dirty="0"/>
              <a:t>2. Crane </a:t>
            </a: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85" name="Rectangle 284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5" y="269325"/>
            <a:ext cx="3700492" cy="61719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5614A2-6F96-6AF1-C292-5FA2550AB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200" y="188308"/>
            <a:ext cx="6830130" cy="47640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92FC1F-99B3-571A-39A4-33844D4C5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25" y="3399065"/>
            <a:ext cx="4013632" cy="191316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ED8C21-D922-D967-C7D1-3E9B0D85A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25" y="565265"/>
            <a:ext cx="4218983" cy="10313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9E29D1-D4B8-A6DC-8E18-E3A95FEBA2DE}"/>
              </a:ext>
            </a:extLst>
          </p:cNvPr>
          <p:cNvSpPr txBox="1"/>
          <p:nvPr/>
        </p:nvSpPr>
        <p:spPr>
          <a:xfrm>
            <a:off x="6098500" y="5746362"/>
            <a:ext cx="6093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</a:t>
            </a:r>
            <a:r>
              <a:rPr lang="en-US" sz="1800" dirty="0"/>
              <a:t>ransports the boxes to the pallet and drops them after laying a sheet of cardboard on the pallet </a:t>
            </a:r>
            <a:r>
              <a:rPr lang="en-US" dirty="0"/>
              <a:t>at </a:t>
            </a:r>
            <a:r>
              <a:rPr lang="en-US" sz="1800" dirty="0"/>
              <a:t>first layer of boxes.</a:t>
            </a:r>
          </a:p>
        </p:txBody>
      </p:sp>
    </p:spTree>
    <p:extLst>
      <p:ext uri="{BB962C8B-B14F-4D97-AF65-F5344CB8AC3E}">
        <p14:creationId xmlns:p14="http://schemas.microsoft.com/office/powerpoint/2010/main" val="3973513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TextBox 3">
            <a:extLst>
              <a:ext uri="{FF2B5EF4-FFF2-40B4-BE49-F238E27FC236}">
                <a16:creationId xmlns:a16="http://schemas.microsoft.com/office/drawing/2014/main" id="{AEE99ED7-862A-A7B8-C746-35E7C2E67C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4208557"/>
              </p:ext>
            </p:extLst>
          </p:nvPr>
        </p:nvGraphicFramePr>
        <p:xfrm>
          <a:off x="5548208" y="946331"/>
          <a:ext cx="6251905" cy="53238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57508D9-A14C-0B11-6EC0-E596EAD33B36}"/>
              </a:ext>
            </a:extLst>
          </p:cNvPr>
          <p:cNvSpPr txBox="1"/>
          <p:nvPr/>
        </p:nvSpPr>
        <p:spPr>
          <a:xfrm>
            <a:off x="0" y="88445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CRANE  PROGRAM</a:t>
            </a:r>
          </a:p>
        </p:txBody>
      </p:sp>
      <p:graphicFrame>
        <p:nvGraphicFramePr>
          <p:cNvPr id="11" name="TextBox 2">
            <a:extLst>
              <a:ext uri="{FF2B5EF4-FFF2-40B4-BE49-F238E27FC236}">
                <a16:creationId xmlns:a16="http://schemas.microsoft.com/office/drawing/2014/main" id="{4FB37C0A-5505-5B4E-73D6-DC26A106D0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119581"/>
              </p:ext>
            </p:extLst>
          </p:nvPr>
        </p:nvGraphicFramePr>
        <p:xfrm>
          <a:off x="-1107285" y="1102571"/>
          <a:ext cx="6670458" cy="4324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9B2B879-AFA5-2687-462A-05537981E781}"/>
              </a:ext>
            </a:extLst>
          </p:cNvPr>
          <p:cNvSpPr txBox="1"/>
          <p:nvPr/>
        </p:nvSpPr>
        <p:spPr>
          <a:xfrm>
            <a:off x="833631" y="2886477"/>
            <a:ext cx="3822189" cy="7566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CONFIRM_STOP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FEEDER_FAULT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2D8978FD-5191-729A-4BDA-45A5628AA3A4}"/>
              </a:ext>
            </a:extLst>
          </p:cNvPr>
          <p:cNvCxnSpPr>
            <a:cxnSpLocks/>
          </p:cNvCxnSpPr>
          <p:nvPr/>
        </p:nvCxnSpPr>
        <p:spPr>
          <a:xfrm flipV="1">
            <a:off x="3762531" y="1347957"/>
            <a:ext cx="1828799" cy="172502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64D9F909-3A64-CBBF-491E-EDDCFB152F54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3632" y="1736989"/>
            <a:ext cx="4757701" cy="3773054"/>
          </a:xfrm>
          <a:prstGeom prst="bentConnector3">
            <a:avLst>
              <a:gd name="adj1" fmla="val 100096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BEBBB8C5-74CA-3143-4FC9-0AD6BCA3C11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470640" y="2709326"/>
            <a:ext cx="4272197" cy="1969184"/>
          </a:xfrm>
          <a:prstGeom prst="bentConnector3">
            <a:avLst>
              <a:gd name="adj1" fmla="val 99825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309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2111B97A-2FB0-4625-8C2E-CDCB1AF68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B83D307E-DF68-43F8-97CE-0AAE950A7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71255" y="-1"/>
            <a:ext cx="7649490" cy="5728133"/>
            <a:chOff x="329184" y="1"/>
            <a:chExt cx="524256" cy="5728133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546E3D2-37BF-4528-9851-2B2F62823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28134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752A0C69-DC4E-4FC0-843C-BAA27B3A56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8ED94938-268E-4C0A-A08A-B3980C78B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318045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006412-8D6D-FF48-D221-AB2992F1E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65" y="213511"/>
            <a:ext cx="4585825" cy="70872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5200" dirty="0"/>
              <a:t>3. Pallet handler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69B5FA3-07E2-DD38-2CA9-F93D7739C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082" y="768748"/>
            <a:ext cx="8395003" cy="41555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D7233D-2515-D764-5D05-92381966E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596" y="5133520"/>
            <a:ext cx="3292790" cy="10323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1D3039-CFBD-45C9-6C85-C518A284B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797" y="5026560"/>
            <a:ext cx="3292790" cy="10241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2956B3-C894-80B3-22AD-82AFB679050F}"/>
              </a:ext>
            </a:extLst>
          </p:cNvPr>
          <p:cNvSpPr txBox="1"/>
          <p:nvPr/>
        </p:nvSpPr>
        <p:spPr>
          <a:xfrm>
            <a:off x="4482981" y="318375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</a:t>
            </a:r>
            <a:r>
              <a:rPr lang="en-US" sz="1800" dirty="0"/>
              <a:t>repare pallets and bring them to the right position, waiting for the boxes to be dropped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121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1D325806-4C3A-F989-5EE9-5627F8E429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3981194"/>
              </p:ext>
            </p:extLst>
          </p:nvPr>
        </p:nvGraphicFramePr>
        <p:xfrm>
          <a:off x="5110344" y="1225607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8C06A92-8018-4914-33AB-5D80EB21D9CF}"/>
              </a:ext>
            </a:extLst>
          </p:cNvPr>
          <p:cNvSpPr txBox="1"/>
          <p:nvPr/>
        </p:nvSpPr>
        <p:spPr>
          <a:xfrm>
            <a:off x="4952706" y="109468"/>
            <a:ext cx="58904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latin typeface="Aptos (Body)"/>
              </a:rPr>
              <a:t>PALLET PROGRAM</a:t>
            </a:r>
          </a:p>
        </p:txBody>
      </p:sp>
      <p:graphicFrame>
        <p:nvGraphicFramePr>
          <p:cNvPr id="11" name="TextBox 2">
            <a:extLst>
              <a:ext uri="{FF2B5EF4-FFF2-40B4-BE49-F238E27FC236}">
                <a16:creationId xmlns:a16="http://schemas.microsoft.com/office/drawing/2014/main" id="{EBA6F0A5-472A-54B3-A795-7EAD03FD14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4215085"/>
              </p:ext>
            </p:extLst>
          </p:nvPr>
        </p:nvGraphicFramePr>
        <p:xfrm>
          <a:off x="-1086101" y="109468"/>
          <a:ext cx="6670458" cy="43244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9B2B879-AFA5-2687-462A-05537981E781}"/>
              </a:ext>
            </a:extLst>
          </p:cNvPr>
          <p:cNvSpPr txBox="1"/>
          <p:nvPr/>
        </p:nvSpPr>
        <p:spPr>
          <a:xfrm>
            <a:off x="803918" y="1939906"/>
            <a:ext cx="4026358" cy="669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CONFIRM_STOP</a:t>
            </a:r>
          </a:p>
          <a:p>
            <a:pPr marL="457200" indent="-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FEEDER_FAULT</a:t>
            </a:r>
          </a:p>
        </p:txBody>
      </p:sp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8B28CD01-3300-A11F-B26E-D79938955BEF}"/>
              </a:ext>
            </a:extLst>
          </p:cNvPr>
          <p:cNvCxnSpPr>
            <a:cxnSpLocks/>
          </p:cNvCxnSpPr>
          <p:nvPr/>
        </p:nvCxnSpPr>
        <p:spPr>
          <a:xfrm flipV="1">
            <a:off x="3387777" y="1492539"/>
            <a:ext cx="1722567" cy="80095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328F2EEF-2E6E-04C5-01DC-294578B1EAFD}"/>
              </a:ext>
            </a:extLst>
          </p:cNvPr>
          <p:cNvCxnSpPr>
            <a:cxnSpLocks/>
          </p:cNvCxnSpPr>
          <p:nvPr/>
        </p:nvCxnSpPr>
        <p:spPr>
          <a:xfrm rot="10800000" flipV="1">
            <a:off x="541994" y="1881571"/>
            <a:ext cx="4568353" cy="2375636"/>
          </a:xfrm>
          <a:prstGeom prst="bentConnector3">
            <a:avLst>
              <a:gd name="adj1" fmla="val 99876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4D5CC9E8-0C9D-7A11-5331-28ED7C05A9C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03752" y="2791164"/>
            <a:ext cx="3495354" cy="1317830"/>
          </a:xfrm>
          <a:prstGeom prst="bentConnector3">
            <a:avLst>
              <a:gd name="adj1" fmla="val 100177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90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2" name="Rectangle 151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reeform: Shape 153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88F49E-8AA0-77EE-78A9-8BF6E75B8E5F}"/>
              </a:ext>
            </a:extLst>
          </p:cNvPr>
          <p:cNvSpPr txBox="1"/>
          <p:nvPr/>
        </p:nvSpPr>
        <p:spPr>
          <a:xfrm>
            <a:off x="556953" y="643467"/>
            <a:ext cx="3222588" cy="5571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Signal Management</a:t>
            </a:r>
          </a:p>
        </p:txBody>
      </p: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1AA5177-73FD-94C9-B8F0-97AF9FAE27D5}"/>
              </a:ext>
            </a:extLst>
          </p:cNvPr>
          <p:cNvGrpSpPr/>
          <p:nvPr/>
        </p:nvGrpSpPr>
        <p:grpSpPr>
          <a:xfrm>
            <a:off x="4499022" y="447802"/>
            <a:ext cx="7512100" cy="6439327"/>
            <a:chOff x="4499022" y="447802"/>
            <a:chExt cx="7512100" cy="6439327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4E43E16B-2FB2-128E-4180-1BAC25A79A2C}"/>
                </a:ext>
              </a:extLst>
            </p:cNvPr>
            <p:cNvGrpSpPr/>
            <p:nvPr/>
          </p:nvGrpSpPr>
          <p:grpSpPr>
            <a:xfrm>
              <a:off x="4499022" y="447802"/>
              <a:ext cx="7512100" cy="5766731"/>
              <a:chOff x="4679900" y="389744"/>
              <a:chExt cx="7512100" cy="5571066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49B20D0A-B5A2-63A4-67BD-1EDC820CE33C}"/>
                  </a:ext>
                </a:extLst>
              </p:cNvPr>
              <p:cNvGrpSpPr/>
              <p:nvPr/>
            </p:nvGrpSpPr>
            <p:grpSpPr>
              <a:xfrm>
                <a:off x="4679900" y="389744"/>
                <a:ext cx="7512100" cy="5571066"/>
                <a:chOff x="4435061" y="434715"/>
                <a:chExt cx="7512100" cy="5571066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57B60A92-D225-36D0-4CD5-1287C12DF853}"/>
                    </a:ext>
                  </a:extLst>
                </p:cNvPr>
                <p:cNvGrpSpPr/>
                <p:nvPr/>
              </p:nvGrpSpPr>
              <p:grpSpPr>
                <a:xfrm>
                  <a:off x="4435061" y="434715"/>
                  <a:ext cx="7512100" cy="5571066"/>
                  <a:chOff x="-2326" y="234880"/>
                  <a:chExt cx="12163030" cy="6387913"/>
                </a:xfrm>
              </p:grpSpPr>
              <p:pic>
                <p:nvPicPr>
                  <p:cNvPr id="5" name="图片 4" descr="图示, 示意图&#10;&#10;描述已自动生成">
                    <a:extLst>
                      <a:ext uri="{FF2B5EF4-FFF2-40B4-BE49-F238E27FC236}">
                        <a16:creationId xmlns:a16="http://schemas.microsoft.com/office/drawing/2014/main" id="{AD0B74C5-6FEC-6047-9092-42B3C48F37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664708" y="257175"/>
                    <a:ext cx="2066925" cy="1924050"/>
                  </a:xfrm>
                  <a:prstGeom prst="rect">
                    <a:avLst/>
                  </a:prstGeom>
                </p:spPr>
              </p:pic>
              <p:pic>
                <p:nvPicPr>
                  <p:cNvPr id="7" name="图片 6" descr="电脑屏幕的照片&#10;&#10;描述已自动生成">
                    <a:extLst>
                      <a:ext uri="{FF2B5EF4-FFF2-40B4-BE49-F238E27FC236}">
                        <a16:creationId xmlns:a16="http://schemas.microsoft.com/office/drawing/2014/main" id="{7D438F43-7E47-E164-4632-D00F0DEB3F9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0893879" y="620486"/>
                    <a:ext cx="1266825" cy="3690257"/>
                  </a:xfrm>
                  <a:prstGeom prst="rect">
                    <a:avLst/>
                  </a:prstGeom>
                </p:spPr>
              </p:pic>
              <p:pic>
                <p:nvPicPr>
                  <p:cNvPr id="9" name="图片 8" descr="图标&#10;&#10;低可信度描述已自动生成">
                    <a:extLst>
                      <a:ext uri="{FF2B5EF4-FFF2-40B4-BE49-F238E27FC236}">
                        <a16:creationId xmlns:a16="http://schemas.microsoft.com/office/drawing/2014/main" id="{E05A7064-EC5D-70EA-06DB-DF1190DA63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969154" y="3244624"/>
                    <a:ext cx="1457429" cy="1725387"/>
                  </a:xfrm>
                  <a:prstGeom prst="rect">
                    <a:avLst/>
                  </a:prstGeom>
                </p:spPr>
              </p:pic>
              <p:pic>
                <p:nvPicPr>
                  <p:cNvPr id="13" name="图片 12" descr="图标&#10;&#10;低可信度描述已自动生成">
                    <a:extLst>
                      <a:ext uri="{FF2B5EF4-FFF2-40B4-BE49-F238E27FC236}">
                        <a16:creationId xmlns:a16="http://schemas.microsoft.com/office/drawing/2014/main" id="{8CC153F4-E82E-3ED7-97EE-7EEA73F1623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24147" y="2673945"/>
                    <a:ext cx="2350233" cy="2782339"/>
                  </a:xfrm>
                  <a:prstGeom prst="rect">
                    <a:avLst/>
                  </a:prstGeom>
                </p:spPr>
              </p:pic>
              <p:pic>
                <p:nvPicPr>
                  <p:cNvPr id="17" name="图片 16" descr="图示&#10;&#10;描述已自动生成">
                    <a:extLst>
                      <a:ext uri="{FF2B5EF4-FFF2-40B4-BE49-F238E27FC236}">
                        <a16:creationId xmlns:a16="http://schemas.microsoft.com/office/drawing/2014/main" id="{8AA0306B-4DCA-9FB0-B526-6B77FFAFE0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490242" y="5302217"/>
                    <a:ext cx="2415252" cy="1234167"/>
                  </a:xfrm>
                  <a:prstGeom prst="rect">
                    <a:avLst/>
                  </a:prstGeom>
                </p:spPr>
              </p:pic>
              <p:pic>
                <p:nvPicPr>
                  <p:cNvPr id="19" name="图片 18" descr="图示&#10;&#10;描述已自动生成">
                    <a:extLst>
                      <a:ext uri="{FF2B5EF4-FFF2-40B4-BE49-F238E27FC236}">
                        <a16:creationId xmlns:a16="http://schemas.microsoft.com/office/drawing/2014/main" id="{0FB31EE9-9994-2E35-8CF7-9C5D431EA31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409582" y="5257473"/>
                    <a:ext cx="2584351" cy="1320575"/>
                  </a:xfrm>
                  <a:prstGeom prst="rect">
                    <a:avLst/>
                  </a:prstGeom>
                </p:spPr>
              </p:pic>
              <p:pic>
                <p:nvPicPr>
                  <p:cNvPr id="24" name="图片 23" descr="图标&#10;&#10;低可信度描述已自动生成">
                    <a:extLst>
                      <a:ext uri="{FF2B5EF4-FFF2-40B4-BE49-F238E27FC236}">
                        <a16:creationId xmlns:a16="http://schemas.microsoft.com/office/drawing/2014/main" id="{2F3BF350-5E6B-A4DE-28CB-83A89F5A81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40103" y="3201177"/>
                    <a:ext cx="1520069" cy="1799544"/>
                  </a:xfrm>
                  <a:prstGeom prst="rect">
                    <a:avLst/>
                  </a:prstGeom>
                </p:spPr>
              </p:pic>
              <p:pic>
                <p:nvPicPr>
                  <p:cNvPr id="25" name="图片 24" descr="图示&#10;&#10;描述已自动生成">
                    <a:extLst>
                      <a:ext uri="{FF2B5EF4-FFF2-40B4-BE49-F238E27FC236}">
                        <a16:creationId xmlns:a16="http://schemas.microsoft.com/office/drawing/2014/main" id="{0B755DB6-A722-798A-140F-F90615FC6E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65056" y="5302217"/>
                    <a:ext cx="2584351" cy="1320575"/>
                  </a:xfrm>
                  <a:prstGeom prst="rect">
                    <a:avLst/>
                  </a:prstGeom>
                </p:spPr>
              </p:pic>
              <p:sp>
                <p:nvSpPr>
                  <p:cNvPr id="29" name="箭头: 下 28">
                    <a:extLst>
                      <a:ext uri="{FF2B5EF4-FFF2-40B4-BE49-F238E27FC236}">
                        <a16:creationId xmlns:a16="http://schemas.microsoft.com/office/drawing/2014/main" id="{BB5A9B90-DFFF-960D-426F-31196DE10324}"/>
                      </a:ext>
                    </a:extLst>
                  </p:cNvPr>
                  <p:cNvSpPr/>
                  <p:nvPr/>
                </p:nvSpPr>
                <p:spPr>
                  <a:xfrm>
                    <a:off x="1443049" y="2181226"/>
                    <a:ext cx="102722" cy="529318"/>
                  </a:xfrm>
                  <a:prstGeom prst="downArrow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1" name="箭头: 右 30">
                    <a:extLst>
                      <a:ext uri="{FF2B5EF4-FFF2-40B4-BE49-F238E27FC236}">
                        <a16:creationId xmlns:a16="http://schemas.microsoft.com/office/drawing/2014/main" id="{7E6814F6-2706-DD37-4D39-156F737A0CA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2335557" y="3136962"/>
                    <a:ext cx="6887289" cy="145592"/>
                  </a:xfrm>
                  <a:prstGeom prst="rightArrow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" name="箭头: 圆角右 32">
                    <a:extLst>
                      <a:ext uri="{FF2B5EF4-FFF2-40B4-BE49-F238E27FC236}">
                        <a16:creationId xmlns:a16="http://schemas.microsoft.com/office/drawing/2014/main" id="{4AE7A5D5-C77A-49B4-98AF-436414B862A6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 flipV="1">
                    <a:off x="2539142" y="3216131"/>
                    <a:ext cx="560598" cy="1355867"/>
                  </a:xfrm>
                  <a:prstGeom prst="bentArrow">
                    <a:avLst>
                      <a:gd name="adj1" fmla="val 25000"/>
                      <a:gd name="adj2" fmla="val 25622"/>
                      <a:gd name="adj3" fmla="val 25000"/>
                      <a:gd name="adj4" fmla="val 4375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4" name="箭头: 圆角右 33">
                    <a:extLst>
                      <a:ext uri="{FF2B5EF4-FFF2-40B4-BE49-F238E27FC236}">
                        <a16:creationId xmlns:a16="http://schemas.microsoft.com/office/drawing/2014/main" id="{7E3E97CF-1DFB-5090-528D-26B7DC65004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 flipV="1">
                    <a:off x="5004459" y="3216131"/>
                    <a:ext cx="560598" cy="1355867"/>
                  </a:xfrm>
                  <a:prstGeom prst="bentArrow">
                    <a:avLst>
                      <a:gd name="adj1" fmla="val 25000"/>
                      <a:gd name="adj2" fmla="val 25622"/>
                      <a:gd name="adj3" fmla="val 25000"/>
                      <a:gd name="adj4" fmla="val 4375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" name="箭头: 圆角右 34">
                    <a:extLst>
                      <a:ext uri="{FF2B5EF4-FFF2-40B4-BE49-F238E27FC236}">
                        <a16:creationId xmlns:a16="http://schemas.microsoft.com/office/drawing/2014/main" id="{08968BFF-B8EC-F634-8032-DF50D4357AC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 flipV="1">
                    <a:off x="8083972" y="3231869"/>
                    <a:ext cx="511423" cy="1355867"/>
                  </a:xfrm>
                  <a:prstGeom prst="bentArrow">
                    <a:avLst>
                      <a:gd name="adj1" fmla="val 25000"/>
                      <a:gd name="adj2" fmla="val 25622"/>
                      <a:gd name="adj3" fmla="val 25000"/>
                      <a:gd name="adj4" fmla="val 43750"/>
                    </a:avLst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pic>
                <p:nvPicPr>
                  <p:cNvPr id="15" name="图片 14" descr="图标&#10;&#10;低可信度描述已自动生成">
                    <a:extLst>
                      <a:ext uri="{FF2B5EF4-FFF2-40B4-BE49-F238E27FC236}">
                        <a16:creationId xmlns:a16="http://schemas.microsoft.com/office/drawing/2014/main" id="{410B15F8-00D2-5F16-7C04-20BCD8F0C7B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644923" y="3044580"/>
                    <a:ext cx="1724087" cy="1874285"/>
                  </a:xfrm>
                  <a:prstGeom prst="rect">
                    <a:avLst/>
                  </a:prstGeom>
                </p:spPr>
              </p:pic>
              <p:sp>
                <p:nvSpPr>
                  <p:cNvPr id="2" name="Arrow: Up-Down 1">
                    <a:extLst>
                      <a:ext uri="{FF2B5EF4-FFF2-40B4-BE49-F238E27FC236}">
                        <a16:creationId xmlns:a16="http://schemas.microsoft.com/office/drawing/2014/main" id="{E5CA02FF-4F0C-F013-0B73-CA778029B37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3678731" y="4879452"/>
                    <a:ext cx="179613" cy="513324"/>
                  </a:xfrm>
                  <a:prstGeom prst="upDownArrow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" name="Arrow: Up-Down 2">
                    <a:extLst>
                      <a:ext uri="{FF2B5EF4-FFF2-40B4-BE49-F238E27FC236}">
                        <a16:creationId xmlns:a16="http://schemas.microsoft.com/office/drawing/2014/main" id="{6ABCD168-3F74-F694-5861-0384FA6E2D5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6306246" y="5064920"/>
                    <a:ext cx="179613" cy="513324"/>
                  </a:xfrm>
                  <a:prstGeom prst="upDownArrow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4" name="Arrow: Up-Down 3">
                    <a:extLst>
                      <a:ext uri="{FF2B5EF4-FFF2-40B4-BE49-F238E27FC236}">
                        <a16:creationId xmlns:a16="http://schemas.microsoft.com/office/drawing/2014/main" id="{BD9B8858-3424-AA46-B048-47837D301AE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9220951" y="4937746"/>
                    <a:ext cx="109433" cy="513324"/>
                  </a:xfrm>
                  <a:prstGeom prst="upDownArrow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1" name="Connector: Elbow 10">
                    <a:extLst>
                      <a:ext uri="{FF2B5EF4-FFF2-40B4-BE49-F238E27FC236}">
                        <a16:creationId xmlns:a16="http://schemas.microsoft.com/office/drawing/2014/main" id="{9A966A0E-2441-2659-CCAD-5D1A3B55696D}"/>
                      </a:ext>
                    </a:extLst>
                  </p:cNvPr>
                  <p:cNvCxnSpPr>
                    <a:cxnSpLocks/>
                    <a:stCxn id="17" idx="2"/>
                  </p:cNvCxnSpPr>
                  <p:nvPr/>
                </p:nvCxnSpPr>
                <p:spPr>
                  <a:xfrm rot="5400000" flipH="1" flipV="1">
                    <a:off x="6416203" y="1607932"/>
                    <a:ext cx="2210116" cy="7646788"/>
                  </a:xfrm>
                  <a:prstGeom prst="bentConnector4">
                    <a:avLst>
                      <a:gd name="adj1" fmla="val -24541"/>
                      <a:gd name="adj2" fmla="val 99931"/>
                    </a:avLst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Connector: Elbow 17">
                    <a:extLst>
                      <a:ext uri="{FF2B5EF4-FFF2-40B4-BE49-F238E27FC236}">
                        <a16:creationId xmlns:a16="http://schemas.microsoft.com/office/drawing/2014/main" id="{8D07739E-73C2-25F9-3DA0-35C8D2970EED}"/>
                      </a:ext>
                    </a:extLst>
                  </p:cNvPr>
                  <p:cNvCxnSpPr>
                    <a:cxnSpLocks/>
                    <a:stCxn id="25" idx="2"/>
                  </p:cNvCxnSpPr>
                  <p:nvPr/>
                </p:nvCxnSpPr>
                <p:spPr>
                  <a:xfrm rot="5400000" flipH="1" flipV="1">
                    <a:off x="8187929" y="3136867"/>
                    <a:ext cx="2155228" cy="4816624"/>
                  </a:xfrm>
                  <a:prstGeom prst="bentConnector4">
                    <a:avLst>
                      <a:gd name="adj1" fmla="val -16600"/>
                      <a:gd name="adj2" fmla="val 99827"/>
                    </a:avLst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Connector: Elbow 26">
                    <a:extLst>
                      <a:ext uri="{FF2B5EF4-FFF2-40B4-BE49-F238E27FC236}">
                        <a16:creationId xmlns:a16="http://schemas.microsoft.com/office/drawing/2014/main" id="{55290B82-E013-D6E4-BA05-7B983E64F486}"/>
                      </a:ext>
                    </a:extLst>
                  </p:cNvPr>
                  <p:cNvCxnSpPr>
                    <a:cxnSpLocks/>
                    <a:stCxn id="19" idx="2"/>
                  </p:cNvCxnSpPr>
                  <p:nvPr/>
                </p:nvCxnSpPr>
                <p:spPr>
                  <a:xfrm rot="5400000" flipH="1" flipV="1">
                    <a:off x="9269090" y="4803678"/>
                    <a:ext cx="2207038" cy="1341704"/>
                  </a:xfrm>
                  <a:prstGeom prst="bentConnector3">
                    <a:avLst>
                      <a:gd name="adj1" fmla="val -11876"/>
                    </a:avLst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" name="Arrow: Bent-Up 31">
                    <a:extLst>
                      <a:ext uri="{FF2B5EF4-FFF2-40B4-BE49-F238E27FC236}">
                        <a16:creationId xmlns:a16="http://schemas.microsoft.com/office/drawing/2014/main" id="{F406EF1D-6BFB-BB7F-1C76-B33E9D9F6985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 rot="5400000" flipH="1" flipV="1">
                    <a:off x="6828978" y="-3951278"/>
                    <a:ext cx="423343" cy="8795659"/>
                  </a:xfrm>
                  <a:prstGeom prst="bentUpArrow">
                    <a:avLst/>
                  </a:prstGeom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6" name="TextBox 35">
                    <a:extLst>
                      <a:ext uri="{FF2B5EF4-FFF2-40B4-BE49-F238E27FC236}">
                        <a16:creationId xmlns:a16="http://schemas.microsoft.com/office/drawing/2014/main" id="{1671B84A-6669-CE0E-3B10-1A703E74E05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5419609" y="2805192"/>
                    <a:ext cx="1848489" cy="29966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defTabSz="588205">
                      <a:spcAft>
                        <a:spcPts val="488"/>
                      </a:spcAft>
                    </a:pPr>
                    <a:r>
                      <a:rPr lang="en-US" sz="1158" b="1" kern="1200" dirty="0">
                        <a:solidFill>
                          <a:srgbClr val="555555"/>
                        </a:solidFill>
                        <a:latin typeface="+mn-lt"/>
                        <a:ea typeface="+mn-ea"/>
                        <a:cs typeface="+mn-cs"/>
                      </a:rPr>
                      <a:t>CRANE PROG.</a:t>
                    </a:r>
                    <a:endParaRPr lang="en-US" b="1" dirty="0"/>
                  </a:p>
                </p:txBody>
              </p:sp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C047F645-F27E-E5D7-D773-BCF5198880A4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843905" y="2783639"/>
                    <a:ext cx="1931543" cy="29966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defTabSz="588205">
                      <a:spcAft>
                        <a:spcPts val="488"/>
                      </a:spcAft>
                    </a:pPr>
                    <a:r>
                      <a:rPr lang="en-US" sz="1158" b="1" kern="1200" dirty="0">
                        <a:solidFill>
                          <a:srgbClr val="555555"/>
                        </a:solidFill>
                        <a:latin typeface="+mn-lt"/>
                        <a:ea typeface="+mn-ea"/>
                        <a:cs typeface="+mn-cs"/>
                      </a:rPr>
                      <a:t>FEEDER PROG.</a:t>
                    </a:r>
                    <a:endParaRPr lang="en-US" b="1" dirty="0"/>
                  </a:p>
                </p:txBody>
              </p:sp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D06B210E-DABB-1D69-5660-E906287901A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-2326" y="2825423"/>
                    <a:ext cx="1656425" cy="29966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defTabSz="588205">
                      <a:spcAft>
                        <a:spcPts val="488"/>
                      </a:spcAft>
                    </a:pPr>
                    <a:r>
                      <a:rPr lang="en-US" sz="1158" b="1" kern="1200" dirty="0">
                        <a:solidFill>
                          <a:srgbClr val="555555"/>
                        </a:solidFill>
                        <a:latin typeface="+mn-lt"/>
                        <a:ea typeface="+mn-ea"/>
                        <a:cs typeface="+mn-cs"/>
                      </a:rPr>
                      <a:t>MAIN PROG.</a:t>
                    </a:r>
                    <a:endParaRPr lang="en-US" b="1" dirty="0"/>
                  </a:p>
                </p:txBody>
              </p:sp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CB1541C6-6635-2AA3-2EC5-E5C45ECC6315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8609673" y="2836088"/>
                    <a:ext cx="1864062" cy="29966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defTabSz="588205">
                      <a:spcAft>
                        <a:spcPts val="488"/>
                      </a:spcAft>
                    </a:pPr>
                    <a:r>
                      <a:rPr lang="en-US" sz="1158" b="1" kern="1200" dirty="0">
                        <a:solidFill>
                          <a:srgbClr val="555555"/>
                        </a:solidFill>
                        <a:latin typeface="+mn-lt"/>
                        <a:ea typeface="+mn-ea"/>
                        <a:cs typeface="+mn-cs"/>
                      </a:rPr>
                      <a:t>PALLET PROG.</a:t>
                    </a:r>
                    <a:endParaRPr lang="en-US" b="1" dirty="0"/>
                  </a:p>
                </p:txBody>
              </p:sp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458D5D3-C07E-A3EF-A84D-99A7A91226B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761736" y="1911643"/>
                    <a:ext cx="2324739" cy="52848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defTabSz="588205">
                      <a:spcAft>
                        <a:spcPts val="488"/>
                      </a:spcAft>
                    </a:pPr>
                    <a:r>
                      <a:rPr lang="en-US" altLang="zh-CN" sz="1158" b="1" kern="1200" dirty="0">
                        <a:solidFill>
                          <a:srgbClr val="555555"/>
                        </a:solidFill>
                        <a:latin typeface="+mn-lt"/>
                        <a:ea typeface="+mn-ea"/>
                        <a:cs typeface="+mn-cs"/>
                      </a:rPr>
                      <a:t>Output Signals</a:t>
                    </a:r>
                    <a:endParaRPr lang="en-US" dirty="0"/>
                  </a:p>
                </p:txBody>
              </p:sp>
            </p:grpSp>
            <p:cxnSp>
              <p:nvCxnSpPr>
                <p:cNvPr id="48" name="Connector: Elbow 47">
                  <a:extLst>
                    <a:ext uri="{FF2B5EF4-FFF2-40B4-BE49-F238E27FC236}">
                      <a16:creationId xmlns:a16="http://schemas.microsoft.com/office/drawing/2014/main" id="{A5741BE2-B651-566D-495A-70DF0C56C3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889547" y="4511877"/>
                  <a:ext cx="455466" cy="112870"/>
                </a:xfrm>
                <a:prstGeom prst="bentConnector3">
                  <a:avLst>
                    <a:gd name="adj1" fmla="val -2659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Connector: Elbow 62">
                  <a:extLst>
                    <a:ext uri="{FF2B5EF4-FFF2-40B4-BE49-F238E27FC236}">
                      <a16:creationId xmlns:a16="http://schemas.microsoft.com/office/drawing/2014/main" id="{21F27558-B073-B2AD-0938-1852445EDF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V="1">
                  <a:off x="5900131" y="4519740"/>
                  <a:ext cx="2354960" cy="203174"/>
                </a:xfrm>
                <a:prstGeom prst="bentConnector3">
                  <a:avLst>
                    <a:gd name="adj1" fmla="val 350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Connector: Elbow 79">
                  <a:extLst>
                    <a:ext uri="{FF2B5EF4-FFF2-40B4-BE49-F238E27FC236}">
                      <a16:creationId xmlns:a16="http://schemas.microsoft.com/office/drawing/2014/main" id="{CE40A562-4C2F-513A-AF37-B58DB0619908}"/>
                    </a:ext>
                  </a:extLst>
                </p:cNvPr>
                <p:cNvCxnSpPr/>
                <p:nvPr/>
              </p:nvCxnSpPr>
              <p:spPr>
                <a:xfrm rot="10800000" flipV="1">
                  <a:off x="5878978" y="4486630"/>
                  <a:ext cx="4095495" cy="325439"/>
                </a:xfrm>
                <a:prstGeom prst="bentConnector3">
                  <a:avLst>
                    <a:gd name="adj1" fmla="val -144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3863135-692A-0C62-7557-1205A0818E8C}"/>
                  </a:ext>
                </a:extLst>
              </p:cNvPr>
              <p:cNvSpPr txBox="1"/>
              <p:nvPr/>
            </p:nvSpPr>
            <p:spPr>
              <a:xfrm>
                <a:off x="5048078" y="5347277"/>
                <a:ext cx="10968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Devices</a:t>
                </a: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647021DC-05EF-E8FD-DD08-61C207612A6D}"/>
                </a:ext>
              </a:extLst>
            </p:cNvPr>
            <p:cNvSpPr txBox="1"/>
            <p:nvPr/>
          </p:nvSpPr>
          <p:spPr>
            <a:xfrm>
              <a:off x="4562854" y="6240798"/>
              <a:ext cx="20266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Faults: Activation Signals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1017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esk with technical drawings, pencil and tools">
            <a:extLst>
              <a:ext uri="{FF2B5EF4-FFF2-40B4-BE49-F238E27FC236}">
                <a16:creationId xmlns:a16="http://schemas.microsoft.com/office/drawing/2014/main" id="{00196765-2811-5836-CD49-B89896ED3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77" b="9454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EFAF92-F301-C70C-08EC-AA821BFAAE7E}"/>
              </a:ext>
            </a:extLst>
          </p:cNvPr>
          <p:cNvSpPr txBox="1"/>
          <p:nvPr/>
        </p:nvSpPr>
        <p:spPr>
          <a:xfrm>
            <a:off x="-775063" y="0"/>
            <a:ext cx="10058400" cy="8232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Human Machine Interface HMI</a:t>
            </a:r>
            <a:endParaRPr lang="en-US" sz="5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67C40F-DF67-1D66-D9AD-2CAB9E9E3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68" y="1105250"/>
            <a:ext cx="5727659" cy="17250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8AD633A-90DD-9222-BA15-49210E70A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768" y="4566232"/>
            <a:ext cx="5903381" cy="16070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EE4BE25-718E-4775-BE6F-F9F98E89B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0794" y="672341"/>
            <a:ext cx="2269319" cy="183569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4192D5A-D23F-AF05-B4F4-9C7D3BF6AA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1696" y="4043048"/>
            <a:ext cx="2248417" cy="211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649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47766EE-4192-4B2D-A5A0-F60F9A5F7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Film reel and slate">
            <a:extLst>
              <a:ext uri="{FF2B5EF4-FFF2-40B4-BE49-F238E27FC236}">
                <a16:creationId xmlns:a16="http://schemas.microsoft.com/office/drawing/2014/main" id="{7F279151-6467-8550-70CB-B4DD4773A0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86" b="324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58592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B9F99-56D9-EEAF-DF15-5E8EC398F2C3}"/>
              </a:ext>
            </a:extLst>
          </p:cNvPr>
          <p:cNvSpPr txBox="1"/>
          <p:nvPr/>
        </p:nvSpPr>
        <p:spPr>
          <a:xfrm>
            <a:off x="3325473" y="1524000"/>
            <a:ext cx="5541054" cy="26885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Normal Operating condition</a:t>
            </a:r>
          </a:p>
        </p:txBody>
      </p:sp>
    </p:spTree>
    <p:extLst>
      <p:ext uri="{BB962C8B-B14F-4D97-AF65-F5344CB8AC3E}">
        <p14:creationId xmlns:p14="http://schemas.microsoft.com/office/powerpoint/2010/main" val="3609857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pressing button">
            <a:extLst>
              <a:ext uri="{FF2B5EF4-FFF2-40B4-BE49-F238E27FC236}">
                <a16:creationId xmlns:a16="http://schemas.microsoft.com/office/drawing/2014/main" id="{D5A5F2B7-5BA2-4548-C777-19B2F4F046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" r="4453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5FD1756-C691-DCBA-B363-3132B1CB6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altLang="zh-CN" sz="4000" dirty="0"/>
              <a:t>Types of Stops</a:t>
            </a:r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7AC25-9E61-4DF6-CBBF-3EA35FAB6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altLang="zh-CN" sz="2000" dirty="0"/>
              <a:t>Emergency Stop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altLang="zh-CN" sz="2000" dirty="0"/>
              <a:t>Immediate Stop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altLang="zh-CN" sz="2000"/>
              <a:t>On_Phase</a:t>
            </a:r>
            <a:r>
              <a:rPr lang="en-GB" altLang="zh-CN" sz="2000" dirty="0"/>
              <a:t> Stop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altLang="zh-CN" sz="2000" dirty="0"/>
              <a:t>Material out of stock</a:t>
            </a:r>
          </a:p>
        </p:txBody>
      </p:sp>
    </p:spTree>
    <p:extLst>
      <p:ext uri="{BB962C8B-B14F-4D97-AF65-F5344CB8AC3E}">
        <p14:creationId xmlns:p14="http://schemas.microsoft.com/office/powerpoint/2010/main" val="11991986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A023CA-9A3D-D7D4-879F-83A406BA5C15}"/>
              </a:ext>
            </a:extLst>
          </p:cNvPr>
          <p:cNvSpPr txBox="1"/>
          <p:nvPr/>
        </p:nvSpPr>
        <p:spPr>
          <a:xfrm>
            <a:off x="206505" y="204258"/>
            <a:ext cx="5251316" cy="1807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latin typeface="+mj-lt"/>
                <a:ea typeface="+mj-ea"/>
                <a:cs typeface="+mj-cs"/>
              </a:rPr>
              <a:t>Output Signals and Activation signal </a:t>
            </a:r>
            <a:endParaRPr lang="en-US" sz="440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Fire extinguisher and hose reel in hotel corridor">
            <a:extLst>
              <a:ext uri="{FF2B5EF4-FFF2-40B4-BE49-F238E27FC236}">
                <a16:creationId xmlns:a16="http://schemas.microsoft.com/office/drawing/2014/main" id="{1AC56051-DA94-8A42-3436-43614D8C95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70" r="30192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graphicFrame>
        <p:nvGraphicFramePr>
          <p:cNvPr id="18" name="TextBox 1">
            <a:extLst>
              <a:ext uri="{FF2B5EF4-FFF2-40B4-BE49-F238E27FC236}">
                <a16:creationId xmlns:a16="http://schemas.microsoft.com/office/drawing/2014/main" id="{F09CB0CD-60DC-0B47-346D-D0111010FC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1117787"/>
              </p:ext>
            </p:extLst>
          </p:nvPr>
        </p:nvGraphicFramePr>
        <p:xfrm>
          <a:off x="838200" y="2333297"/>
          <a:ext cx="4619621" cy="3843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18180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5FD1756-C691-DCBA-B363-3132B1CB6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699765"/>
          </a:xfrm>
        </p:spPr>
        <p:txBody>
          <a:bodyPr anchor="b">
            <a:normAutofit/>
          </a:bodyPr>
          <a:lstStyle/>
          <a:p>
            <a:r>
              <a:rPr lang="en-GB" altLang="zh-CN" sz="4000" dirty="0"/>
              <a:t>Material Management</a:t>
            </a:r>
            <a:endParaRPr lang="zh-CN" altLang="en-US" sz="4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A5E5EBD-DEE1-122E-5B17-082B8E2BD5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54" r="24800" b="-1"/>
          <a:stretch/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31" name="内容占位符 2">
            <a:extLst>
              <a:ext uri="{FF2B5EF4-FFF2-40B4-BE49-F238E27FC236}">
                <a16:creationId xmlns:a16="http://schemas.microsoft.com/office/drawing/2014/main" id="{626EC37A-9CBD-23BF-37D0-CF541C12C9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176324"/>
              </p:ext>
            </p:extLst>
          </p:nvPr>
        </p:nvGraphicFramePr>
        <p:xfrm>
          <a:off x="4553734" y="2409830"/>
          <a:ext cx="7304437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9CBB0620-4E81-0369-2319-A2CB623F9F3E}"/>
              </a:ext>
            </a:extLst>
          </p:cNvPr>
          <p:cNvSpPr/>
          <p:nvPr/>
        </p:nvSpPr>
        <p:spPr>
          <a:xfrm>
            <a:off x="7576457" y="4020456"/>
            <a:ext cx="1625600" cy="2217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row: Bent-Up 4">
            <a:extLst>
              <a:ext uri="{FF2B5EF4-FFF2-40B4-BE49-F238E27FC236}">
                <a16:creationId xmlns:a16="http://schemas.microsoft.com/office/drawing/2014/main" id="{95356BD6-A0D8-255D-6A1A-7E443900C2A6}"/>
              </a:ext>
            </a:extLst>
          </p:cNvPr>
          <p:cNvSpPr/>
          <p:nvPr/>
        </p:nvSpPr>
        <p:spPr>
          <a:xfrm>
            <a:off x="7576457" y="4601029"/>
            <a:ext cx="2699657" cy="667657"/>
          </a:xfrm>
          <a:prstGeom prst="bentUpArrow">
            <a:avLst>
              <a:gd name="adj1" fmla="val 9783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965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Red alarm light with people on the background">
            <a:extLst>
              <a:ext uri="{FF2B5EF4-FFF2-40B4-BE49-F238E27FC236}">
                <a16:creationId xmlns:a16="http://schemas.microsoft.com/office/drawing/2014/main" id="{F6FDAEC6-BA6B-EB89-221B-3955C14691A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7855" r="-1" b="7854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37E386-474C-5306-A323-74E6873EAB75}"/>
              </a:ext>
            </a:extLst>
          </p:cNvPr>
          <p:cNvSpPr txBox="1"/>
          <p:nvPr/>
        </p:nvSpPr>
        <p:spPr>
          <a:xfrm>
            <a:off x="-799476" y="-106831"/>
            <a:ext cx="9144000" cy="30632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dirty="0">
                <a:solidFill>
                  <a:srgbClr val="FFFF00"/>
                </a:solidFill>
                <a:latin typeface="+mj-lt"/>
                <a:ea typeface="+mj-ea"/>
                <a:cs typeface="+mj-cs"/>
              </a:rPr>
              <a:t>On phase stop</a:t>
            </a:r>
            <a:r>
              <a:rPr lang="en-US" sz="66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and  </a:t>
            </a:r>
            <a:r>
              <a:rPr lang="en-US" sz="66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Emergency stop</a:t>
            </a:r>
          </a:p>
        </p:txBody>
      </p:sp>
      <p:sp>
        <p:nvSpPr>
          <p:cNvPr id="30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0603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lose-up unopened pill packets">
            <a:extLst>
              <a:ext uri="{FF2B5EF4-FFF2-40B4-BE49-F238E27FC236}">
                <a16:creationId xmlns:a16="http://schemas.microsoft.com/office/drawing/2014/main" id="{720BC76D-BAB0-82B4-7227-892D36EDB8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73" r="621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2CE2CD-5456-A9ED-CC53-BA1EC06676B5}"/>
              </a:ext>
            </a:extLst>
          </p:cNvPr>
          <p:cNvSpPr txBox="1"/>
          <p:nvPr/>
        </p:nvSpPr>
        <p:spPr>
          <a:xfrm>
            <a:off x="952228" y="743447"/>
            <a:ext cx="3973385" cy="369202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Immediate stop </a:t>
            </a:r>
            <a:r>
              <a:rPr lang="en-US" sz="5200" dirty="0">
                <a:latin typeface="+mj-lt"/>
                <a:ea typeface="+mj-ea"/>
                <a:cs typeface="+mj-cs"/>
              </a:rPr>
              <a:t>and </a:t>
            </a:r>
            <a:r>
              <a:rPr lang="en-US" sz="5200" dirty="0">
                <a:solidFill>
                  <a:srgbClr val="00B050"/>
                </a:solidFill>
                <a:latin typeface="+mj-lt"/>
                <a:ea typeface="+mj-ea"/>
                <a:cs typeface="+mj-cs"/>
              </a:rPr>
              <a:t>Fault clearance</a:t>
            </a:r>
          </a:p>
        </p:txBody>
      </p:sp>
    </p:spTree>
    <p:extLst>
      <p:ext uri="{BB962C8B-B14F-4D97-AF65-F5344CB8AC3E}">
        <p14:creationId xmlns:p14="http://schemas.microsoft.com/office/powerpoint/2010/main" val="1049784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15A3A0C-2EFA-5298-1808-90C261B20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en-US"/>
              <a:t>Libraries used</a:t>
            </a:r>
          </a:p>
        </p:txBody>
      </p:sp>
      <p:pic>
        <p:nvPicPr>
          <p:cNvPr id="5" name="Picture 4" descr="Illuminated San Francisco City Hall">
            <a:extLst>
              <a:ext uri="{FF2B5EF4-FFF2-40B4-BE49-F238E27FC236}">
                <a16:creationId xmlns:a16="http://schemas.microsoft.com/office/drawing/2014/main" id="{1B41CAEE-CA4A-BB52-8B89-CBD79FEFA8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448" b="1539"/>
          <a:stretch/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21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D92373-AC76-2711-3D81-0662B049E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3144883" cy="1399223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 err="1"/>
              <a:t>SignalManagement</a:t>
            </a:r>
            <a:endParaRPr lang="en-US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err="1"/>
              <a:t>GenericDevices</a:t>
            </a:r>
            <a:endParaRPr lang="en-US" sz="2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 err="1"/>
              <a:t>GenericAxis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28876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Stopwatch">
            <a:extLst>
              <a:ext uri="{FF2B5EF4-FFF2-40B4-BE49-F238E27FC236}">
                <a16:creationId xmlns:a16="http://schemas.microsoft.com/office/drawing/2014/main" id="{DD14F7AF-5A15-D3AD-81F5-9658416BC8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4255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17DB322-CAD8-1A3B-F0A4-9BB84F57A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>
            <a:normAutofit/>
          </a:bodyPr>
          <a:lstStyle/>
          <a:p>
            <a:pPr algn="r"/>
            <a:r>
              <a:rPr lang="en-US" sz="8000">
                <a:ln w="22225">
                  <a:solidFill>
                    <a:srgbClr val="FFFFFF"/>
                  </a:solidFill>
                </a:ln>
                <a:noFill/>
              </a:rPr>
              <a:t>Signal management Library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2890C4-DCCF-E0D0-42AA-C3E8FE08A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4641" y="1065862"/>
            <a:ext cx="3860002" cy="4726276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accent6"/>
                </a:solidFill>
              </a:rPr>
              <a:t>START_CONFIGURATION</a:t>
            </a:r>
            <a:r>
              <a:rPr lang="en-US" sz="2000" dirty="0">
                <a:solidFill>
                  <a:srgbClr val="FFFFFF"/>
                </a:solidFill>
              </a:rPr>
              <a:t>(reset signal counter)</a:t>
            </a:r>
          </a:p>
          <a:p>
            <a:r>
              <a:rPr lang="en-US" sz="2000" dirty="0">
                <a:solidFill>
                  <a:schemeClr val="accent6"/>
                </a:solidFill>
              </a:rPr>
              <a:t>CONFIGURATION</a:t>
            </a:r>
            <a:r>
              <a:rPr lang="en-US" sz="2000" dirty="0">
                <a:solidFill>
                  <a:srgbClr val="FFFFFF"/>
                </a:solidFill>
              </a:rPr>
              <a:t>(counting signals)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START_GENERATION</a:t>
            </a:r>
            <a:r>
              <a:rPr lang="en-US" sz="2000" dirty="0">
                <a:solidFill>
                  <a:srgbClr val="FFFFFF"/>
                </a:solidFill>
              </a:rPr>
              <a:t>(ready for generating)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GENERATION</a:t>
            </a:r>
            <a:r>
              <a:rPr lang="en-US" sz="2000" dirty="0">
                <a:solidFill>
                  <a:srgbClr val="FFFFFF"/>
                </a:solidFill>
              </a:rPr>
              <a:t>(generate and manage)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RUN</a:t>
            </a:r>
            <a:r>
              <a:rPr lang="en-US" sz="2000" dirty="0">
                <a:solidFill>
                  <a:srgbClr val="FFFFFF"/>
                </a:solidFill>
              </a:rPr>
              <a:t>(synchronize the signal to HMI)</a:t>
            </a:r>
          </a:p>
          <a:p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303BA-B0C2-665D-D132-4DDA752C4E4F}"/>
              </a:ext>
            </a:extLst>
          </p:cNvPr>
          <p:cNvSpPr txBox="1"/>
          <p:nvPr/>
        </p:nvSpPr>
        <p:spPr>
          <a:xfrm>
            <a:off x="1530901" y="5468973"/>
            <a:ext cx="6198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dirty="0"/>
              <a:t>M</a:t>
            </a:r>
            <a:r>
              <a:rPr lang="fr-BE" sz="1800" dirty="0"/>
              <a:t>anages the </a:t>
            </a:r>
            <a:r>
              <a:rPr lang="en-US" sz="1800" dirty="0"/>
              <a:t>faults</a:t>
            </a:r>
            <a:r>
              <a:rPr lang="fr-BE" sz="1800" dirty="0"/>
              <a:t>, anomalies, warnings, informations and stops </a:t>
            </a:r>
            <a:r>
              <a:rPr lang="en-US" sz="1800" dirty="0"/>
              <a:t>that</a:t>
            </a:r>
            <a:r>
              <a:rPr lang="fr-BE" sz="1800" dirty="0"/>
              <a:t> can </a:t>
            </a:r>
            <a:r>
              <a:rPr lang="en-US" sz="1800" dirty="0"/>
              <a:t>happen</a:t>
            </a:r>
            <a:r>
              <a:rPr lang="fr-BE" sz="1800" dirty="0"/>
              <a:t> </a:t>
            </a:r>
            <a:r>
              <a:rPr lang="en-US" sz="1800" dirty="0"/>
              <a:t>during</a:t>
            </a:r>
            <a:r>
              <a:rPr lang="fr-BE" sz="1800" dirty="0"/>
              <a:t> the </a:t>
            </a:r>
            <a:r>
              <a:rPr lang="en-US" dirty="0"/>
              <a:t>operation</a:t>
            </a:r>
            <a:r>
              <a:rPr lang="fr-BE" sz="1800" dirty="0"/>
              <a:t> of the machine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5240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lowchart: Alternate Process 25">
            <a:extLst>
              <a:ext uri="{FF2B5EF4-FFF2-40B4-BE49-F238E27FC236}">
                <a16:creationId xmlns:a16="http://schemas.microsoft.com/office/drawing/2014/main" id="{57A3E9D2-444A-10E7-2979-54FE9E419E7C}"/>
              </a:ext>
            </a:extLst>
          </p:cNvPr>
          <p:cNvSpPr/>
          <p:nvPr/>
        </p:nvSpPr>
        <p:spPr>
          <a:xfrm>
            <a:off x="0" y="1794832"/>
            <a:ext cx="12192000" cy="5063167"/>
          </a:xfrm>
          <a:prstGeom prst="flowChartAlternateProcess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09C56A41-DB0F-7034-BA96-E4CEBC7199E5}"/>
              </a:ext>
            </a:extLst>
          </p:cNvPr>
          <p:cNvSpPr/>
          <p:nvPr/>
        </p:nvSpPr>
        <p:spPr>
          <a:xfrm>
            <a:off x="0" y="0"/>
            <a:ext cx="12192000" cy="1663908"/>
          </a:xfrm>
          <a:prstGeom prst="flowChartAlternateProces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E6005-2D70-421A-7DA1-F38C579A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8688" y="149902"/>
            <a:ext cx="3107961" cy="674557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One time run</a:t>
            </a:r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3145C41-115A-A23A-3911-154E50A10195}"/>
              </a:ext>
            </a:extLst>
          </p:cNvPr>
          <p:cNvGrpSpPr/>
          <p:nvPr/>
        </p:nvGrpSpPr>
        <p:grpSpPr>
          <a:xfrm>
            <a:off x="321042" y="149902"/>
            <a:ext cx="11870958" cy="6708098"/>
            <a:chOff x="321042" y="149902"/>
            <a:chExt cx="11870958" cy="6708098"/>
          </a:xfrm>
        </p:grpSpPr>
        <p:sp>
          <p:nvSpPr>
            <p:cNvPr id="5" name="Flowchart: Terminator 4">
              <a:extLst>
                <a:ext uri="{FF2B5EF4-FFF2-40B4-BE49-F238E27FC236}">
                  <a16:creationId xmlns:a16="http://schemas.microsoft.com/office/drawing/2014/main" id="{F252E05F-907B-5DD2-DD8D-8BD0C28D3F4B}"/>
                </a:ext>
              </a:extLst>
            </p:cNvPr>
            <p:cNvSpPr/>
            <p:nvPr/>
          </p:nvSpPr>
          <p:spPr>
            <a:xfrm>
              <a:off x="8519410" y="2349708"/>
              <a:ext cx="3672590" cy="2158583"/>
            </a:xfrm>
            <a:prstGeom prst="flowChartTerminator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rgbClr val="00B050"/>
                  </a:solidFill>
                </a:rPr>
                <a:t>START_GENERATION</a:t>
              </a:r>
            </a:p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en-US" dirty="0">
                  <a:solidFill>
                    <a:schemeClr val="tx1"/>
                  </a:solidFill>
                </a:rPr>
                <a:t>Reset</a:t>
              </a:r>
              <a:r>
                <a:rPr lang="en-US" dirty="0">
                  <a:solidFill>
                    <a:srgbClr val="00B050"/>
                  </a:solidFill>
                </a:rPr>
                <a:t> :</a:t>
              </a:r>
              <a:endParaRPr lang="en-US" sz="1800" dirty="0">
                <a:latin typeface="Courier New" panose="02070309020205020404" pitchFamily="49" charset="0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 err="1">
                  <a:latin typeface="Courier New" panose="02070309020205020404" pitchFamily="49" charset="0"/>
                </a:rPr>
                <a:t>AuxResetEnable</a:t>
              </a:r>
              <a:endParaRPr lang="en-US" dirty="0">
                <a:latin typeface="Courier New" panose="02070309020205020404" pitchFamily="49" charset="0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ResetEnable</a:t>
              </a:r>
              <a:endParaRPr lang="en-US" dirty="0">
                <a:solidFill>
                  <a:srgbClr val="008080"/>
                </a:solidFill>
                <a:latin typeface="Courier New" panose="02070309020205020404" pitchFamily="49" charset="0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 err="1">
                  <a:solidFill>
                    <a:srgbClr val="000000"/>
                  </a:solidFill>
                  <a:latin typeface="Courier New" panose="02070309020205020404" pitchFamily="49" charset="0"/>
                </a:rPr>
                <a:t>SignalOutputs</a:t>
              </a:r>
              <a:endParaRPr lang="en-US" dirty="0">
                <a:solidFill>
                  <a:srgbClr val="00B050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 err="1">
                  <a:latin typeface="Courier New" panose="02070309020205020404" pitchFamily="49" charset="0"/>
                </a:rPr>
                <a:t>ResetActivation</a:t>
              </a:r>
              <a:endParaRPr lang="en-US" dirty="0">
                <a:solidFill>
                  <a:srgbClr val="00B050"/>
                </a:solidFill>
                <a:latin typeface="Courier New" panose="02070309020205020404" pitchFamily="49" charset="0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 err="1">
                  <a:latin typeface="Courier New" panose="02070309020205020404" pitchFamily="49" charset="0"/>
                </a:rPr>
                <a:t>AuxResetActivation</a:t>
              </a:r>
              <a:endParaRPr lang="en-US" dirty="0"/>
            </a:p>
          </p:txBody>
        </p:sp>
        <p:sp>
          <p:nvSpPr>
            <p:cNvPr id="6" name="Flowchart: Alternate Process 5">
              <a:extLst>
                <a:ext uri="{FF2B5EF4-FFF2-40B4-BE49-F238E27FC236}">
                  <a16:creationId xmlns:a16="http://schemas.microsoft.com/office/drawing/2014/main" id="{87BC9254-9762-B5CE-1279-6E9BE650126D}"/>
                </a:ext>
              </a:extLst>
            </p:cNvPr>
            <p:cNvSpPr/>
            <p:nvPr/>
          </p:nvSpPr>
          <p:spPr>
            <a:xfrm>
              <a:off x="321042" y="1794833"/>
              <a:ext cx="6745572" cy="5063167"/>
            </a:xfrm>
            <a:prstGeom prst="flowChartAlternateProcess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GENERATION</a:t>
              </a:r>
            </a:p>
            <a:p>
              <a:pPr marL="342900" indent="-342900">
                <a:buAutoNum type="arabicPeriod"/>
              </a:pPr>
              <a:r>
                <a:rPr lang="en-US" dirty="0"/>
                <a:t>Update number of Active signal based on their signal type</a:t>
              </a:r>
            </a:p>
            <a:p>
              <a:pPr marL="342900" indent="-342900">
                <a:buAutoNum type="arabicPeriod"/>
              </a:pPr>
              <a:r>
                <a:rPr lang="en-US" dirty="0"/>
                <a:t>If(Signal is Active and Not Registered)</a:t>
              </a:r>
            </a:p>
            <a:p>
              <a:pPr marL="800100" lvl="1" indent="-342900">
                <a:buFont typeface="Wingdings" panose="05000000000000000000" pitchFamily="2" charset="2"/>
                <a:buChar char="Ø"/>
              </a:pPr>
              <a:r>
                <a:rPr lang="en-US" dirty="0"/>
                <a:t>Register Signal</a:t>
              </a:r>
            </a:p>
            <a:p>
              <a:pPr marL="800100" lvl="1" indent="-342900">
                <a:buFont typeface="Wingdings" panose="05000000000000000000" pitchFamily="2" charset="2"/>
                <a:buChar char="Ø"/>
              </a:pPr>
              <a:r>
                <a:rPr lang="en-US" dirty="0"/>
                <a:t>Increment Index</a:t>
              </a:r>
            </a:p>
            <a:p>
              <a:pPr marL="800100" lvl="1" indent="-342900">
                <a:buFont typeface="Wingdings" panose="05000000000000000000" pitchFamily="2" charset="2"/>
                <a:buChar char="Ø"/>
              </a:pPr>
              <a:r>
                <a:rPr lang="en-US" dirty="0"/>
                <a:t>Register Signal code of Active Signal</a:t>
              </a:r>
            </a:p>
            <a:p>
              <a:r>
                <a:rPr lang="en-US" dirty="0"/>
                <a:t>3. If(Condition to Reset signal is meet)</a:t>
              </a:r>
            </a:p>
            <a:p>
              <a:pPr marL="742950" lvl="1" indent="-285750">
                <a:buFont typeface="Wingdings" panose="05000000000000000000" pitchFamily="2" charset="2"/>
                <a:buChar char="ü"/>
              </a:pPr>
              <a:r>
                <a:rPr lang="en-US" dirty="0"/>
                <a:t>Set(</a:t>
              </a:r>
              <a:r>
                <a:rPr lang="en-US" dirty="0" err="1"/>
                <a:t>ResetEnable</a:t>
              </a:r>
              <a:r>
                <a:rPr lang="en-US" dirty="0"/>
                <a:t>)</a:t>
              </a:r>
            </a:p>
            <a:p>
              <a:r>
                <a:rPr lang="en-US" dirty="0"/>
                <a:t>4. If(Reset key is pressed and other conditions meet)</a:t>
              </a:r>
            </a:p>
            <a:p>
              <a:pPr marL="742950" lvl="1" indent="-285750">
                <a:buFont typeface="Wingdings" panose="05000000000000000000" pitchFamily="2" charset="2"/>
                <a:buChar char="ü"/>
              </a:pPr>
              <a:r>
                <a:rPr lang="en-US" dirty="0"/>
                <a:t>Reset Signal from Signals</a:t>
              </a:r>
            </a:p>
            <a:p>
              <a:pPr marL="742950" lvl="1" indent="-285750">
                <a:buFont typeface="Wingdings" panose="05000000000000000000" pitchFamily="2" charset="2"/>
                <a:buChar char="ü"/>
              </a:pPr>
              <a:r>
                <a:rPr lang="en-US" dirty="0"/>
                <a:t>Remove Signal from </a:t>
              </a:r>
              <a:r>
                <a:rPr lang="en-US" dirty="0" err="1"/>
                <a:t>ActiveSignalCodes</a:t>
              </a:r>
              <a:endParaRPr lang="en-US" dirty="0"/>
            </a:p>
            <a:p>
              <a:pPr marL="742950" lvl="1" indent="-285750">
                <a:buFont typeface="Wingdings" panose="05000000000000000000" pitchFamily="2" charset="2"/>
                <a:buChar char="ü"/>
              </a:pPr>
              <a:r>
                <a:rPr lang="en-US" dirty="0"/>
                <a:t>Decrement Index</a:t>
              </a:r>
            </a:p>
            <a:p>
              <a:pPr marL="742950" lvl="1" indent="-285750">
                <a:buFont typeface="Wingdings" panose="05000000000000000000" pitchFamily="2" charset="2"/>
                <a:buChar char="ü"/>
              </a:pPr>
              <a:r>
                <a:rPr lang="en-US" dirty="0"/>
                <a:t>Reset(</a:t>
              </a:r>
              <a:r>
                <a:rPr lang="en-US" dirty="0" err="1"/>
                <a:t>ResetActivation</a:t>
              </a:r>
              <a:r>
                <a:rPr lang="en-US" dirty="0"/>
                <a:t>)</a:t>
              </a:r>
            </a:p>
            <a:p>
              <a:r>
                <a:rPr lang="en-US" dirty="0"/>
                <a:t>5. Update Number of </a:t>
              </a:r>
              <a:r>
                <a:rPr lang="en-US" dirty="0" err="1"/>
                <a:t>ActiveSignals</a:t>
              </a:r>
              <a:r>
                <a:rPr lang="en-US" dirty="0"/>
                <a:t>(Alarm, Anomalies, Warning, Information)</a:t>
              </a:r>
            </a:p>
            <a:p>
              <a:r>
                <a:rPr lang="en-US" dirty="0"/>
                <a:t>6. Update </a:t>
              </a:r>
              <a:r>
                <a:rPr lang="en-US" dirty="0" err="1"/>
                <a:t>SignalOutputs</a:t>
              </a:r>
              <a:endParaRPr lang="en-US" dirty="0"/>
            </a:p>
            <a:p>
              <a:r>
                <a:rPr lang="en-US" dirty="0"/>
                <a:t>7. Update the user Interface</a:t>
              </a:r>
            </a:p>
          </p:txBody>
        </p:sp>
        <p:sp>
          <p:nvSpPr>
            <p:cNvPr id="10" name="Flowchart: Terminator 9">
              <a:extLst>
                <a:ext uri="{FF2B5EF4-FFF2-40B4-BE49-F238E27FC236}">
                  <a16:creationId xmlns:a16="http://schemas.microsoft.com/office/drawing/2014/main" id="{9EFF12AE-D9DF-1C6A-8CBE-6D9BD04C0831}"/>
                </a:ext>
              </a:extLst>
            </p:cNvPr>
            <p:cNvSpPr/>
            <p:nvPr/>
          </p:nvSpPr>
          <p:spPr>
            <a:xfrm>
              <a:off x="3520193" y="149902"/>
              <a:ext cx="3255362" cy="1040063"/>
            </a:xfrm>
            <a:prstGeom prst="flowChartTerminator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1800" dirty="0">
                <a:solidFill>
                  <a:srgbClr val="0070C0"/>
                </a:solidFill>
              </a:endParaRPr>
            </a:p>
            <a:p>
              <a:r>
                <a:rPr lang="en-US" sz="1800" dirty="0">
                  <a:solidFill>
                    <a:srgbClr val="0070C0"/>
                  </a:solidFill>
                </a:rPr>
                <a:t>START_CONFIGURATION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US" sz="1800" dirty="0">
                  <a:solidFill>
                    <a:srgbClr val="008000"/>
                  </a:solidFill>
                  <a:latin typeface="Courier New" panose="02070309020205020404" pitchFamily="49" charset="0"/>
                </a:rPr>
                <a:t>Reset</a:t>
              </a:r>
              <a:r>
                <a:rPr lang="en-US" sz="1800" dirty="0">
                  <a:solidFill>
                    <a:srgbClr val="008080"/>
                  </a:solidFill>
                  <a:latin typeface="Courier New" panose="02070309020205020404" pitchFamily="49" charset="0"/>
                </a:rPr>
                <a:t> </a:t>
              </a:r>
              <a:r>
                <a:rPr lang="en-US" sz="1800" dirty="0">
                  <a:solidFill>
                    <a:srgbClr val="008000"/>
                  </a:solidFill>
                  <a:latin typeface="Courier New" panose="02070309020205020404" pitchFamily="49" charset="0"/>
                </a:rPr>
                <a:t>signals</a:t>
              </a:r>
              <a:r>
                <a:rPr lang="en-US" sz="1800" dirty="0">
                  <a:solidFill>
                    <a:srgbClr val="008080"/>
                  </a:solidFill>
                  <a:latin typeface="Courier New" panose="02070309020205020404" pitchFamily="49" charset="0"/>
                </a:rPr>
                <a:t> </a:t>
              </a:r>
              <a:r>
                <a:rPr lang="en-US" sz="1800" dirty="0">
                  <a:solidFill>
                    <a:srgbClr val="008000"/>
                  </a:solidFill>
                  <a:latin typeface="Courier New" panose="02070309020205020404" pitchFamily="49" charset="0"/>
                </a:rPr>
                <a:t>counts</a:t>
              </a:r>
              <a:endParaRPr lang="en-US" dirty="0">
                <a:solidFill>
                  <a:srgbClr val="0070C0"/>
                </a:solidFill>
              </a:endParaRPr>
            </a:p>
          </p:txBody>
        </p:sp>
        <p:sp>
          <p:nvSpPr>
            <p:cNvPr id="11" name="Flowchart: Terminator 10">
              <a:extLst>
                <a:ext uri="{FF2B5EF4-FFF2-40B4-BE49-F238E27FC236}">
                  <a16:creationId xmlns:a16="http://schemas.microsoft.com/office/drawing/2014/main" id="{0829D38F-AAE2-7608-979B-50A68EEFFEA7}"/>
                </a:ext>
              </a:extLst>
            </p:cNvPr>
            <p:cNvSpPr/>
            <p:nvPr/>
          </p:nvSpPr>
          <p:spPr>
            <a:xfrm>
              <a:off x="7777395" y="149903"/>
              <a:ext cx="4199746" cy="1040062"/>
            </a:xfrm>
            <a:prstGeom prst="flowChartTerminator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 sz="1800" dirty="0">
                <a:solidFill>
                  <a:srgbClr val="0070C0"/>
                </a:solidFill>
              </a:endParaRPr>
            </a:p>
            <a:p>
              <a:r>
                <a:rPr lang="en-US" sz="1800" dirty="0">
                  <a:solidFill>
                    <a:srgbClr val="0070C0"/>
                  </a:solidFill>
                </a:rPr>
                <a:t>CONFIGURATION</a:t>
              </a:r>
            </a:p>
            <a:p>
              <a:pPr marL="742950" lvl="1" indent="-285750">
                <a:buFont typeface="Wingdings" panose="05000000000000000000" pitchFamily="2" charset="2"/>
                <a:buChar char="Ø"/>
              </a:pPr>
              <a:r>
                <a:rPr lang="en-US" dirty="0">
                  <a:solidFill>
                    <a:srgbClr val="008000"/>
                  </a:solidFill>
                  <a:latin typeface="Courier New" panose="02070309020205020404" pitchFamily="49" charset="0"/>
                </a:rPr>
                <a:t>Counting All type of</a:t>
              </a:r>
              <a:r>
                <a:rPr lang="en-US" dirty="0">
                  <a:solidFill>
                    <a:srgbClr val="008080"/>
                  </a:solidFill>
                  <a:latin typeface="Courier New" panose="02070309020205020404" pitchFamily="49" charset="0"/>
                </a:rPr>
                <a:t> </a:t>
              </a:r>
              <a:r>
                <a:rPr lang="en-US" dirty="0">
                  <a:solidFill>
                    <a:srgbClr val="008000"/>
                  </a:solidFill>
                  <a:latin typeface="Courier New" panose="02070309020205020404" pitchFamily="49" charset="0"/>
                </a:rPr>
                <a:t>signals</a:t>
              </a:r>
              <a:endParaRPr lang="en-US" dirty="0">
                <a:solidFill>
                  <a:srgbClr val="0070C0"/>
                </a:solidFill>
              </a:endParaRPr>
            </a:p>
            <a:p>
              <a:pPr algn="ctr"/>
              <a:endParaRPr lang="en-US" dirty="0"/>
            </a:p>
          </p:txBody>
        </p:sp>
        <p:sp>
          <p:nvSpPr>
            <p:cNvPr id="12" name="Arrow: Right 11">
              <a:extLst>
                <a:ext uri="{FF2B5EF4-FFF2-40B4-BE49-F238E27FC236}">
                  <a16:creationId xmlns:a16="http://schemas.microsoft.com/office/drawing/2014/main" id="{FA5A9193-6C6E-CFE6-7744-5290EE9DB93D}"/>
                </a:ext>
              </a:extLst>
            </p:cNvPr>
            <p:cNvSpPr/>
            <p:nvPr/>
          </p:nvSpPr>
          <p:spPr>
            <a:xfrm>
              <a:off x="6775555" y="562131"/>
              <a:ext cx="1001840" cy="262328"/>
            </a:xfrm>
            <a:prstGeom prst="rightArrow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Down 19">
              <a:extLst>
                <a:ext uri="{FF2B5EF4-FFF2-40B4-BE49-F238E27FC236}">
                  <a16:creationId xmlns:a16="http://schemas.microsoft.com/office/drawing/2014/main" id="{A8AD5CE5-95BE-B08B-BDD8-FE71D9187E37}"/>
                </a:ext>
              </a:extLst>
            </p:cNvPr>
            <p:cNvSpPr/>
            <p:nvPr/>
          </p:nvSpPr>
          <p:spPr>
            <a:xfrm>
              <a:off x="9877268" y="1189965"/>
              <a:ext cx="361014" cy="1148501"/>
            </a:xfrm>
            <a:prstGeom prst="down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Arrow: Left 20">
              <a:extLst>
                <a:ext uri="{FF2B5EF4-FFF2-40B4-BE49-F238E27FC236}">
                  <a16:creationId xmlns:a16="http://schemas.microsoft.com/office/drawing/2014/main" id="{738BA6BB-D5A8-F340-41E3-75D4B9BE6200}"/>
                </a:ext>
              </a:extLst>
            </p:cNvPr>
            <p:cNvSpPr/>
            <p:nvPr/>
          </p:nvSpPr>
          <p:spPr>
            <a:xfrm>
              <a:off x="7066614" y="3429000"/>
              <a:ext cx="1452796" cy="262328"/>
            </a:xfrm>
            <a:prstGeom prst="lef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Arrow: Bent-Up 21">
              <a:extLst>
                <a:ext uri="{FF2B5EF4-FFF2-40B4-BE49-F238E27FC236}">
                  <a16:creationId xmlns:a16="http://schemas.microsoft.com/office/drawing/2014/main" id="{5ECCDF5B-72FD-A11F-2329-B6DFCC58FD4B}"/>
                </a:ext>
              </a:extLst>
            </p:cNvPr>
            <p:cNvSpPr/>
            <p:nvPr/>
          </p:nvSpPr>
          <p:spPr>
            <a:xfrm>
              <a:off x="7066613" y="4519533"/>
              <a:ext cx="3426501" cy="1431562"/>
            </a:xfrm>
            <a:prstGeom prst="bentUpArrow">
              <a:avLst>
                <a:gd name="adj1" fmla="val 13482"/>
                <a:gd name="adj2" fmla="val 25000"/>
                <a:gd name="adj3" fmla="val 21859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74571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F138222-D274-4866-96E7-C3B1D6DA8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888E255-D20B-4F26-B9DA-3DF036797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75639" y="775849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FEEE91-AA79-5C53-5020-CFD25B7C3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512" y="1122363"/>
            <a:ext cx="5087631" cy="23876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Generic Devices Library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2AD46D6-02D6-45B3-921C-F4033826E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2790" y="5367348"/>
            <a:ext cx="616353" cy="59963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diagram of a device&#10;&#10;Description automatically generated">
            <a:extLst>
              <a:ext uri="{FF2B5EF4-FFF2-40B4-BE49-F238E27FC236}">
                <a16:creationId xmlns:a16="http://schemas.microsoft.com/office/drawing/2014/main" id="{CEF75C01-A90B-699F-BBD9-5CA973FF9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678" y="1811185"/>
            <a:ext cx="5051479" cy="3220317"/>
          </a:xfrm>
          <a:custGeom>
            <a:avLst/>
            <a:gdLst/>
            <a:ahLst/>
            <a:cxnLst/>
            <a:rect l="l" t="t" r="r" b="b"/>
            <a:pathLst>
              <a:path w="5051479" h="5503900">
                <a:moveTo>
                  <a:pt x="151948" y="0"/>
                </a:moveTo>
                <a:lnTo>
                  <a:pt x="4899531" y="0"/>
                </a:lnTo>
                <a:cubicBezTo>
                  <a:pt x="4983450" y="0"/>
                  <a:pt x="5051479" y="68029"/>
                  <a:pt x="5051479" y="151948"/>
                </a:cubicBezTo>
                <a:lnTo>
                  <a:pt x="5051479" y="5351952"/>
                </a:lnTo>
                <a:cubicBezTo>
                  <a:pt x="5051479" y="5435871"/>
                  <a:pt x="4983450" y="5503900"/>
                  <a:pt x="4899531" y="5503900"/>
                </a:cubicBezTo>
                <a:lnTo>
                  <a:pt x="151948" y="5503900"/>
                </a:lnTo>
                <a:cubicBezTo>
                  <a:pt x="68029" y="5503900"/>
                  <a:pt x="0" y="5435871"/>
                  <a:pt x="0" y="5351952"/>
                </a:cubicBezTo>
                <a:lnTo>
                  <a:pt x="0" y="151948"/>
                </a:lnTo>
                <a:cubicBezTo>
                  <a:pt x="0" y="68029"/>
                  <a:pt x="68029" y="0"/>
                  <a:pt x="15194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73693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74C31E-7ED4-2F37-671E-1207EB3A8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866" y="150539"/>
            <a:ext cx="5172856" cy="66901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FSM IMPLEMENTATION </a:t>
            </a:r>
          </a:p>
        </p:txBody>
      </p:sp>
      <p:pic>
        <p:nvPicPr>
          <p:cNvPr id="8" name="Content Placeholder 7" descr="A diagram of a device&#10;&#10;Description automatically generated">
            <a:extLst>
              <a:ext uri="{FF2B5EF4-FFF2-40B4-BE49-F238E27FC236}">
                <a16:creationId xmlns:a16="http://schemas.microsoft.com/office/drawing/2014/main" id="{34B3EE37-6B75-EBE6-ADFA-0A21C9A733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40792"/>
            <a:ext cx="6295869" cy="5132160"/>
          </a:xfrm>
        </p:spPr>
      </p:pic>
      <p:pic>
        <p:nvPicPr>
          <p:cNvPr id="10" name="Content Placeholder 9" descr="A diagram of a device disable phase&#10;&#10;Description automatically generated">
            <a:extLst>
              <a:ext uri="{FF2B5EF4-FFF2-40B4-BE49-F238E27FC236}">
                <a16:creationId xmlns:a16="http://schemas.microsoft.com/office/drawing/2014/main" id="{87493849-01AF-9719-B52D-079DAF6E5C8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034144"/>
            <a:ext cx="5970475" cy="5213738"/>
          </a:xfrm>
        </p:spPr>
      </p:pic>
    </p:spTree>
    <p:extLst>
      <p:ext uri="{BB962C8B-B14F-4D97-AF65-F5344CB8AC3E}">
        <p14:creationId xmlns:p14="http://schemas.microsoft.com/office/powerpoint/2010/main" val="3101102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76D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7DB322-CAD8-1A3B-F0A4-9BB84F57A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Generic Devices: States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4E93F8A-67E6-E0FF-1068-36D6B9FDF6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216547"/>
            <a:ext cx="7188199" cy="442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292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7DB322-CAD8-1A3B-F0A4-9BB84F57A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Generic Device:</a:t>
            </a:r>
            <a:b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Inputs and Outputs Variables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EF30437F-C6E4-0D82-BDAE-14036B5F57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6020" y="114727"/>
            <a:ext cx="6459096" cy="625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19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7DB322-CAD8-1A3B-F0A4-9BB84F57A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Generic Axis: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2890C4-DCCF-E0D0-42AA-C3E8FE08A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4900" y="2746065"/>
            <a:ext cx="5053066" cy="1626362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WAIT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SET_POSITION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SET_VELOCITY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GA_FAULT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78688D-28DE-BB14-70E1-DCD4714C298E}"/>
              </a:ext>
            </a:extLst>
          </p:cNvPr>
          <p:cNvSpPr txBox="1"/>
          <p:nvPr/>
        </p:nvSpPr>
        <p:spPr>
          <a:xfrm>
            <a:off x="6308948" y="1745342"/>
            <a:ext cx="3459167" cy="45074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/>
          <a:p>
            <a:pPr marL="114300" indent="-3429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b="1" dirty="0"/>
              <a:t>State Machine</a:t>
            </a:r>
            <a:r>
              <a:rPr lang="en-US" sz="2000" dirty="0"/>
              <a:t>: 4 Axis State</a:t>
            </a:r>
          </a:p>
        </p:txBody>
      </p:sp>
    </p:spTree>
    <p:extLst>
      <p:ext uri="{BB962C8B-B14F-4D97-AF65-F5344CB8AC3E}">
        <p14:creationId xmlns:p14="http://schemas.microsoft.com/office/powerpoint/2010/main" val="39723798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7DB322-CAD8-1A3B-F0A4-9BB84F57A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118600" cy="636361"/>
          </a:xfrm>
        </p:spPr>
        <p:txBody>
          <a:bodyPr>
            <a:normAutofit fontScale="90000"/>
          </a:bodyPr>
          <a:lstStyle/>
          <a:p>
            <a:r>
              <a:rPr lang="en-US" dirty="0"/>
              <a:t>Generic Axis State Transition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2890C4-DCCF-E0D0-42AA-C3E8FE08A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4733" y="954208"/>
            <a:ext cx="11133679" cy="100960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/>
              <a:t>Check command and move to new state to execute the given command</a:t>
            </a:r>
          </a:p>
        </p:txBody>
      </p:sp>
      <p:sp>
        <p:nvSpPr>
          <p:cNvPr id="18" name="Arrow: Bent-Up 17">
            <a:extLst>
              <a:ext uri="{FF2B5EF4-FFF2-40B4-BE49-F238E27FC236}">
                <a16:creationId xmlns:a16="http://schemas.microsoft.com/office/drawing/2014/main" id="{88E07057-36B2-5A4B-03A2-31249DB608C5}"/>
              </a:ext>
            </a:extLst>
          </p:cNvPr>
          <p:cNvSpPr/>
          <p:nvPr/>
        </p:nvSpPr>
        <p:spPr>
          <a:xfrm rot="10800000" flipH="1">
            <a:off x="7680106" y="2236169"/>
            <a:ext cx="1760327" cy="1137326"/>
          </a:xfrm>
          <a:prstGeom prst="bentUpArrow">
            <a:avLst>
              <a:gd name="adj1" fmla="val 10502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A1DB271-955F-A626-6E31-A1B7A1AA616B}"/>
              </a:ext>
            </a:extLst>
          </p:cNvPr>
          <p:cNvGrpSpPr/>
          <p:nvPr/>
        </p:nvGrpSpPr>
        <p:grpSpPr>
          <a:xfrm>
            <a:off x="220121" y="1818616"/>
            <a:ext cx="10995289" cy="4790241"/>
            <a:chOff x="220121" y="1818616"/>
            <a:chExt cx="10995289" cy="4790241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D395BE7-B9F5-BE11-204B-494BAAE034EB}"/>
                </a:ext>
              </a:extLst>
            </p:cNvPr>
            <p:cNvGrpSpPr/>
            <p:nvPr/>
          </p:nvGrpSpPr>
          <p:grpSpPr>
            <a:xfrm>
              <a:off x="220121" y="1818616"/>
              <a:ext cx="10995289" cy="4790241"/>
              <a:chOff x="220121" y="1818616"/>
              <a:chExt cx="10995289" cy="4790241"/>
            </a:xfrm>
          </p:grpSpPr>
          <p:sp>
            <p:nvSpPr>
              <p:cNvPr id="4" name="Flowchart: Terminator 3">
                <a:extLst>
                  <a:ext uri="{FF2B5EF4-FFF2-40B4-BE49-F238E27FC236}">
                    <a16:creationId xmlns:a16="http://schemas.microsoft.com/office/drawing/2014/main" id="{8B144CB2-D69D-654D-8A1E-BDC31565E197}"/>
                  </a:ext>
                </a:extLst>
              </p:cNvPr>
              <p:cNvSpPr/>
              <p:nvPr/>
            </p:nvSpPr>
            <p:spPr>
              <a:xfrm>
                <a:off x="4595004" y="1818616"/>
                <a:ext cx="3102964" cy="905405"/>
              </a:xfrm>
              <a:prstGeom prst="flowChartTermina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Check Execute</a:t>
                </a:r>
              </a:p>
              <a:p>
                <a:pPr algn="ctr"/>
                <a:r>
                  <a:rPr lang="en-US" dirty="0"/>
                  <a:t>If(Idle): Loop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6" name="Flowchart: Terminator 5">
                <a:extLst>
                  <a:ext uri="{FF2B5EF4-FFF2-40B4-BE49-F238E27FC236}">
                    <a16:creationId xmlns:a16="http://schemas.microsoft.com/office/drawing/2014/main" id="{5CB1663F-C249-C35C-F920-5C6219027989}"/>
                  </a:ext>
                </a:extLst>
              </p:cNvPr>
              <p:cNvSpPr/>
              <p:nvPr/>
            </p:nvSpPr>
            <p:spPr>
              <a:xfrm>
                <a:off x="220121" y="3429000"/>
                <a:ext cx="4170017" cy="1919569"/>
              </a:xfrm>
              <a:prstGeom prst="flowChartTerminator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Change_Position</a:t>
                </a:r>
                <a:endParaRPr lang="en-US" dirty="0"/>
              </a:p>
              <a:p>
                <a:pPr algn="ctr"/>
                <a:r>
                  <a:rPr lang="en-US" dirty="0"/>
                  <a:t>If(target position reached):</a:t>
                </a:r>
              </a:p>
              <a:p>
                <a:pPr lvl="1" algn="ctr"/>
                <a:r>
                  <a:rPr lang="en-US" dirty="0"/>
                  <a:t>Return to check Execute</a:t>
                </a:r>
              </a:p>
              <a:p>
                <a:r>
                  <a:rPr lang="en-US" dirty="0"/>
                  <a:t>         Else: (</a:t>
                </a:r>
                <a:r>
                  <a:rPr lang="en-US" dirty="0">
                    <a:latin typeface="Courier New" panose="02070309020205020404" pitchFamily="49" charset="0"/>
                  </a:rPr>
                  <a:t>Timer</a:t>
                </a:r>
                <a:r>
                  <a:rPr lang="en-US" dirty="0">
                    <a:solidFill>
                      <a:srgbClr val="008080"/>
                    </a:solidFill>
                    <a:latin typeface="Courier New" panose="02070309020205020404" pitchFamily="49" charset="0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=</a:t>
                </a:r>
                <a:r>
                  <a:rPr lang="en-US" dirty="0">
                    <a:solidFill>
                      <a:srgbClr val="008080"/>
                    </a:solidFill>
                    <a:latin typeface="Courier New" panose="02070309020205020404" pitchFamily="49" charset="0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0)</a:t>
                </a:r>
                <a:br>
                  <a:rPr lang="en-US" dirty="0">
                    <a:solidFill>
                      <a:srgbClr val="0000FF"/>
                    </a:solidFill>
                    <a:latin typeface="Courier New" panose="02070309020205020404" pitchFamily="49" charset="0"/>
                  </a:rPr>
                </a:br>
                <a:r>
                  <a:rPr lang="en-US" dirty="0">
                    <a:solidFill>
                      <a:srgbClr val="0000FF"/>
                    </a:solidFill>
                    <a:latin typeface="Courier New" panose="02070309020205020404" pitchFamily="49" charset="0"/>
                  </a:rPr>
                  <a:t>     </a:t>
                </a:r>
                <a:r>
                  <a:rPr lang="en-US" dirty="0" err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DeviceFault</a:t>
                </a:r>
                <a:r>
                  <a:rPr lang="en-US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:=</a:t>
                </a:r>
                <a:r>
                  <a:rPr lang="en-US" dirty="0">
                    <a:solidFill>
                      <a:srgbClr val="0000FF"/>
                    </a:solidFill>
                    <a:latin typeface="Courier New" panose="02070309020205020404" pitchFamily="49" charset="0"/>
                  </a:rPr>
                  <a:t>TRUE</a:t>
                </a:r>
                <a:endParaRPr lang="en-US" dirty="0">
                  <a:solidFill>
                    <a:srgbClr val="000000"/>
                  </a:solidFill>
                  <a:latin typeface="Courier New" panose="02070309020205020404" pitchFamily="49" charset="0"/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    move to </a:t>
                </a:r>
                <a:r>
                  <a:rPr lang="en-US" sz="1800" dirty="0" err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FaultState</a:t>
                </a:r>
                <a:endParaRPr lang="en-US" dirty="0"/>
              </a:p>
              <a:p>
                <a:pPr algn="ctr"/>
                <a:endParaRPr lang="en-US" dirty="0"/>
              </a:p>
            </p:txBody>
          </p:sp>
          <p:sp>
            <p:nvSpPr>
              <p:cNvPr id="7" name="Flowchart: Terminator 6">
                <a:extLst>
                  <a:ext uri="{FF2B5EF4-FFF2-40B4-BE49-F238E27FC236}">
                    <a16:creationId xmlns:a16="http://schemas.microsoft.com/office/drawing/2014/main" id="{4CD2DD88-3D68-8B40-FC33-4DB7247158FF}"/>
                  </a:ext>
                </a:extLst>
              </p:cNvPr>
              <p:cNvSpPr/>
              <p:nvPr/>
            </p:nvSpPr>
            <p:spPr>
              <a:xfrm>
                <a:off x="4799350" y="5703452"/>
                <a:ext cx="3102964" cy="905405"/>
              </a:xfrm>
              <a:prstGeom prst="flowChartTerminator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Faults state</a:t>
                </a:r>
                <a:endParaRPr lang="en-US" dirty="0"/>
              </a:p>
            </p:txBody>
          </p:sp>
          <p:sp>
            <p:nvSpPr>
              <p:cNvPr id="8" name="Flowchart: Terminator 7">
                <a:extLst>
                  <a:ext uri="{FF2B5EF4-FFF2-40B4-BE49-F238E27FC236}">
                    <a16:creationId xmlns:a16="http://schemas.microsoft.com/office/drawing/2014/main" id="{F5F850D2-1A8E-02E3-A91C-030DD03DFA24}"/>
                  </a:ext>
                </a:extLst>
              </p:cNvPr>
              <p:cNvSpPr/>
              <p:nvPr/>
            </p:nvSpPr>
            <p:spPr>
              <a:xfrm>
                <a:off x="6926244" y="3443233"/>
                <a:ext cx="4289166" cy="1919569"/>
              </a:xfrm>
              <a:prstGeom prst="flowChartTerminator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Change_Velocity</a:t>
                </a:r>
                <a:endParaRPr lang="en-US" dirty="0"/>
              </a:p>
              <a:p>
                <a:pPr algn="ctr"/>
                <a:r>
                  <a:rPr lang="en-US" dirty="0"/>
                  <a:t>If(</a:t>
                </a:r>
                <a:r>
                  <a:rPr lang="en-US" dirty="0" err="1">
                    <a:latin typeface="Courier New" panose="02070309020205020404" pitchFamily="49" charset="0"/>
                  </a:rPr>
                  <a:t>Current</a:t>
                </a:r>
                <a:r>
                  <a:rPr lang="en-US" sz="1800" dirty="0" err="1">
                    <a:latin typeface="Courier New" panose="02070309020205020404" pitchFamily="49" charset="0"/>
                  </a:rPr>
                  <a:t>Velocity</a:t>
                </a:r>
                <a:r>
                  <a:rPr lang="en-US" sz="1800" dirty="0">
                    <a:latin typeface="Courier New" panose="02070309020205020404" pitchFamily="49" charset="0"/>
                  </a:rPr>
                  <a:t>)</a:t>
                </a:r>
                <a:r>
                  <a:rPr lang="en-US" dirty="0"/>
                  <a:t>:</a:t>
                </a:r>
              </a:p>
              <a:p>
                <a:pPr lvl="1" algn="ctr"/>
                <a:r>
                  <a:rPr lang="en-US" dirty="0"/>
                  <a:t>Return to check  command</a:t>
                </a:r>
              </a:p>
              <a:p>
                <a:r>
                  <a:rPr lang="en-US" dirty="0"/>
                  <a:t>             Else: (</a:t>
                </a:r>
                <a:r>
                  <a:rPr lang="en-US" dirty="0">
                    <a:latin typeface="Courier New" panose="02070309020205020404" pitchFamily="49" charset="0"/>
                  </a:rPr>
                  <a:t>Timer</a:t>
                </a:r>
                <a:r>
                  <a:rPr lang="en-US" dirty="0">
                    <a:solidFill>
                      <a:srgbClr val="008080"/>
                    </a:solidFill>
                    <a:latin typeface="Courier New" panose="02070309020205020404" pitchFamily="49" charset="0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=</a:t>
                </a:r>
                <a:r>
                  <a:rPr lang="en-US" dirty="0">
                    <a:solidFill>
                      <a:srgbClr val="008080"/>
                    </a:solidFill>
                    <a:latin typeface="Courier New" panose="02070309020205020404" pitchFamily="49" charset="0"/>
                  </a:rPr>
                  <a:t> </a:t>
                </a:r>
                <a:r>
                  <a:rPr lang="en-US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0)</a:t>
                </a:r>
                <a:br>
                  <a:rPr lang="en-US" dirty="0">
                    <a:solidFill>
                      <a:srgbClr val="0000FF"/>
                    </a:solidFill>
                    <a:latin typeface="Courier New" panose="02070309020205020404" pitchFamily="49" charset="0"/>
                  </a:rPr>
                </a:br>
                <a:r>
                  <a:rPr lang="en-US" dirty="0">
                    <a:solidFill>
                      <a:srgbClr val="0000FF"/>
                    </a:solidFill>
                    <a:latin typeface="Courier New" panose="02070309020205020404" pitchFamily="49" charset="0"/>
                  </a:rPr>
                  <a:t>       </a:t>
                </a:r>
                <a:r>
                  <a:rPr lang="en-US" dirty="0" err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DeviceFault</a:t>
                </a:r>
                <a:r>
                  <a:rPr lang="en-US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:=</a:t>
                </a:r>
                <a:r>
                  <a:rPr lang="en-US" dirty="0">
                    <a:solidFill>
                      <a:srgbClr val="0000FF"/>
                    </a:solidFill>
                    <a:latin typeface="Courier New" panose="02070309020205020404" pitchFamily="49" charset="0"/>
                  </a:rPr>
                  <a:t>TRUE</a:t>
                </a:r>
                <a:endParaRPr lang="en-US" dirty="0">
                  <a:solidFill>
                    <a:srgbClr val="000000"/>
                  </a:solidFill>
                  <a:latin typeface="Courier New" panose="02070309020205020404" pitchFamily="49" charset="0"/>
                </a:endParaRPr>
              </a:p>
              <a:p>
                <a:r>
                  <a:rPr lang="en-US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      move to </a:t>
                </a:r>
                <a:r>
                  <a:rPr lang="en-US" sz="1800" dirty="0" err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FaultState</a:t>
                </a:r>
                <a:r>
                  <a:rPr lang="en-US" sz="180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;</a:t>
                </a:r>
                <a:endParaRPr lang="en-US" dirty="0"/>
              </a:p>
              <a:p>
                <a:pPr algn="ctr"/>
                <a:endParaRPr lang="en-US" dirty="0"/>
              </a:p>
            </p:txBody>
          </p:sp>
          <p:sp>
            <p:nvSpPr>
              <p:cNvPr id="10" name="Arrow: Bent-Up 9">
                <a:extLst>
                  <a:ext uri="{FF2B5EF4-FFF2-40B4-BE49-F238E27FC236}">
                    <a16:creationId xmlns:a16="http://schemas.microsoft.com/office/drawing/2014/main" id="{2FF9411B-C7BD-80BA-6DC8-0A3DFE68F635}"/>
                  </a:ext>
                </a:extLst>
              </p:cNvPr>
              <p:cNvSpPr/>
              <p:nvPr/>
            </p:nvSpPr>
            <p:spPr>
              <a:xfrm rot="5400000">
                <a:off x="2939675" y="4511147"/>
                <a:ext cx="1012623" cy="2706723"/>
              </a:xfrm>
              <a:prstGeom prst="bentUpArrow">
                <a:avLst>
                  <a:gd name="adj1" fmla="val 13411"/>
                  <a:gd name="adj2" fmla="val 20861"/>
                  <a:gd name="adj3" fmla="val 25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Arrow: Bent-Up 11">
                <a:extLst>
                  <a:ext uri="{FF2B5EF4-FFF2-40B4-BE49-F238E27FC236}">
                    <a16:creationId xmlns:a16="http://schemas.microsoft.com/office/drawing/2014/main" id="{3F311D19-F62F-BD6D-6E2E-6E79F11F2827}"/>
                  </a:ext>
                </a:extLst>
              </p:cNvPr>
              <p:cNvSpPr/>
              <p:nvPr/>
            </p:nvSpPr>
            <p:spPr>
              <a:xfrm rot="10800000">
                <a:off x="1919238" y="2291673"/>
                <a:ext cx="2706724" cy="1137326"/>
              </a:xfrm>
              <a:prstGeom prst="bentUpArrow">
                <a:avLst>
                  <a:gd name="adj1" fmla="val 10502"/>
                  <a:gd name="adj2" fmla="val 25000"/>
                  <a:gd name="adj3" fmla="val 25000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Arrow: Bent-Up 13">
                <a:extLst>
                  <a:ext uri="{FF2B5EF4-FFF2-40B4-BE49-F238E27FC236}">
                    <a16:creationId xmlns:a16="http://schemas.microsoft.com/office/drawing/2014/main" id="{E7338370-24C7-1EA5-27C5-7DBD83C6B141}"/>
                  </a:ext>
                </a:extLst>
              </p:cNvPr>
              <p:cNvSpPr/>
              <p:nvPr/>
            </p:nvSpPr>
            <p:spPr>
              <a:xfrm flipH="1">
                <a:off x="6169776" y="2748097"/>
                <a:ext cx="771724" cy="1743321"/>
              </a:xfrm>
              <a:prstGeom prst="bentUpArrow">
                <a:avLst>
                  <a:gd name="adj1" fmla="val 17042"/>
                  <a:gd name="adj2" fmla="val 25000"/>
                  <a:gd name="adj3" fmla="val 25000"/>
                </a:avLst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Arrow: Bent-Up 14">
                <a:extLst>
                  <a:ext uri="{FF2B5EF4-FFF2-40B4-BE49-F238E27FC236}">
                    <a16:creationId xmlns:a16="http://schemas.microsoft.com/office/drawing/2014/main" id="{D96DB511-8C63-423C-FC84-AFA7FD94AAB1}"/>
                  </a:ext>
                </a:extLst>
              </p:cNvPr>
              <p:cNvSpPr/>
              <p:nvPr/>
            </p:nvSpPr>
            <p:spPr>
              <a:xfrm>
                <a:off x="4390138" y="2724021"/>
                <a:ext cx="853902" cy="1743321"/>
              </a:xfrm>
              <a:prstGeom prst="bentUpArrow">
                <a:avLst>
                  <a:gd name="adj1" fmla="val 8755"/>
                  <a:gd name="adj2" fmla="val 25000"/>
                  <a:gd name="adj3" fmla="val 25000"/>
                </a:avLst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Arrow: Bent-Up 15">
                <a:extLst>
                  <a:ext uri="{FF2B5EF4-FFF2-40B4-BE49-F238E27FC236}">
                    <a16:creationId xmlns:a16="http://schemas.microsoft.com/office/drawing/2014/main" id="{1955CE6A-95E0-5D41-AE01-4E6F5FB7A592}"/>
                  </a:ext>
                </a:extLst>
              </p:cNvPr>
              <p:cNvSpPr/>
              <p:nvPr/>
            </p:nvSpPr>
            <p:spPr>
              <a:xfrm rot="16200000" flipH="1">
                <a:off x="7882689" y="5399687"/>
                <a:ext cx="1012624" cy="910394"/>
              </a:xfrm>
              <a:prstGeom prst="bentUpArrow">
                <a:avLst>
                  <a:gd name="adj1" fmla="val 13411"/>
                  <a:gd name="adj2" fmla="val 20861"/>
                  <a:gd name="adj3" fmla="val 25000"/>
                </a:avLst>
              </a:prstGeom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Arrow: Up 18">
                <a:extLst>
                  <a:ext uri="{FF2B5EF4-FFF2-40B4-BE49-F238E27FC236}">
                    <a16:creationId xmlns:a16="http://schemas.microsoft.com/office/drawing/2014/main" id="{CCEF359F-3703-DFA2-B9E3-F2460D2E490C}"/>
                  </a:ext>
                </a:extLst>
              </p:cNvPr>
              <p:cNvSpPr/>
              <p:nvPr/>
            </p:nvSpPr>
            <p:spPr>
              <a:xfrm>
                <a:off x="5632369" y="2724021"/>
                <a:ext cx="338097" cy="2979431"/>
              </a:xfrm>
              <a:prstGeom prst="upArrow">
                <a:avLst/>
              </a:prstGeom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129BF35-8B76-6599-5846-0E941569E64C}"/>
                </a:ext>
              </a:extLst>
            </p:cNvPr>
            <p:cNvSpPr txBox="1"/>
            <p:nvPr/>
          </p:nvSpPr>
          <p:spPr>
            <a:xfrm>
              <a:off x="5063897" y="5235337"/>
              <a:ext cx="1627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RESET FAULTS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3217BC9-42BE-95A1-2E86-913D9056C4AD}"/>
                </a:ext>
              </a:extLst>
            </p:cNvPr>
            <p:cNvSpPr txBox="1"/>
            <p:nvPr/>
          </p:nvSpPr>
          <p:spPr>
            <a:xfrm>
              <a:off x="6456901" y="3218449"/>
              <a:ext cx="8539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DONE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7740A09-3F04-4747-4582-A3DAA994C699}"/>
                </a:ext>
              </a:extLst>
            </p:cNvPr>
            <p:cNvSpPr txBox="1"/>
            <p:nvPr/>
          </p:nvSpPr>
          <p:spPr>
            <a:xfrm>
              <a:off x="4255214" y="3118412"/>
              <a:ext cx="8539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DONE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8D53216-A8B0-A81B-819C-00DDFBCED6CD}"/>
                </a:ext>
              </a:extLst>
            </p:cNvPr>
            <p:cNvSpPr txBox="1"/>
            <p:nvPr/>
          </p:nvSpPr>
          <p:spPr>
            <a:xfrm>
              <a:off x="1000967" y="5864508"/>
              <a:ext cx="10485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FAULTS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23D7E3-DB3A-61EA-628F-ACB36171A938}"/>
                </a:ext>
              </a:extLst>
            </p:cNvPr>
            <p:cNvSpPr txBox="1"/>
            <p:nvPr/>
          </p:nvSpPr>
          <p:spPr>
            <a:xfrm>
              <a:off x="9190320" y="5823887"/>
              <a:ext cx="104850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/>
                <a:t>FAULTS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82698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A51A7782919641877CE40761E1D35B" ma:contentTypeVersion="14" ma:contentTypeDescription="Create a new document." ma:contentTypeScope="" ma:versionID="2f7c56241e7d3bad2bb4de348a7bfb99">
  <xsd:schema xmlns:xsd="http://www.w3.org/2001/XMLSchema" xmlns:xs="http://www.w3.org/2001/XMLSchema" xmlns:p="http://schemas.microsoft.com/office/2006/metadata/properties" xmlns:ns3="9f44f710-b055-45ed-bf34-7bdae1311b06" xmlns:ns4="c5e73702-3c5a-473f-9322-4c2324c62dca" targetNamespace="http://schemas.microsoft.com/office/2006/metadata/properties" ma:root="true" ma:fieldsID="5a2fc8ade7bb22fcd048b42e023536fe" ns3:_="" ns4:_="">
    <xsd:import namespace="9f44f710-b055-45ed-bf34-7bdae1311b06"/>
    <xsd:import namespace="c5e73702-3c5a-473f-9322-4c2324c62dc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44f710-b055-45ed-bf34-7bdae1311b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e73702-3c5a-473f-9322-4c2324c62dc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f44f710-b055-45ed-bf34-7bdae1311b06" xsi:nil="true"/>
  </documentManagement>
</p:properties>
</file>

<file path=customXml/itemProps1.xml><?xml version="1.0" encoding="utf-8"?>
<ds:datastoreItem xmlns:ds="http://schemas.openxmlformats.org/officeDocument/2006/customXml" ds:itemID="{6E42607F-2A59-410B-A82C-E0289C083D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44f710-b055-45ed-bf34-7bdae1311b06"/>
    <ds:schemaRef ds:uri="c5e73702-3c5a-473f-9322-4c2324c62d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2D24F2-1491-4B7A-AD4F-603798C44FB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C9DC270-247C-4C65-B894-0EC4B5ED700E}">
  <ds:schemaRefs>
    <ds:schemaRef ds:uri="c5e73702-3c5a-473f-9322-4c2324c62dca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9f44f710-b055-45ed-bf34-7bdae1311b06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1691</TotalTime>
  <Words>1469</Words>
  <Application>Microsoft Office PowerPoint</Application>
  <PresentationFormat>Widescreen</PresentationFormat>
  <Paragraphs>258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Aptos (Body)</vt:lpstr>
      <vt:lpstr>Aptos Display</vt:lpstr>
      <vt:lpstr>Arial</vt:lpstr>
      <vt:lpstr>Calibri</vt:lpstr>
      <vt:lpstr>Courier New</vt:lpstr>
      <vt:lpstr>Wingdings</vt:lpstr>
      <vt:lpstr>Office 主题​​</vt:lpstr>
      <vt:lpstr>Automation Software and Design Pattern</vt:lpstr>
      <vt:lpstr>This machine has  three units</vt:lpstr>
      <vt:lpstr>PowerPoint Presentation</vt:lpstr>
      <vt:lpstr>1. The Feeder</vt:lpstr>
      <vt:lpstr>PowerPoint Presentation</vt:lpstr>
      <vt:lpstr>2. Crane </vt:lpstr>
      <vt:lpstr>PowerPoint Presentation</vt:lpstr>
      <vt:lpstr>3. Pallet handler</vt:lpstr>
      <vt:lpstr>PowerPoint Presentation</vt:lpstr>
      <vt:lpstr>PowerPoint Presentation</vt:lpstr>
      <vt:lpstr>PowerPoint Presentation</vt:lpstr>
      <vt:lpstr>PowerPoint Presentation</vt:lpstr>
      <vt:lpstr>Types of Stops</vt:lpstr>
      <vt:lpstr>PowerPoint Presentation</vt:lpstr>
      <vt:lpstr>Material Management</vt:lpstr>
      <vt:lpstr>PowerPoint Presentation</vt:lpstr>
      <vt:lpstr>PowerPoint Presentation</vt:lpstr>
      <vt:lpstr>Libraries used</vt:lpstr>
      <vt:lpstr>Signal management Library</vt:lpstr>
      <vt:lpstr>One time run</vt:lpstr>
      <vt:lpstr>Generic Devices Library</vt:lpstr>
      <vt:lpstr>FSM IMPLEMENTATION </vt:lpstr>
      <vt:lpstr>Generic Devices: States</vt:lpstr>
      <vt:lpstr>Generic Device: Inputs and Outputs Variables</vt:lpstr>
      <vt:lpstr>Generic Axis:</vt:lpstr>
      <vt:lpstr>Generic Axis State Transition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Gutu Abeya</dc:creator>
  <cp:lastModifiedBy>Gutu Abeya Tefera - gutu.abeya@studio.unibo.it</cp:lastModifiedBy>
  <cp:revision>47</cp:revision>
  <dcterms:created xsi:type="dcterms:W3CDTF">2024-07-21T11:02:06Z</dcterms:created>
  <dcterms:modified xsi:type="dcterms:W3CDTF">2024-09-11T03:53:07Z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0x0101006EA51A7782919641877CE40761E1D35B</vt:lpwstr>
  </property>
</Properties>
</file>