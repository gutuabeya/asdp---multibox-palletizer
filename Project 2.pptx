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sldIdLst>
    <p:sldId id="256" r:id="rId3"/>
    <p:sldId id="275" r:id="rId4"/>
    <p:sldId id="294" r:id="rId5"/>
    <p:sldId id="268" r:id="rId6"/>
    <p:sldId id="298" r:id="rId7"/>
    <p:sldId id="270" r:id="rId8"/>
    <p:sldId id="295" r:id="rId9"/>
    <p:sldId id="296" r:id="rId10"/>
    <p:sldId id="281" r:id="rId11"/>
    <p:sldId id="299" r:id="rId12"/>
    <p:sldId id="293" r:id="rId13"/>
    <p:sldId id="300" r:id="rId14"/>
    <p:sldId id="297" r:id="rId15"/>
  </p:sldIdLst>
  <p:sldSz cx="12192000" cy="6858000"/>
  <p:notesSz cx="6858000" cy="9144000"/>
  <p:custDataLst>
    <p:tags r:id="rId1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67" d="100"/>
          <a:sy n="67" d="100"/>
        </p:scale>
        <p:origin x="72"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tags" Target="tags/tag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D4A986B-6EE5-484B-BAE4-901B5D0E9D6C}" type="doc">
      <dgm:prSet loTypeId="urn:microsoft.com/office/officeart/2005/8/layout/cycle2" loCatId="cycle" qsTypeId="urn:microsoft.com/office/officeart/2005/8/quickstyle/simple1" qsCatId="simple" csTypeId="urn:microsoft.com/office/officeart/2005/8/colors/colorful5" csCatId="colorful" phldr="1"/>
      <dgm:spPr/>
      <dgm:t>
        <a:bodyPr/>
        <a:lstStyle/>
        <a:p>
          <a:endParaRPr lang="en-US"/>
        </a:p>
      </dgm:t>
    </dgm:pt>
    <dgm:pt modelId="{7A080A67-9282-45DC-BAE5-371DADE37428}">
      <dgm:prSet/>
      <dgm:spPr/>
      <dgm:t>
        <a:bodyPr/>
        <a:lstStyle/>
        <a:p>
          <a:r>
            <a:rPr lang="en-US" altLang="en-US" b="1" dirty="0"/>
            <a:t>MACHINE_OFF_STATE </a:t>
          </a:r>
          <a:r>
            <a:rPr lang="zh-CN" altLang="en-US" b="1" dirty="0"/>
            <a:t> </a:t>
          </a:r>
          <a:r>
            <a:rPr lang="en-US" altLang="zh-CN" dirty="0"/>
            <a:t>(</a:t>
          </a:r>
          <a:r>
            <a:rPr lang="zh-CN" altLang="en-US" dirty="0"/>
            <a:t>Initial state: waiting for the start signal</a:t>
          </a:r>
          <a:r>
            <a:rPr lang="en-US" altLang="zh-CN" dirty="0"/>
            <a:t>)</a:t>
          </a:r>
          <a:endParaRPr lang="zh-CN" altLang="en-US" dirty="0"/>
        </a:p>
      </dgm:t>
    </dgm:pt>
    <dgm:pt modelId="{83C6EDAE-4050-4BF0-9D21-DC7624CEAAC2}" type="parTrans" cxnId="{F1E36D66-74A9-4DD0-A771-36D1CCDB47E7}">
      <dgm:prSet/>
      <dgm:spPr/>
      <dgm:t>
        <a:bodyPr/>
        <a:lstStyle/>
        <a:p>
          <a:endParaRPr lang="en-US"/>
        </a:p>
      </dgm:t>
    </dgm:pt>
    <dgm:pt modelId="{1B67FCCC-846C-4692-AB14-07576BD22180}" type="sibTrans" cxnId="{F1E36D66-74A9-4DD0-A771-36D1CCDB47E7}">
      <dgm:prSet/>
      <dgm:spPr/>
      <dgm:t>
        <a:bodyPr/>
        <a:lstStyle/>
        <a:p>
          <a:endParaRPr lang="en-US"/>
        </a:p>
      </dgm:t>
    </dgm:pt>
    <dgm:pt modelId="{DFE1F9B5-91E0-445D-91E7-9E8F464DDA26}">
      <dgm:prSet/>
      <dgm:spPr/>
      <dgm:t>
        <a:bodyPr/>
        <a:lstStyle/>
        <a:p>
          <a:r>
            <a:rPr lang="en-US" altLang="en-US" b="1" dirty="0"/>
            <a:t>INITIALIZE_STATE</a:t>
          </a:r>
          <a:r>
            <a:rPr lang="zh-CN" altLang="en-US" b="1" dirty="0"/>
            <a:t> </a:t>
          </a:r>
          <a:r>
            <a:rPr lang="en-US" altLang="zh-CN" dirty="0"/>
            <a:t>(</a:t>
          </a:r>
          <a:r>
            <a:rPr lang="zh-CN" altLang="en-US" dirty="0"/>
            <a:t>Initialization state:  initializing the conveying and cutting equipment</a:t>
          </a:r>
          <a:r>
            <a:rPr lang="en-US" altLang="zh-CN" dirty="0"/>
            <a:t>)</a:t>
          </a:r>
          <a:endParaRPr lang="zh-CN" altLang="en-US" dirty="0"/>
        </a:p>
      </dgm:t>
    </dgm:pt>
    <dgm:pt modelId="{6C4E2959-8708-4714-A724-E42DAD7BC3F2}" type="parTrans" cxnId="{77EDFCC3-DA6B-4353-A7F7-0F2314EA07CF}">
      <dgm:prSet/>
      <dgm:spPr/>
      <dgm:t>
        <a:bodyPr/>
        <a:lstStyle/>
        <a:p>
          <a:endParaRPr lang="en-US"/>
        </a:p>
      </dgm:t>
    </dgm:pt>
    <dgm:pt modelId="{A78806FE-554F-4C32-B759-277E547612B6}" type="sibTrans" cxnId="{77EDFCC3-DA6B-4353-A7F7-0F2314EA07CF}">
      <dgm:prSet/>
      <dgm:spPr/>
      <dgm:t>
        <a:bodyPr/>
        <a:lstStyle/>
        <a:p>
          <a:endParaRPr lang="en-US"/>
        </a:p>
      </dgm:t>
    </dgm:pt>
    <dgm:pt modelId="{C4E869C6-7CE5-4A52-8F80-2600C1C96949}">
      <dgm:prSet/>
      <dgm:spPr/>
      <dgm:t>
        <a:bodyPr/>
        <a:lstStyle/>
        <a:p>
          <a:r>
            <a:rPr lang="en-US" altLang="en-US" b="1" dirty="0"/>
            <a:t>CONFIRM_CONVY_MV</a:t>
          </a:r>
          <a:r>
            <a:rPr lang="zh-CN" altLang="en-US" b="1" dirty="0"/>
            <a:t> </a:t>
          </a:r>
          <a:r>
            <a:rPr lang="en-US" altLang="zh-CN" dirty="0"/>
            <a:t>(</a:t>
          </a:r>
          <a:r>
            <a:rPr lang="zh-CN" altLang="en-US" dirty="0"/>
            <a:t>Start state: starting the conveying equipment</a:t>
          </a:r>
          <a:r>
            <a:rPr lang="en-US" altLang="zh-CN" dirty="0"/>
            <a:t>)</a:t>
          </a:r>
          <a:endParaRPr lang="zh-CN" altLang="en-US" dirty="0"/>
        </a:p>
      </dgm:t>
    </dgm:pt>
    <dgm:pt modelId="{D584A6AA-72D6-45DC-8818-C4E659292098}" type="parTrans" cxnId="{F84D94E5-F5DD-4DDF-8E21-18D467A9B08A}">
      <dgm:prSet/>
      <dgm:spPr/>
      <dgm:t>
        <a:bodyPr/>
        <a:lstStyle/>
        <a:p>
          <a:endParaRPr lang="en-US"/>
        </a:p>
      </dgm:t>
    </dgm:pt>
    <dgm:pt modelId="{121DA062-3C2F-47BA-B3F6-196CFA104FEB}" type="sibTrans" cxnId="{F84D94E5-F5DD-4DDF-8E21-18D467A9B08A}">
      <dgm:prSet/>
      <dgm:spPr/>
      <dgm:t>
        <a:bodyPr/>
        <a:lstStyle/>
        <a:p>
          <a:endParaRPr lang="en-US"/>
        </a:p>
      </dgm:t>
    </dgm:pt>
    <dgm:pt modelId="{07CE752A-E447-4A8E-A333-52416254C0AE}">
      <dgm:prSet/>
      <dgm:spPr/>
      <dgm:t>
        <a:bodyPr/>
        <a:lstStyle/>
        <a:p>
          <a:r>
            <a:rPr lang="en-US" altLang="en-US" b="1" dirty="0"/>
            <a:t>CONVY_MV</a:t>
          </a:r>
          <a:r>
            <a:rPr lang="zh-CN" altLang="en-US" b="1" dirty="0"/>
            <a:t> </a:t>
          </a:r>
          <a:r>
            <a:rPr lang="en-US" altLang="zh-CN" dirty="0"/>
            <a:t>(</a:t>
          </a:r>
          <a:r>
            <a:rPr lang="zh-CN" altLang="en-US" dirty="0"/>
            <a:t>Running state: the equipment is running normally, waiting for the camera trigger signal</a:t>
          </a:r>
          <a:r>
            <a:rPr lang="en-US" altLang="zh-CN" dirty="0"/>
            <a:t>)</a:t>
          </a:r>
          <a:endParaRPr lang="zh-CN" altLang="en-US" dirty="0"/>
        </a:p>
      </dgm:t>
    </dgm:pt>
    <dgm:pt modelId="{3A3255CC-3FAB-414D-98F2-2A6B7963BE7A}" type="parTrans" cxnId="{58AE2E39-5FF6-4A57-8A63-2E8B10BBCDA8}">
      <dgm:prSet/>
      <dgm:spPr/>
      <dgm:t>
        <a:bodyPr/>
        <a:lstStyle/>
        <a:p>
          <a:endParaRPr lang="en-US"/>
        </a:p>
      </dgm:t>
    </dgm:pt>
    <dgm:pt modelId="{136341AC-7526-4D79-B5E9-0C209897E574}" type="sibTrans" cxnId="{58AE2E39-5FF6-4A57-8A63-2E8B10BBCDA8}">
      <dgm:prSet/>
      <dgm:spPr/>
      <dgm:t>
        <a:bodyPr/>
        <a:lstStyle/>
        <a:p>
          <a:endParaRPr lang="en-US"/>
        </a:p>
      </dgm:t>
    </dgm:pt>
    <dgm:pt modelId="{C6DD31C1-CEE8-490C-91CD-B911EDACF48F}">
      <dgm:prSet/>
      <dgm:spPr/>
      <dgm:t>
        <a:bodyPr/>
        <a:lstStyle/>
        <a:p>
          <a:r>
            <a:rPr lang="en-US" altLang="en-US" b="1" dirty="0"/>
            <a:t>SENSOR_STATE</a:t>
          </a:r>
          <a:r>
            <a:rPr lang="zh-CN" altLang="en-US" b="1" dirty="0"/>
            <a:t> </a:t>
          </a:r>
          <a:r>
            <a:rPr lang="en-US" altLang="zh-CN" dirty="0"/>
            <a:t>(</a:t>
          </a:r>
          <a:r>
            <a:rPr lang="zh-CN" altLang="en-US" dirty="0"/>
            <a:t>Trigger state: the camera is triggered</a:t>
          </a:r>
          <a:r>
            <a:rPr lang="en-US" altLang="zh-CN" dirty="0"/>
            <a:t>)</a:t>
          </a:r>
          <a:endParaRPr lang="zh-CN" altLang="en-US" dirty="0"/>
        </a:p>
      </dgm:t>
    </dgm:pt>
    <dgm:pt modelId="{C09A88FA-ECE5-4420-9190-ADFF4C1C674E}" type="parTrans" cxnId="{28DF0FCB-23A6-40B0-8721-7D052739A556}">
      <dgm:prSet/>
      <dgm:spPr/>
      <dgm:t>
        <a:bodyPr/>
        <a:lstStyle/>
        <a:p>
          <a:endParaRPr lang="en-US"/>
        </a:p>
      </dgm:t>
    </dgm:pt>
    <dgm:pt modelId="{A87FF605-1851-402D-9390-2DF1128DE26D}" type="sibTrans" cxnId="{28DF0FCB-23A6-40B0-8721-7D052739A556}">
      <dgm:prSet/>
      <dgm:spPr/>
      <dgm:t>
        <a:bodyPr/>
        <a:lstStyle/>
        <a:p>
          <a:endParaRPr lang="en-US"/>
        </a:p>
      </dgm:t>
    </dgm:pt>
    <dgm:pt modelId="{95C65832-853E-445C-9215-E2E803E9B83E}">
      <dgm:prSet/>
      <dgm:spPr/>
      <dgm:t>
        <a:bodyPr/>
        <a:lstStyle/>
        <a:p>
          <a:r>
            <a:rPr lang="en-US" altLang="en-US" b="1" dirty="0"/>
            <a:t>CAM_STATE</a:t>
          </a:r>
          <a:r>
            <a:rPr lang="zh-CN" altLang="en-US" b="1" dirty="0"/>
            <a:t> </a:t>
          </a:r>
          <a:r>
            <a:rPr lang="en-US" altLang="zh-CN" dirty="0"/>
            <a:t>(</a:t>
          </a:r>
          <a:r>
            <a:rPr lang="zh-CN" altLang="en-US" dirty="0"/>
            <a:t>Camera state: the camera has completed the work and returned to the RUNNING state</a:t>
          </a:r>
          <a:r>
            <a:rPr lang="en-US" altLang="zh-CN" dirty="0"/>
            <a:t>)</a:t>
          </a:r>
          <a:endParaRPr lang="zh-CN" altLang="en-US" dirty="0"/>
        </a:p>
      </dgm:t>
    </dgm:pt>
    <dgm:pt modelId="{AEEBC8BA-2BDA-46D8-B66F-421113D48D0A}" type="parTrans" cxnId="{73075985-6FCD-4839-9C3D-1343A7DEF7B2}">
      <dgm:prSet/>
      <dgm:spPr/>
      <dgm:t>
        <a:bodyPr/>
        <a:lstStyle/>
        <a:p>
          <a:endParaRPr lang="en-US"/>
        </a:p>
      </dgm:t>
    </dgm:pt>
    <dgm:pt modelId="{11E05E7C-C23F-4ED0-B44F-BC1FFEE3AD58}" type="sibTrans" cxnId="{73075985-6FCD-4839-9C3D-1343A7DEF7B2}">
      <dgm:prSet/>
      <dgm:spPr/>
      <dgm:t>
        <a:bodyPr/>
        <a:lstStyle/>
        <a:p>
          <a:endParaRPr lang="en-US"/>
        </a:p>
      </dgm:t>
    </dgm:pt>
    <dgm:pt modelId="{AB4D8239-AAD0-4844-86D0-B13F218721E0}" type="pres">
      <dgm:prSet presAssocID="{0D4A986B-6EE5-484B-BAE4-901B5D0E9D6C}" presName="cycle" presStyleCnt="0">
        <dgm:presLayoutVars>
          <dgm:dir/>
          <dgm:resizeHandles val="exact"/>
        </dgm:presLayoutVars>
      </dgm:prSet>
      <dgm:spPr/>
    </dgm:pt>
    <dgm:pt modelId="{D538B129-137E-40D4-B4CF-001F9292AEF6}" type="pres">
      <dgm:prSet presAssocID="{7A080A67-9282-45DC-BAE5-371DADE37428}" presName="node" presStyleLbl="node1" presStyleIdx="0" presStyleCnt="6">
        <dgm:presLayoutVars>
          <dgm:bulletEnabled val="1"/>
        </dgm:presLayoutVars>
      </dgm:prSet>
      <dgm:spPr/>
    </dgm:pt>
    <dgm:pt modelId="{BAA22101-000F-41A6-BB12-1CB3337D3B1D}" type="pres">
      <dgm:prSet presAssocID="{1B67FCCC-846C-4692-AB14-07576BD22180}" presName="sibTrans" presStyleLbl="sibTrans2D1" presStyleIdx="0" presStyleCnt="6"/>
      <dgm:spPr/>
    </dgm:pt>
    <dgm:pt modelId="{CB9F31B1-6108-4492-994C-3153F06578E5}" type="pres">
      <dgm:prSet presAssocID="{1B67FCCC-846C-4692-AB14-07576BD22180}" presName="connectorText" presStyleLbl="sibTrans2D1" presStyleIdx="0" presStyleCnt="6"/>
      <dgm:spPr/>
    </dgm:pt>
    <dgm:pt modelId="{6029EF7E-532B-40E9-939A-23742275FC6C}" type="pres">
      <dgm:prSet presAssocID="{DFE1F9B5-91E0-445D-91E7-9E8F464DDA26}" presName="node" presStyleLbl="node1" presStyleIdx="1" presStyleCnt="6">
        <dgm:presLayoutVars>
          <dgm:bulletEnabled val="1"/>
        </dgm:presLayoutVars>
      </dgm:prSet>
      <dgm:spPr/>
    </dgm:pt>
    <dgm:pt modelId="{F72F580B-06A7-476E-827D-607D21F4BBC3}" type="pres">
      <dgm:prSet presAssocID="{A78806FE-554F-4C32-B759-277E547612B6}" presName="sibTrans" presStyleLbl="sibTrans2D1" presStyleIdx="1" presStyleCnt="6"/>
      <dgm:spPr/>
    </dgm:pt>
    <dgm:pt modelId="{244FD60A-37CE-457B-958B-3A40D0275070}" type="pres">
      <dgm:prSet presAssocID="{A78806FE-554F-4C32-B759-277E547612B6}" presName="connectorText" presStyleLbl="sibTrans2D1" presStyleIdx="1" presStyleCnt="6"/>
      <dgm:spPr/>
    </dgm:pt>
    <dgm:pt modelId="{1889DA89-E2AC-4259-847D-E451EC5622AF}" type="pres">
      <dgm:prSet presAssocID="{C4E869C6-7CE5-4A52-8F80-2600C1C96949}" presName="node" presStyleLbl="node1" presStyleIdx="2" presStyleCnt="6">
        <dgm:presLayoutVars>
          <dgm:bulletEnabled val="1"/>
        </dgm:presLayoutVars>
      </dgm:prSet>
      <dgm:spPr/>
    </dgm:pt>
    <dgm:pt modelId="{09750344-723B-419A-A119-E3BAD5DF7710}" type="pres">
      <dgm:prSet presAssocID="{121DA062-3C2F-47BA-B3F6-196CFA104FEB}" presName="sibTrans" presStyleLbl="sibTrans2D1" presStyleIdx="2" presStyleCnt="6"/>
      <dgm:spPr/>
    </dgm:pt>
    <dgm:pt modelId="{05D2A245-6FB5-4731-971B-9E66116220BD}" type="pres">
      <dgm:prSet presAssocID="{121DA062-3C2F-47BA-B3F6-196CFA104FEB}" presName="connectorText" presStyleLbl="sibTrans2D1" presStyleIdx="2" presStyleCnt="6"/>
      <dgm:spPr/>
    </dgm:pt>
    <dgm:pt modelId="{199A5682-C7E4-4B48-B93E-1C2659985AEE}" type="pres">
      <dgm:prSet presAssocID="{07CE752A-E447-4A8E-A333-52416254C0AE}" presName="node" presStyleLbl="node1" presStyleIdx="3" presStyleCnt="6">
        <dgm:presLayoutVars>
          <dgm:bulletEnabled val="1"/>
        </dgm:presLayoutVars>
      </dgm:prSet>
      <dgm:spPr/>
    </dgm:pt>
    <dgm:pt modelId="{29B9EE36-1B9C-4A89-9C4A-C4DB2CB6022C}" type="pres">
      <dgm:prSet presAssocID="{136341AC-7526-4D79-B5E9-0C209897E574}" presName="sibTrans" presStyleLbl="sibTrans2D1" presStyleIdx="3" presStyleCnt="6"/>
      <dgm:spPr/>
    </dgm:pt>
    <dgm:pt modelId="{8865F9A3-DCD4-4666-9D27-746B42945290}" type="pres">
      <dgm:prSet presAssocID="{136341AC-7526-4D79-B5E9-0C209897E574}" presName="connectorText" presStyleLbl="sibTrans2D1" presStyleIdx="3" presStyleCnt="6"/>
      <dgm:spPr/>
    </dgm:pt>
    <dgm:pt modelId="{1D4D9709-6E5A-4748-8FDD-36A791FF07D7}" type="pres">
      <dgm:prSet presAssocID="{C6DD31C1-CEE8-490C-91CD-B911EDACF48F}" presName="node" presStyleLbl="node1" presStyleIdx="4" presStyleCnt="6">
        <dgm:presLayoutVars>
          <dgm:bulletEnabled val="1"/>
        </dgm:presLayoutVars>
      </dgm:prSet>
      <dgm:spPr/>
    </dgm:pt>
    <dgm:pt modelId="{0C5D030A-0144-43CA-B757-6491A8A91E77}" type="pres">
      <dgm:prSet presAssocID="{A87FF605-1851-402D-9390-2DF1128DE26D}" presName="sibTrans" presStyleLbl="sibTrans2D1" presStyleIdx="4" presStyleCnt="6"/>
      <dgm:spPr/>
    </dgm:pt>
    <dgm:pt modelId="{C745BA60-3AA0-4962-9689-13C85BA38A84}" type="pres">
      <dgm:prSet presAssocID="{A87FF605-1851-402D-9390-2DF1128DE26D}" presName="connectorText" presStyleLbl="sibTrans2D1" presStyleIdx="4" presStyleCnt="6"/>
      <dgm:spPr/>
    </dgm:pt>
    <dgm:pt modelId="{246F8240-0C56-4BAB-ADD0-CDB1BC8DD4C0}" type="pres">
      <dgm:prSet presAssocID="{95C65832-853E-445C-9215-E2E803E9B83E}" presName="node" presStyleLbl="node1" presStyleIdx="5" presStyleCnt="6">
        <dgm:presLayoutVars>
          <dgm:bulletEnabled val="1"/>
        </dgm:presLayoutVars>
      </dgm:prSet>
      <dgm:spPr/>
    </dgm:pt>
    <dgm:pt modelId="{27D763BE-467F-4311-8123-80744C1DBAD1}" type="pres">
      <dgm:prSet presAssocID="{11E05E7C-C23F-4ED0-B44F-BC1FFEE3AD58}" presName="sibTrans" presStyleLbl="sibTrans2D1" presStyleIdx="5" presStyleCnt="6"/>
      <dgm:spPr/>
    </dgm:pt>
    <dgm:pt modelId="{D3869347-3F18-4407-99CD-0C03FFDA953C}" type="pres">
      <dgm:prSet presAssocID="{11E05E7C-C23F-4ED0-B44F-BC1FFEE3AD58}" presName="connectorText" presStyleLbl="sibTrans2D1" presStyleIdx="5" presStyleCnt="6"/>
      <dgm:spPr/>
    </dgm:pt>
  </dgm:ptLst>
  <dgm:cxnLst>
    <dgm:cxn modelId="{D63CDC03-5360-43FB-85D1-6BB115951337}" type="presOf" srcId="{C4E869C6-7CE5-4A52-8F80-2600C1C96949}" destId="{1889DA89-E2AC-4259-847D-E451EC5622AF}" srcOrd="0" destOrd="0" presId="urn:microsoft.com/office/officeart/2005/8/layout/cycle2"/>
    <dgm:cxn modelId="{0F271209-5CC4-46F4-987B-1A9EB1BADECF}" type="presOf" srcId="{A78806FE-554F-4C32-B759-277E547612B6}" destId="{244FD60A-37CE-457B-958B-3A40D0275070}" srcOrd="1" destOrd="0" presId="urn:microsoft.com/office/officeart/2005/8/layout/cycle2"/>
    <dgm:cxn modelId="{DF8E940C-6C51-4A5B-9181-9D180245EE53}" type="presOf" srcId="{121DA062-3C2F-47BA-B3F6-196CFA104FEB}" destId="{05D2A245-6FB5-4731-971B-9E66116220BD}" srcOrd="1" destOrd="0" presId="urn:microsoft.com/office/officeart/2005/8/layout/cycle2"/>
    <dgm:cxn modelId="{A657AA19-EA4A-4CF6-B19F-5ECE2AED6335}" type="presOf" srcId="{A87FF605-1851-402D-9390-2DF1128DE26D}" destId="{0C5D030A-0144-43CA-B757-6491A8A91E77}" srcOrd="0" destOrd="0" presId="urn:microsoft.com/office/officeart/2005/8/layout/cycle2"/>
    <dgm:cxn modelId="{AC5EE91A-DD61-4E3A-A6A4-51BA8CA47ADB}" type="presOf" srcId="{7A080A67-9282-45DC-BAE5-371DADE37428}" destId="{D538B129-137E-40D4-B4CF-001F9292AEF6}" srcOrd="0" destOrd="0" presId="urn:microsoft.com/office/officeart/2005/8/layout/cycle2"/>
    <dgm:cxn modelId="{1E889031-4D29-40AE-A9E5-784E25F874D5}" type="presOf" srcId="{A78806FE-554F-4C32-B759-277E547612B6}" destId="{F72F580B-06A7-476E-827D-607D21F4BBC3}" srcOrd="0" destOrd="0" presId="urn:microsoft.com/office/officeart/2005/8/layout/cycle2"/>
    <dgm:cxn modelId="{58AE2E39-5FF6-4A57-8A63-2E8B10BBCDA8}" srcId="{0D4A986B-6EE5-484B-BAE4-901B5D0E9D6C}" destId="{07CE752A-E447-4A8E-A333-52416254C0AE}" srcOrd="3" destOrd="0" parTransId="{3A3255CC-3FAB-414D-98F2-2A6B7963BE7A}" sibTransId="{136341AC-7526-4D79-B5E9-0C209897E574}"/>
    <dgm:cxn modelId="{9ED96742-2A45-4815-9FED-A17891E8DC6D}" type="presOf" srcId="{C6DD31C1-CEE8-490C-91CD-B911EDACF48F}" destId="{1D4D9709-6E5A-4748-8FDD-36A791FF07D7}" srcOrd="0" destOrd="0" presId="urn:microsoft.com/office/officeart/2005/8/layout/cycle2"/>
    <dgm:cxn modelId="{C308E065-7A7D-47BD-8903-6555C03B26BF}" type="presOf" srcId="{1B67FCCC-846C-4692-AB14-07576BD22180}" destId="{BAA22101-000F-41A6-BB12-1CB3337D3B1D}" srcOrd="0" destOrd="0" presId="urn:microsoft.com/office/officeart/2005/8/layout/cycle2"/>
    <dgm:cxn modelId="{F1E36D66-74A9-4DD0-A771-36D1CCDB47E7}" srcId="{0D4A986B-6EE5-484B-BAE4-901B5D0E9D6C}" destId="{7A080A67-9282-45DC-BAE5-371DADE37428}" srcOrd="0" destOrd="0" parTransId="{83C6EDAE-4050-4BF0-9D21-DC7624CEAAC2}" sibTransId="{1B67FCCC-846C-4692-AB14-07576BD22180}"/>
    <dgm:cxn modelId="{B86FED47-3AE7-4BAB-9C7A-CC54BB34FD13}" type="presOf" srcId="{DFE1F9B5-91E0-445D-91E7-9E8F464DDA26}" destId="{6029EF7E-532B-40E9-939A-23742275FC6C}" srcOrd="0" destOrd="0" presId="urn:microsoft.com/office/officeart/2005/8/layout/cycle2"/>
    <dgm:cxn modelId="{3992B94A-F7B0-4F81-AC5B-DBD7121409A7}" type="presOf" srcId="{0D4A986B-6EE5-484B-BAE4-901B5D0E9D6C}" destId="{AB4D8239-AAD0-4844-86D0-B13F218721E0}" srcOrd="0" destOrd="0" presId="urn:microsoft.com/office/officeart/2005/8/layout/cycle2"/>
    <dgm:cxn modelId="{C1D5CC75-6E64-46DD-A552-B47B93766F9C}" type="presOf" srcId="{95C65832-853E-445C-9215-E2E803E9B83E}" destId="{246F8240-0C56-4BAB-ADD0-CDB1BC8DD4C0}" srcOrd="0" destOrd="0" presId="urn:microsoft.com/office/officeart/2005/8/layout/cycle2"/>
    <dgm:cxn modelId="{0D482F7E-BAE0-430D-860B-DB718EFB75C9}" type="presOf" srcId="{121DA062-3C2F-47BA-B3F6-196CFA104FEB}" destId="{09750344-723B-419A-A119-E3BAD5DF7710}" srcOrd="0" destOrd="0" presId="urn:microsoft.com/office/officeart/2005/8/layout/cycle2"/>
    <dgm:cxn modelId="{73075985-6FCD-4839-9C3D-1343A7DEF7B2}" srcId="{0D4A986B-6EE5-484B-BAE4-901B5D0E9D6C}" destId="{95C65832-853E-445C-9215-E2E803E9B83E}" srcOrd="5" destOrd="0" parTransId="{AEEBC8BA-2BDA-46D8-B66F-421113D48D0A}" sibTransId="{11E05E7C-C23F-4ED0-B44F-BC1FFEE3AD58}"/>
    <dgm:cxn modelId="{5E3FA796-44F4-46CF-AA4D-AFC59382CEF4}" type="presOf" srcId="{1B67FCCC-846C-4692-AB14-07576BD22180}" destId="{CB9F31B1-6108-4492-994C-3153F06578E5}" srcOrd="1" destOrd="0" presId="urn:microsoft.com/office/officeart/2005/8/layout/cycle2"/>
    <dgm:cxn modelId="{1500239E-B965-4605-A2BA-EDEA84FA675F}" type="presOf" srcId="{07CE752A-E447-4A8E-A333-52416254C0AE}" destId="{199A5682-C7E4-4B48-B93E-1C2659985AEE}" srcOrd="0" destOrd="0" presId="urn:microsoft.com/office/officeart/2005/8/layout/cycle2"/>
    <dgm:cxn modelId="{884E4ABF-31A6-48C2-BE4A-508EE787DA23}" type="presOf" srcId="{11E05E7C-C23F-4ED0-B44F-BC1FFEE3AD58}" destId="{D3869347-3F18-4407-99CD-0C03FFDA953C}" srcOrd="1" destOrd="0" presId="urn:microsoft.com/office/officeart/2005/8/layout/cycle2"/>
    <dgm:cxn modelId="{77EDFCC3-DA6B-4353-A7F7-0F2314EA07CF}" srcId="{0D4A986B-6EE5-484B-BAE4-901B5D0E9D6C}" destId="{DFE1F9B5-91E0-445D-91E7-9E8F464DDA26}" srcOrd="1" destOrd="0" parTransId="{6C4E2959-8708-4714-A724-E42DAD7BC3F2}" sibTransId="{A78806FE-554F-4C32-B759-277E547612B6}"/>
    <dgm:cxn modelId="{28DF0FCB-23A6-40B0-8721-7D052739A556}" srcId="{0D4A986B-6EE5-484B-BAE4-901B5D0E9D6C}" destId="{C6DD31C1-CEE8-490C-91CD-B911EDACF48F}" srcOrd="4" destOrd="0" parTransId="{C09A88FA-ECE5-4420-9190-ADFF4C1C674E}" sibTransId="{A87FF605-1851-402D-9390-2DF1128DE26D}"/>
    <dgm:cxn modelId="{B1353ED0-FFB9-4897-8346-0BE55706A0AF}" type="presOf" srcId="{136341AC-7526-4D79-B5E9-0C209897E574}" destId="{29B9EE36-1B9C-4A89-9C4A-C4DB2CB6022C}" srcOrd="0" destOrd="0" presId="urn:microsoft.com/office/officeart/2005/8/layout/cycle2"/>
    <dgm:cxn modelId="{5E4C24DB-1ADC-4C3C-A03E-7156125B0807}" type="presOf" srcId="{A87FF605-1851-402D-9390-2DF1128DE26D}" destId="{C745BA60-3AA0-4962-9689-13C85BA38A84}" srcOrd="1" destOrd="0" presId="urn:microsoft.com/office/officeart/2005/8/layout/cycle2"/>
    <dgm:cxn modelId="{F84D94E5-F5DD-4DDF-8E21-18D467A9B08A}" srcId="{0D4A986B-6EE5-484B-BAE4-901B5D0E9D6C}" destId="{C4E869C6-7CE5-4A52-8F80-2600C1C96949}" srcOrd="2" destOrd="0" parTransId="{D584A6AA-72D6-45DC-8818-C4E659292098}" sibTransId="{121DA062-3C2F-47BA-B3F6-196CFA104FEB}"/>
    <dgm:cxn modelId="{A4D475EE-5DA1-4576-A67A-5AFD904ECE24}" type="presOf" srcId="{11E05E7C-C23F-4ED0-B44F-BC1FFEE3AD58}" destId="{27D763BE-467F-4311-8123-80744C1DBAD1}" srcOrd="0" destOrd="0" presId="urn:microsoft.com/office/officeart/2005/8/layout/cycle2"/>
    <dgm:cxn modelId="{C056C1FF-26E8-49C7-B14C-B86826B453D3}" type="presOf" srcId="{136341AC-7526-4D79-B5E9-0C209897E574}" destId="{8865F9A3-DCD4-4666-9D27-746B42945290}" srcOrd="1" destOrd="0" presId="urn:microsoft.com/office/officeart/2005/8/layout/cycle2"/>
    <dgm:cxn modelId="{00816E2A-1E8A-4AB1-AE64-5B7AD9C95EE4}" type="presParOf" srcId="{AB4D8239-AAD0-4844-86D0-B13F218721E0}" destId="{D538B129-137E-40D4-B4CF-001F9292AEF6}" srcOrd="0" destOrd="0" presId="urn:microsoft.com/office/officeart/2005/8/layout/cycle2"/>
    <dgm:cxn modelId="{1B6A7AF1-885D-4676-AAFF-F3D21FFA39FB}" type="presParOf" srcId="{AB4D8239-AAD0-4844-86D0-B13F218721E0}" destId="{BAA22101-000F-41A6-BB12-1CB3337D3B1D}" srcOrd="1" destOrd="0" presId="urn:microsoft.com/office/officeart/2005/8/layout/cycle2"/>
    <dgm:cxn modelId="{79EA9B26-66A0-45EE-BDFE-DCB623A7FE8F}" type="presParOf" srcId="{BAA22101-000F-41A6-BB12-1CB3337D3B1D}" destId="{CB9F31B1-6108-4492-994C-3153F06578E5}" srcOrd="0" destOrd="0" presId="urn:microsoft.com/office/officeart/2005/8/layout/cycle2"/>
    <dgm:cxn modelId="{E8BD69B5-5C26-4640-A5EB-CA351AAAEE51}" type="presParOf" srcId="{AB4D8239-AAD0-4844-86D0-B13F218721E0}" destId="{6029EF7E-532B-40E9-939A-23742275FC6C}" srcOrd="2" destOrd="0" presId="urn:microsoft.com/office/officeart/2005/8/layout/cycle2"/>
    <dgm:cxn modelId="{2B1DA908-72AF-4AE2-BE69-4862876D0D89}" type="presParOf" srcId="{AB4D8239-AAD0-4844-86D0-B13F218721E0}" destId="{F72F580B-06A7-476E-827D-607D21F4BBC3}" srcOrd="3" destOrd="0" presId="urn:microsoft.com/office/officeart/2005/8/layout/cycle2"/>
    <dgm:cxn modelId="{B134F656-08D7-49DA-A071-0A28299B0474}" type="presParOf" srcId="{F72F580B-06A7-476E-827D-607D21F4BBC3}" destId="{244FD60A-37CE-457B-958B-3A40D0275070}" srcOrd="0" destOrd="0" presId="urn:microsoft.com/office/officeart/2005/8/layout/cycle2"/>
    <dgm:cxn modelId="{11D6B352-E7F5-46F9-833C-4C483E25CFA0}" type="presParOf" srcId="{AB4D8239-AAD0-4844-86D0-B13F218721E0}" destId="{1889DA89-E2AC-4259-847D-E451EC5622AF}" srcOrd="4" destOrd="0" presId="urn:microsoft.com/office/officeart/2005/8/layout/cycle2"/>
    <dgm:cxn modelId="{C7245F3E-013C-460E-9222-4825BEF91385}" type="presParOf" srcId="{AB4D8239-AAD0-4844-86D0-B13F218721E0}" destId="{09750344-723B-419A-A119-E3BAD5DF7710}" srcOrd="5" destOrd="0" presId="urn:microsoft.com/office/officeart/2005/8/layout/cycle2"/>
    <dgm:cxn modelId="{2E67BF4C-1D31-4222-BEA1-379AB67BC300}" type="presParOf" srcId="{09750344-723B-419A-A119-E3BAD5DF7710}" destId="{05D2A245-6FB5-4731-971B-9E66116220BD}" srcOrd="0" destOrd="0" presId="urn:microsoft.com/office/officeart/2005/8/layout/cycle2"/>
    <dgm:cxn modelId="{F28065F7-C378-420D-964A-C79AC5186087}" type="presParOf" srcId="{AB4D8239-AAD0-4844-86D0-B13F218721E0}" destId="{199A5682-C7E4-4B48-B93E-1C2659985AEE}" srcOrd="6" destOrd="0" presId="urn:microsoft.com/office/officeart/2005/8/layout/cycle2"/>
    <dgm:cxn modelId="{79BD0DBF-1031-403B-B657-128D1AE88500}" type="presParOf" srcId="{AB4D8239-AAD0-4844-86D0-B13F218721E0}" destId="{29B9EE36-1B9C-4A89-9C4A-C4DB2CB6022C}" srcOrd="7" destOrd="0" presId="urn:microsoft.com/office/officeart/2005/8/layout/cycle2"/>
    <dgm:cxn modelId="{31BA89BA-FBFF-4515-B9D3-E4A61B6173E7}" type="presParOf" srcId="{29B9EE36-1B9C-4A89-9C4A-C4DB2CB6022C}" destId="{8865F9A3-DCD4-4666-9D27-746B42945290}" srcOrd="0" destOrd="0" presId="urn:microsoft.com/office/officeart/2005/8/layout/cycle2"/>
    <dgm:cxn modelId="{0B84D369-312B-4659-B477-79281E2728F7}" type="presParOf" srcId="{AB4D8239-AAD0-4844-86D0-B13F218721E0}" destId="{1D4D9709-6E5A-4748-8FDD-36A791FF07D7}" srcOrd="8" destOrd="0" presId="urn:microsoft.com/office/officeart/2005/8/layout/cycle2"/>
    <dgm:cxn modelId="{38FEA14F-BE3E-43F8-A3F9-D1A0FEC1BCBC}" type="presParOf" srcId="{AB4D8239-AAD0-4844-86D0-B13F218721E0}" destId="{0C5D030A-0144-43CA-B757-6491A8A91E77}" srcOrd="9" destOrd="0" presId="urn:microsoft.com/office/officeart/2005/8/layout/cycle2"/>
    <dgm:cxn modelId="{A219F843-F71A-4610-86A3-8A3A286BB54B}" type="presParOf" srcId="{0C5D030A-0144-43CA-B757-6491A8A91E77}" destId="{C745BA60-3AA0-4962-9689-13C85BA38A84}" srcOrd="0" destOrd="0" presId="urn:microsoft.com/office/officeart/2005/8/layout/cycle2"/>
    <dgm:cxn modelId="{F6CBC701-CD29-49C3-AC53-07A411CF24B4}" type="presParOf" srcId="{AB4D8239-AAD0-4844-86D0-B13F218721E0}" destId="{246F8240-0C56-4BAB-ADD0-CDB1BC8DD4C0}" srcOrd="10" destOrd="0" presId="urn:microsoft.com/office/officeart/2005/8/layout/cycle2"/>
    <dgm:cxn modelId="{7538F92E-81C0-4F5F-B3AD-A3524A672E87}" type="presParOf" srcId="{AB4D8239-AAD0-4844-86D0-B13F218721E0}" destId="{27D763BE-467F-4311-8123-80744C1DBAD1}" srcOrd="11" destOrd="0" presId="urn:microsoft.com/office/officeart/2005/8/layout/cycle2"/>
    <dgm:cxn modelId="{479FF41A-FA6F-44C5-B514-CEED532C13BA}" type="presParOf" srcId="{27D763BE-467F-4311-8123-80744C1DBAD1}" destId="{D3869347-3F18-4407-99CD-0C03FFDA953C}" srcOrd="0" destOrd="0" presId="urn:microsoft.com/office/officeart/2005/8/layout/cycle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D4A986B-6EE5-484B-BAE4-901B5D0E9D6C}" type="doc">
      <dgm:prSet loTypeId="urn:microsoft.com/office/officeart/2005/8/layout/cycle2" loCatId="cycle" qsTypeId="urn:microsoft.com/office/officeart/2005/8/quickstyle/simple1" qsCatId="simple" csTypeId="urn:microsoft.com/office/officeart/2005/8/colors/colorful5" csCatId="colorful" phldr="1"/>
      <dgm:spPr/>
      <dgm:t>
        <a:bodyPr/>
        <a:lstStyle/>
        <a:p>
          <a:endParaRPr lang="en-US"/>
        </a:p>
      </dgm:t>
    </dgm:pt>
    <dgm:pt modelId="{A2E04418-A124-4675-89BC-56BF8F4856EC}">
      <dgm:prSet/>
      <dgm:spPr/>
      <dgm:t>
        <a:bodyPr/>
        <a:lstStyle/>
        <a:p>
          <a:r>
            <a:rPr lang="en-US" altLang="en-US" b="1" dirty="0"/>
            <a:t>CONVY_OFF_STATE </a:t>
          </a:r>
          <a:r>
            <a:rPr lang="zh-CN" altLang="en-US" dirty="0"/>
            <a:t> </a:t>
          </a:r>
          <a:r>
            <a:rPr lang="en-US" altLang="zh-CN" dirty="0"/>
            <a:t>(</a:t>
          </a:r>
          <a:r>
            <a:rPr lang="zh-CN" altLang="en-US" dirty="0"/>
            <a:t>Initial state: waiting for axis to be ready and initialized</a:t>
          </a:r>
          <a:r>
            <a:rPr lang="en-US" altLang="zh-CN" dirty="0"/>
            <a:t>)</a:t>
          </a:r>
          <a:endParaRPr lang="zh-CN" altLang="en-US" dirty="0"/>
        </a:p>
      </dgm:t>
    </dgm:pt>
    <dgm:pt modelId="{83BF976E-0C46-4123-B9D8-D7D979C73707}" type="parTrans" cxnId="{E1DE53F6-2EAA-4E01-9093-0812B7829E37}">
      <dgm:prSet/>
      <dgm:spPr/>
      <dgm:t>
        <a:bodyPr/>
        <a:lstStyle/>
        <a:p>
          <a:endParaRPr lang="en-US"/>
        </a:p>
      </dgm:t>
    </dgm:pt>
    <dgm:pt modelId="{D27964DF-03B3-4A22-9782-2D0A55165B93}" type="sibTrans" cxnId="{E1DE53F6-2EAA-4E01-9093-0812B7829E37}">
      <dgm:prSet/>
      <dgm:spPr/>
      <dgm:t>
        <a:bodyPr/>
        <a:lstStyle/>
        <a:p>
          <a:endParaRPr lang="en-US"/>
        </a:p>
      </dgm:t>
    </dgm:pt>
    <dgm:pt modelId="{F6E43B9F-0E4E-42AA-8093-F156EAD3C57A}">
      <dgm:prSet/>
      <dgm:spPr/>
      <dgm:t>
        <a:bodyPr/>
        <a:lstStyle/>
        <a:p>
          <a:r>
            <a:rPr lang="en-US" altLang="en-US" b="1" dirty="0"/>
            <a:t>POWER</a:t>
          </a:r>
          <a:r>
            <a:rPr lang="zh-CN" altLang="en-US" dirty="0"/>
            <a:t> </a:t>
          </a:r>
          <a:r>
            <a:rPr lang="en-US" altLang="zh-CN" dirty="0"/>
            <a:t>(</a:t>
          </a:r>
          <a:r>
            <a:rPr lang="zh-CN" altLang="en-US" dirty="0"/>
            <a:t>Initialization state: enabling axis and returning to zero</a:t>
          </a:r>
          <a:r>
            <a:rPr lang="en-US" altLang="zh-CN" dirty="0"/>
            <a:t>)</a:t>
          </a:r>
          <a:endParaRPr lang="zh-CN" altLang="en-US" dirty="0"/>
        </a:p>
      </dgm:t>
    </dgm:pt>
    <dgm:pt modelId="{FA2A20D9-CB82-414A-B9D0-38782562E98D}" type="parTrans" cxnId="{36D1B6B3-BC84-44B4-8A9A-A5D4C41B9DCB}">
      <dgm:prSet/>
      <dgm:spPr/>
      <dgm:t>
        <a:bodyPr/>
        <a:lstStyle/>
        <a:p>
          <a:endParaRPr lang="en-US"/>
        </a:p>
      </dgm:t>
    </dgm:pt>
    <dgm:pt modelId="{5A6EE6A0-E558-43A5-9DAE-F2006FDBEA84}" type="sibTrans" cxnId="{36D1B6B3-BC84-44B4-8A9A-A5D4C41B9DCB}">
      <dgm:prSet/>
      <dgm:spPr/>
      <dgm:t>
        <a:bodyPr/>
        <a:lstStyle/>
        <a:p>
          <a:endParaRPr lang="en-US"/>
        </a:p>
      </dgm:t>
    </dgm:pt>
    <dgm:pt modelId="{53933088-F74A-4512-8B8C-96D72EB3F2BA}">
      <dgm:prSet/>
      <dgm:spPr/>
      <dgm:t>
        <a:bodyPr/>
        <a:lstStyle/>
        <a:p>
          <a:r>
            <a:rPr lang="en-US" altLang="en-US" b="1" dirty="0"/>
            <a:t>CONFIRM_POWERED</a:t>
          </a:r>
          <a:r>
            <a:rPr lang="zh-CN" altLang="en-US" dirty="0"/>
            <a:t> </a:t>
          </a:r>
          <a:r>
            <a:rPr lang="en-US" altLang="zh-CN" dirty="0"/>
            <a:t>(</a:t>
          </a:r>
          <a:r>
            <a:rPr lang="zh-CN" altLang="en-US" dirty="0"/>
            <a:t>Ready state:  axis return to zero is complete, ready for the next operation</a:t>
          </a:r>
          <a:r>
            <a:rPr lang="en-US" altLang="zh-CN" dirty="0"/>
            <a:t>)</a:t>
          </a:r>
          <a:endParaRPr lang="zh-CN" altLang="en-US" dirty="0"/>
        </a:p>
      </dgm:t>
    </dgm:pt>
    <dgm:pt modelId="{F2A24BBE-2302-4CF9-A617-B420EC65312A}" type="parTrans" cxnId="{393BF3F1-0968-46B9-8460-45DE25197E19}">
      <dgm:prSet/>
      <dgm:spPr/>
      <dgm:t>
        <a:bodyPr/>
        <a:lstStyle/>
        <a:p>
          <a:endParaRPr lang="en-US"/>
        </a:p>
      </dgm:t>
    </dgm:pt>
    <dgm:pt modelId="{575F1EFA-A725-4FE2-B910-115E148BFB51}" type="sibTrans" cxnId="{393BF3F1-0968-46B9-8460-45DE25197E19}">
      <dgm:prSet/>
      <dgm:spPr/>
      <dgm:t>
        <a:bodyPr/>
        <a:lstStyle/>
        <a:p>
          <a:endParaRPr lang="en-US"/>
        </a:p>
      </dgm:t>
    </dgm:pt>
    <dgm:pt modelId="{B8EC9005-C0B4-4D30-9B2D-E5C40AAF1370}">
      <dgm:prSet/>
      <dgm:spPr/>
      <dgm:t>
        <a:bodyPr/>
        <a:lstStyle/>
        <a:p>
          <a:r>
            <a:rPr lang="en-US" altLang="en-US" b="1" dirty="0"/>
            <a:t>CONFIRM_INITIALIZE</a:t>
          </a:r>
          <a:r>
            <a:rPr lang="zh-CN" altLang="en-US" dirty="0"/>
            <a:t> </a:t>
          </a:r>
          <a:r>
            <a:rPr lang="en-US" altLang="zh-CN" dirty="0"/>
            <a:t>(</a:t>
          </a:r>
          <a:r>
            <a:rPr lang="zh-CN" altLang="en-US" dirty="0"/>
            <a:t>Axis enable state:  waiting for movement instructions</a:t>
          </a:r>
          <a:r>
            <a:rPr lang="en-US" altLang="zh-CN" dirty="0"/>
            <a:t>)</a:t>
          </a:r>
          <a:endParaRPr lang="zh-CN" altLang="en-US" dirty="0"/>
        </a:p>
      </dgm:t>
    </dgm:pt>
    <dgm:pt modelId="{39F57447-A97D-4AE3-8C59-615A80C5D6E8}" type="parTrans" cxnId="{8329631C-B140-4B54-9F47-A1BBA51D70A3}">
      <dgm:prSet/>
      <dgm:spPr/>
      <dgm:t>
        <a:bodyPr/>
        <a:lstStyle/>
        <a:p>
          <a:endParaRPr lang="en-US"/>
        </a:p>
      </dgm:t>
    </dgm:pt>
    <dgm:pt modelId="{0FF145AE-16A7-495F-B436-5D18A460F8BD}" type="sibTrans" cxnId="{8329631C-B140-4B54-9F47-A1BBA51D70A3}">
      <dgm:prSet/>
      <dgm:spPr/>
      <dgm:t>
        <a:bodyPr/>
        <a:lstStyle/>
        <a:p>
          <a:endParaRPr lang="en-US"/>
        </a:p>
      </dgm:t>
    </dgm:pt>
    <dgm:pt modelId="{BFE07656-9A39-44DE-82A2-8D144C4E5930}">
      <dgm:prSet/>
      <dgm:spPr/>
      <dgm:t>
        <a:bodyPr/>
        <a:lstStyle/>
        <a:p>
          <a:r>
            <a:rPr lang="en-US" altLang="en-US" b="1" dirty="0"/>
            <a:t>SET_CONVY_VEL</a:t>
          </a:r>
          <a:r>
            <a:rPr lang="zh-CN" altLang="en-US" dirty="0"/>
            <a:t> </a:t>
          </a:r>
          <a:r>
            <a:rPr lang="en-US" altLang="zh-CN" dirty="0"/>
            <a:t>(</a:t>
          </a:r>
          <a:r>
            <a:rPr lang="zh-CN" altLang="en-US" dirty="0"/>
            <a:t>Conveyor start state: set up and start movement</a:t>
          </a:r>
          <a:r>
            <a:rPr lang="en-US" altLang="zh-CN" dirty="0"/>
            <a:t>)</a:t>
          </a:r>
          <a:endParaRPr lang="zh-CN" altLang="en-US" dirty="0"/>
        </a:p>
      </dgm:t>
    </dgm:pt>
    <dgm:pt modelId="{FC917D2F-7713-4C74-9CBF-D6ED0A987233}" type="parTrans" cxnId="{F87619EB-E7E8-44A5-8109-2BEE67854096}">
      <dgm:prSet/>
      <dgm:spPr/>
      <dgm:t>
        <a:bodyPr/>
        <a:lstStyle/>
        <a:p>
          <a:endParaRPr lang="en-US"/>
        </a:p>
      </dgm:t>
    </dgm:pt>
    <dgm:pt modelId="{DF5F43AB-C8C5-47AE-906D-E501387F956D}" type="sibTrans" cxnId="{F87619EB-E7E8-44A5-8109-2BEE67854096}">
      <dgm:prSet/>
      <dgm:spPr/>
      <dgm:t>
        <a:bodyPr/>
        <a:lstStyle/>
        <a:p>
          <a:endParaRPr lang="en-US"/>
        </a:p>
      </dgm:t>
    </dgm:pt>
    <dgm:pt modelId="{4267C7DF-AC59-4037-80A1-4C6F8BB02068}">
      <dgm:prSet/>
      <dgm:spPr/>
      <dgm:t>
        <a:bodyPr/>
        <a:lstStyle/>
        <a:p>
          <a:r>
            <a:rPr lang="zh-CN" altLang="en-US" b="1"/>
            <a:t>CONV_MOVING</a:t>
          </a:r>
          <a:r>
            <a:rPr lang="zh-CN" altLang="en-US"/>
            <a:t> </a:t>
          </a:r>
          <a:r>
            <a:rPr lang="en-US" altLang="zh-CN"/>
            <a:t>(</a:t>
          </a:r>
          <a:r>
            <a:rPr lang="zh-CN" altLang="en-US"/>
            <a:t>Conveyor moving state: constantly update speed parameters, and record trigger position</a:t>
          </a:r>
          <a:r>
            <a:rPr lang="en-US" altLang="zh-CN"/>
            <a:t>)</a:t>
          </a:r>
          <a:endParaRPr lang="zh-CN" altLang="en-US" dirty="0"/>
        </a:p>
      </dgm:t>
    </dgm:pt>
    <dgm:pt modelId="{DD56FF4C-C361-4D7D-9B0E-E8FAB958EA0F}" type="parTrans" cxnId="{637E38F8-BB0F-46EE-819D-760FB692197C}">
      <dgm:prSet/>
      <dgm:spPr/>
      <dgm:t>
        <a:bodyPr/>
        <a:lstStyle/>
        <a:p>
          <a:endParaRPr lang="en-US"/>
        </a:p>
      </dgm:t>
    </dgm:pt>
    <dgm:pt modelId="{B5E35AF7-CC41-4318-B7FB-B2980219564B}" type="sibTrans" cxnId="{637E38F8-BB0F-46EE-819D-760FB692197C}">
      <dgm:prSet/>
      <dgm:spPr/>
      <dgm:t>
        <a:bodyPr/>
        <a:lstStyle/>
        <a:p>
          <a:endParaRPr lang="en-US"/>
        </a:p>
      </dgm:t>
    </dgm:pt>
    <dgm:pt modelId="{AB4D8239-AAD0-4844-86D0-B13F218721E0}" type="pres">
      <dgm:prSet presAssocID="{0D4A986B-6EE5-484B-BAE4-901B5D0E9D6C}" presName="cycle" presStyleCnt="0">
        <dgm:presLayoutVars>
          <dgm:dir/>
          <dgm:resizeHandles val="exact"/>
        </dgm:presLayoutVars>
      </dgm:prSet>
      <dgm:spPr/>
    </dgm:pt>
    <dgm:pt modelId="{977D87BB-E8C5-47DE-950B-9DDF110D370F}" type="pres">
      <dgm:prSet presAssocID="{A2E04418-A124-4675-89BC-56BF8F4856EC}" presName="node" presStyleLbl="node1" presStyleIdx="0" presStyleCnt="6">
        <dgm:presLayoutVars>
          <dgm:bulletEnabled val="1"/>
        </dgm:presLayoutVars>
      </dgm:prSet>
      <dgm:spPr/>
    </dgm:pt>
    <dgm:pt modelId="{7C3D9C05-CAB7-4FB2-B2A4-2C3C33683C31}" type="pres">
      <dgm:prSet presAssocID="{D27964DF-03B3-4A22-9782-2D0A55165B93}" presName="sibTrans" presStyleLbl="sibTrans2D1" presStyleIdx="0" presStyleCnt="6"/>
      <dgm:spPr/>
    </dgm:pt>
    <dgm:pt modelId="{3B0D4123-A938-4705-BD2A-BC13DC06E94F}" type="pres">
      <dgm:prSet presAssocID="{D27964DF-03B3-4A22-9782-2D0A55165B93}" presName="connectorText" presStyleLbl="sibTrans2D1" presStyleIdx="0" presStyleCnt="6"/>
      <dgm:spPr/>
    </dgm:pt>
    <dgm:pt modelId="{C7CBDB28-377E-4C55-B503-90677691CC14}" type="pres">
      <dgm:prSet presAssocID="{F6E43B9F-0E4E-42AA-8093-F156EAD3C57A}" presName="node" presStyleLbl="node1" presStyleIdx="1" presStyleCnt="6">
        <dgm:presLayoutVars>
          <dgm:bulletEnabled val="1"/>
        </dgm:presLayoutVars>
      </dgm:prSet>
      <dgm:spPr/>
    </dgm:pt>
    <dgm:pt modelId="{7D4BE4D4-0A07-4AC3-9FFB-6192D68075A7}" type="pres">
      <dgm:prSet presAssocID="{5A6EE6A0-E558-43A5-9DAE-F2006FDBEA84}" presName="sibTrans" presStyleLbl="sibTrans2D1" presStyleIdx="1" presStyleCnt="6"/>
      <dgm:spPr/>
    </dgm:pt>
    <dgm:pt modelId="{8B5BAC93-1D04-4E36-9B06-F8ADE9E5F0AE}" type="pres">
      <dgm:prSet presAssocID="{5A6EE6A0-E558-43A5-9DAE-F2006FDBEA84}" presName="connectorText" presStyleLbl="sibTrans2D1" presStyleIdx="1" presStyleCnt="6"/>
      <dgm:spPr/>
    </dgm:pt>
    <dgm:pt modelId="{D05F219E-CB32-46C5-B80A-7CFBBB296705}" type="pres">
      <dgm:prSet presAssocID="{53933088-F74A-4512-8B8C-96D72EB3F2BA}" presName="node" presStyleLbl="node1" presStyleIdx="2" presStyleCnt="6">
        <dgm:presLayoutVars>
          <dgm:bulletEnabled val="1"/>
        </dgm:presLayoutVars>
      </dgm:prSet>
      <dgm:spPr/>
    </dgm:pt>
    <dgm:pt modelId="{42227FC5-93F9-463C-A8FA-342994982AB8}" type="pres">
      <dgm:prSet presAssocID="{575F1EFA-A725-4FE2-B910-115E148BFB51}" presName="sibTrans" presStyleLbl="sibTrans2D1" presStyleIdx="2" presStyleCnt="6"/>
      <dgm:spPr/>
    </dgm:pt>
    <dgm:pt modelId="{5D0B0A56-6398-4354-84C4-FA0B6D1038E5}" type="pres">
      <dgm:prSet presAssocID="{575F1EFA-A725-4FE2-B910-115E148BFB51}" presName="connectorText" presStyleLbl="sibTrans2D1" presStyleIdx="2" presStyleCnt="6"/>
      <dgm:spPr/>
    </dgm:pt>
    <dgm:pt modelId="{07D051CE-B11C-4A69-BBF4-F089D4280547}" type="pres">
      <dgm:prSet presAssocID="{B8EC9005-C0B4-4D30-9B2D-E5C40AAF1370}" presName="node" presStyleLbl="node1" presStyleIdx="3" presStyleCnt="6">
        <dgm:presLayoutVars>
          <dgm:bulletEnabled val="1"/>
        </dgm:presLayoutVars>
      </dgm:prSet>
      <dgm:spPr/>
    </dgm:pt>
    <dgm:pt modelId="{9A1B6B16-6E2F-4F75-8A5E-71F5F0990FD2}" type="pres">
      <dgm:prSet presAssocID="{0FF145AE-16A7-495F-B436-5D18A460F8BD}" presName="sibTrans" presStyleLbl="sibTrans2D1" presStyleIdx="3" presStyleCnt="6"/>
      <dgm:spPr/>
    </dgm:pt>
    <dgm:pt modelId="{929B23BD-BBFD-4A2D-89FD-6D9C21F87C02}" type="pres">
      <dgm:prSet presAssocID="{0FF145AE-16A7-495F-B436-5D18A460F8BD}" presName="connectorText" presStyleLbl="sibTrans2D1" presStyleIdx="3" presStyleCnt="6"/>
      <dgm:spPr/>
    </dgm:pt>
    <dgm:pt modelId="{8650F90F-C034-4F62-9614-D0DF2561D0A1}" type="pres">
      <dgm:prSet presAssocID="{BFE07656-9A39-44DE-82A2-8D144C4E5930}" presName="node" presStyleLbl="node1" presStyleIdx="4" presStyleCnt="6">
        <dgm:presLayoutVars>
          <dgm:bulletEnabled val="1"/>
        </dgm:presLayoutVars>
      </dgm:prSet>
      <dgm:spPr/>
    </dgm:pt>
    <dgm:pt modelId="{4EFCB6C2-F68E-4598-AF1F-6161ED49BFE3}" type="pres">
      <dgm:prSet presAssocID="{DF5F43AB-C8C5-47AE-906D-E501387F956D}" presName="sibTrans" presStyleLbl="sibTrans2D1" presStyleIdx="4" presStyleCnt="6"/>
      <dgm:spPr/>
    </dgm:pt>
    <dgm:pt modelId="{1068644F-CD8A-4B6E-93ED-C9A051CF0D29}" type="pres">
      <dgm:prSet presAssocID="{DF5F43AB-C8C5-47AE-906D-E501387F956D}" presName="connectorText" presStyleLbl="sibTrans2D1" presStyleIdx="4" presStyleCnt="6"/>
      <dgm:spPr/>
    </dgm:pt>
    <dgm:pt modelId="{779E0EE5-3635-4A76-B8BB-19683F7582E2}" type="pres">
      <dgm:prSet presAssocID="{4267C7DF-AC59-4037-80A1-4C6F8BB02068}" presName="node" presStyleLbl="node1" presStyleIdx="5" presStyleCnt="6">
        <dgm:presLayoutVars>
          <dgm:bulletEnabled val="1"/>
        </dgm:presLayoutVars>
      </dgm:prSet>
      <dgm:spPr/>
    </dgm:pt>
    <dgm:pt modelId="{CA7DF2EE-22B2-4931-8D6E-81AB472B03E7}" type="pres">
      <dgm:prSet presAssocID="{B5E35AF7-CC41-4318-B7FB-B2980219564B}" presName="sibTrans" presStyleLbl="sibTrans2D1" presStyleIdx="5" presStyleCnt="6"/>
      <dgm:spPr/>
    </dgm:pt>
    <dgm:pt modelId="{966099BC-94FA-4226-98B8-F6C034220283}" type="pres">
      <dgm:prSet presAssocID="{B5E35AF7-CC41-4318-B7FB-B2980219564B}" presName="connectorText" presStyleLbl="sibTrans2D1" presStyleIdx="5" presStyleCnt="6"/>
      <dgm:spPr/>
    </dgm:pt>
  </dgm:ptLst>
  <dgm:cxnLst>
    <dgm:cxn modelId="{4E745517-A48F-4484-8B2F-E0FAD9D4B4E0}" type="presOf" srcId="{5A6EE6A0-E558-43A5-9DAE-F2006FDBEA84}" destId="{7D4BE4D4-0A07-4AC3-9FFB-6192D68075A7}" srcOrd="0" destOrd="0" presId="urn:microsoft.com/office/officeart/2005/8/layout/cycle2"/>
    <dgm:cxn modelId="{8329631C-B140-4B54-9F47-A1BBA51D70A3}" srcId="{0D4A986B-6EE5-484B-BAE4-901B5D0E9D6C}" destId="{B8EC9005-C0B4-4D30-9B2D-E5C40AAF1370}" srcOrd="3" destOrd="0" parTransId="{39F57447-A97D-4AE3-8C59-615A80C5D6E8}" sibTransId="{0FF145AE-16A7-495F-B436-5D18A460F8BD}"/>
    <dgm:cxn modelId="{A893931E-DB03-4F40-8A44-5413543C2A27}" type="presOf" srcId="{DF5F43AB-C8C5-47AE-906D-E501387F956D}" destId="{1068644F-CD8A-4B6E-93ED-C9A051CF0D29}" srcOrd="1" destOrd="0" presId="urn:microsoft.com/office/officeart/2005/8/layout/cycle2"/>
    <dgm:cxn modelId="{2EF28B3E-ADDD-469D-82AC-719FB3C2D0E5}" type="presOf" srcId="{B5E35AF7-CC41-4318-B7FB-B2980219564B}" destId="{CA7DF2EE-22B2-4931-8D6E-81AB472B03E7}" srcOrd="0" destOrd="0" presId="urn:microsoft.com/office/officeart/2005/8/layout/cycle2"/>
    <dgm:cxn modelId="{25BEE843-22E1-4442-BC75-27D75804CD4B}" type="presOf" srcId="{D27964DF-03B3-4A22-9782-2D0A55165B93}" destId="{3B0D4123-A938-4705-BD2A-BC13DC06E94F}" srcOrd="1" destOrd="0" presId="urn:microsoft.com/office/officeart/2005/8/layout/cycle2"/>
    <dgm:cxn modelId="{EDC53746-7CD0-4779-9A7A-713150C1084C}" type="presOf" srcId="{4267C7DF-AC59-4037-80A1-4C6F8BB02068}" destId="{779E0EE5-3635-4A76-B8BB-19683F7582E2}" srcOrd="0" destOrd="0" presId="urn:microsoft.com/office/officeart/2005/8/layout/cycle2"/>
    <dgm:cxn modelId="{BECD0069-9061-43EE-B358-12A00AAB8FAA}" type="presOf" srcId="{575F1EFA-A725-4FE2-B910-115E148BFB51}" destId="{5D0B0A56-6398-4354-84C4-FA0B6D1038E5}" srcOrd="1" destOrd="0" presId="urn:microsoft.com/office/officeart/2005/8/layout/cycle2"/>
    <dgm:cxn modelId="{EC386C6A-CD0D-4CB0-9F34-70CAB055DDB2}" type="presOf" srcId="{BFE07656-9A39-44DE-82A2-8D144C4E5930}" destId="{8650F90F-C034-4F62-9614-D0DF2561D0A1}" srcOrd="0" destOrd="0" presId="urn:microsoft.com/office/officeart/2005/8/layout/cycle2"/>
    <dgm:cxn modelId="{3992B94A-F7B0-4F81-AC5B-DBD7121409A7}" type="presOf" srcId="{0D4A986B-6EE5-484B-BAE4-901B5D0E9D6C}" destId="{AB4D8239-AAD0-4844-86D0-B13F218721E0}" srcOrd="0" destOrd="0" presId="urn:microsoft.com/office/officeart/2005/8/layout/cycle2"/>
    <dgm:cxn modelId="{61B7ED6B-F99D-4333-A5E6-660F28C0050A}" type="presOf" srcId="{F6E43B9F-0E4E-42AA-8093-F156EAD3C57A}" destId="{C7CBDB28-377E-4C55-B503-90677691CC14}" srcOrd="0" destOrd="0" presId="urn:microsoft.com/office/officeart/2005/8/layout/cycle2"/>
    <dgm:cxn modelId="{D0495054-BC41-4310-A936-FA13F39482F9}" type="presOf" srcId="{0FF145AE-16A7-495F-B436-5D18A460F8BD}" destId="{9A1B6B16-6E2F-4F75-8A5E-71F5F0990FD2}" srcOrd="0" destOrd="0" presId="urn:microsoft.com/office/officeart/2005/8/layout/cycle2"/>
    <dgm:cxn modelId="{DD647F54-ECDA-4CD4-8846-BCE8FD54F45E}" type="presOf" srcId="{0FF145AE-16A7-495F-B436-5D18A460F8BD}" destId="{929B23BD-BBFD-4A2D-89FD-6D9C21F87C02}" srcOrd="1" destOrd="0" presId="urn:microsoft.com/office/officeart/2005/8/layout/cycle2"/>
    <dgm:cxn modelId="{C00BFA76-1635-4C8F-827A-C54FCAA0A76F}" type="presOf" srcId="{DF5F43AB-C8C5-47AE-906D-E501387F956D}" destId="{4EFCB6C2-F68E-4598-AF1F-6161ED49BFE3}" srcOrd="0" destOrd="0" presId="urn:microsoft.com/office/officeart/2005/8/layout/cycle2"/>
    <dgm:cxn modelId="{36D1B6B3-BC84-44B4-8A9A-A5D4C41B9DCB}" srcId="{0D4A986B-6EE5-484B-BAE4-901B5D0E9D6C}" destId="{F6E43B9F-0E4E-42AA-8093-F156EAD3C57A}" srcOrd="1" destOrd="0" parTransId="{FA2A20D9-CB82-414A-B9D0-38782562E98D}" sibTransId="{5A6EE6A0-E558-43A5-9DAE-F2006FDBEA84}"/>
    <dgm:cxn modelId="{66F61EB5-9E08-4095-9060-952CCF946980}" type="presOf" srcId="{575F1EFA-A725-4FE2-B910-115E148BFB51}" destId="{42227FC5-93F9-463C-A8FA-342994982AB8}" srcOrd="0" destOrd="0" presId="urn:microsoft.com/office/officeart/2005/8/layout/cycle2"/>
    <dgm:cxn modelId="{467614BD-4127-452B-BED3-D847C1BBE40D}" type="presOf" srcId="{A2E04418-A124-4675-89BC-56BF8F4856EC}" destId="{977D87BB-E8C5-47DE-950B-9DDF110D370F}" srcOrd="0" destOrd="0" presId="urn:microsoft.com/office/officeart/2005/8/layout/cycle2"/>
    <dgm:cxn modelId="{C0E021C2-31E9-48EF-BE10-F8EE45878050}" type="presOf" srcId="{B5E35AF7-CC41-4318-B7FB-B2980219564B}" destId="{966099BC-94FA-4226-98B8-F6C034220283}" srcOrd="1" destOrd="0" presId="urn:microsoft.com/office/officeart/2005/8/layout/cycle2"/>
    <dgm:cxn modelId="{9ADBCBC2-11A6-41F8-868E-C5322092CAC6}" type="presOf" srcId="{D27964DF-03B3-4A22-9782-2D0A55165B93}" destId="{7C3D9C05-CAB7-4FB2-B2A4-2C3C33683C31}" srcOrd="0" destOrd="0" presId="urn:microsoft.com/office/officeart/2005/8/layout/cycle2"/>
    <dgm:cxn modelId="{241A4AD9-5217-4B92-B5EE-3E816D235E22}" type="presOf" srcId="{B8EC9005-C0B4-4D30-9B2D-E5C40AAF1370}" destId="{07D051CE-B11C-4A69-BBF4-F089D4280547}" srcOrd="0" destOrd="0" presId="urn:microsoft.com/office/officeart/2005/8/layout/cycle2"/>
    <dgm:cxn modelId="{1A5B52E4-DD4F-40B2-9344-7CD18EE83633}" type="presOf" srcId="{5A6EE6A0-E558-43A5-9DAE-F2006FDBEA84}" destId="{8B5BAC93-1D04-4E36-9B06-F8ADE9E5F0AE}" srcOrd="1" destOrd="0" presId="urn:microsoft.com/office/officeart/2005/8/layout/cycle2"/>
    <dgm:cxn modelId="{8CADF1E5-2800-4AD4-91A5-08C27751FDE8}" type="presOf" srcId="{53933088-F74A-4512-8B8C-96D72EB3F2BA}" destId="{D05F219E-CB32-46C5-B80A-7CFBBB296705}" srcOrd="0" destOrd="0" presId="urn:microsoft.com/office/officeart/2005/8/layout/cycle2"/>
    <dgm:cxn modelId="{F87619EB-E7E8-44A5-8109-2BEE67854096}" srcId="{0D4A986B-6EE5-484B-BAE4-901B5D0E9D6C}" destId="{BFE07656-9A39-44DE-82A2-8D144C4E5930}" srcOrd="4" destOrd="0" parTransId="{FC917D2F-7713-4C74-9CBF-D6ED0A987233}" sibTransId="{DF5F43AB-C8C5-47AE-906D-E501387F956D}"/>
    <dgm:cxn modelId="{393BF3F1-0968-46B9-8460-45DE25197E19}" srcId="{0D4A986B-6EE5-484B-BAE4-901B5D0E9D6C}" destId="{53933088-F74A-4512-8B8C-96D72EB3F2BA}" srcOrd="2" destOrd="0" parTransId="{F2A24BBE-2302-4CF9-A617-B420EC65312A}" sibTransId="{575F1EFA-A725-4FE2-B910-115E148BFB51}"/>
    <dgm:cxn modelId="{E1DE53F6-2EAA-4E01-9093-0812B7829E37}" srcId="{0D4A986B-6EE5-484B-BAE4-901B5D0E9D6C}" destId="{A2E04418-A124-4675-89BC-56BF8F4856EC}" srcOrd="0" destOrd="0" parTransId="{83BF976E-0C46-4123-B9D8-D7D979C73707}" sibTransId="{D27964DF-03B3-4A22-9782-2D0A55165B93}"/>
    <dgm:cxn modelId="{637E38F8-BB0F-46EE-819D-760FB692197C}" srcId="{0D4A986B-6EE5-484B-BAE4-901B5D0E9D6C}" destId="{4267C7DF-AC59-4037-80A1-4C6F8BB02068}" srcOrd="5" destOrd="0" parTransId="{DD56FF4C-C361-4D7D-9B0E-E8FAB958EA0F}" sibTransId="{B5E35AF7-CC41-4318-B7FB-B2980219564B}"/>
    <dgm:cxn modelId="{27A2391D-5D1C-4C9C-9191-19E16ADCEB31}" type="presParOf" srcId="{AB4D8239-AAD0-4844-86D0-B13F218721E0}" destId="{977D87BB-E8C5-47DE-950B-9DDF110D370F}" srcOrd="0" destOrd="0" presId="urn:microsoft.com/office/officeart/2005/8/layout/cycle2"/>
    <dgm:cxn modelId="{3D49075D-0935-4C3B-B7EF-2B161540F891}" type="presParOf" srcId="{AB4D8239-AAD0-4844-86D0-B13F218721E0}" destId="{7C3D9C05-CAB7-4FB2-B2A4-2C3C33683C31}" srcOrd="1" destOrd="0" presId="urn:microsoft.com/office/officeart/2005/8/layout/cycle2"/>
    <dgm:cxn modelId="{873FD727-AE73-4968-9CB7-733AC2B8F114}" type="presParOf" srcId="{7C3D9C05-CAB7-4FB2-B2A4-2C3C33683C31}" destId="{3B0D4123-A938-4705-BD2A-BC13DC06E94F}" srcOrd="0" destOrd="0" presId="urn:microsoft.com/office/officeart/2005/8/layout/cycle2"/>
    <dgm:cxn modelId="{B06A304D-84D9-4960-A710-CA877D332469}" type="presParOf" srcId="{AB4D8239-AAD0-4844-86D0-B13F218721E0}" destId="{C7CBDB28-377E-4C55-B503-90677691CC14}" srcOrd="2" destOrd="0" presId="urn:microsoft.com/office/officeart/2005/8/layout/cycle2"/>
    <dgm:cxn modelId="{57B94D64-9A23-4EBC-BB1D-B95A07703CF0}" type="presParOf" srcId="{AB4D8239-AAD0-4844-86D0-B13F218721E0}" destId="{7D4BE4D4-0A07-4AC3-9FFB-6192D68075A7}" srcOrd="3" destOrd="0" presId="urn:microsoft.com/office/officeart/2005/8/layout/cycle2"/>
    <dgm:cxn modelId="{EBD7BAEC-9F5D-4458-834D-B7711CD7C288}" type="presParOf" srcId="{7D4BE4D4-0A07-4AC3-9FFB-6192D68075A7}" destId="{8B5BAC93-1D04-4E36-9B06-F8ADE9E5F0AE}" srcOrd="0" destOrd="0" presId="urn:microsoft.com/office/officeart/2005/8/layout/cycle2"/>
    <dgm:cxn modelId="{956D2727-C94D-4440-996E-33121390AF46}" type="presParOf" srcId="{AB4D8239-AAD0-4844-86D0-B13F218721E0}" destId="{D05F219E-CB32-46C5-B80A-7CFBBB296705}" srcOrd="4" destOrd="0" presId="urn:microsoft.com/office/officeart/2005/8/layout/cycle2"/>
    <dgm:cxn modelId="{C2C52130-9351-4D55-BD2C-151967140CCF}" type="presParOf" srcId="{AB4D8239-AAD0-4844-86D0-B13F218721E0}" destId="{42227FC5-93F9-463C-A8FA-342994982AB8}" srcOrd="5" destOrd="0" presId="urn:microsoft.com/office/officeart/2005/8/layout/cycle2"/>
    <dgm:cxn modelId="{9FA9582F-5781-42BF-8D28-4556629CCEB8}" type="presParOf" srcId="{42227FC5-93F9-463C-A8FA-342994982AB8}" destId="{5D0B0A56-6398-4354-84C4-FA0B6D1038E5}" srcOrd="0" destOrd="0" presId="urn:microsoft.com/office/officeart/2005/8/layout/cycle2"/>
    <dgm:cxn modelId="{42D75284-610A-4A7C-B2E8-9EA458AEDF61}" type="presParOf" srcId="{AB4D8239-AAD0-4844-86D0-B13F218721E0}" destId="{07D051CE-B11C-4A69-BBF4-F089D4280547}" srcOrd="6" destOrd="0" presId="urn:microsoft.com/office/officeart/2005/8/layout/cycle2"/>
    <dgm:cxn modelId="{84D04C41-C40B-44C2-B654-4D218B62F3C4}" type="presParOf" srcId="{AB4D8239-AAD0-4844-86D0-B13F218721E0}" destId="{9A1B6B16-6E2F-4F75-8A5E-71F5F0990FD2}" srcOrd="7" destOrd="0" presId="urn:microsoft.com/office/officeart/2005/8/layout/cycle2"/>
    <dgm:cxn modelId="{6B666640-0E75-469B-ADEE-F1AA144441D2}" type="presParOf" srcId="{9A1B6B16-6E2F-4F75-8A5E-71F5F0990FD2}" destId="{929B23BD-BBFD-4A2D-89FD-6D9C21F87C02}" srcOrd="0" destOrd="0" presId="urn:microsoft.com/office/officeart/2005/8/layout/cycle2"/>
    <dgm:cxn modelId="{D64C0666-0F6E-4B45-9B91-91D1BD8D6839}" type="presParOf" srcId="{AB4D8239-AAD0-4844-86D0-B13F218721E0}" destId="{8650F90F-C034-4F62-9614-D0DF2561D0A1}" srcOrd="8" destOrd="0" presId="urn:microsoft.com/office/officeart/2005/8/layout/cycle2"/>
    <dgm:cxn modelId="{BA7D1B1D-C061-433B-9A09-A27AA3CB034F}" type="presParOf" srcId="{AB4D8239-AAD0-4844-86D0-B13F218721E0}" destId="{4EFCB6C2-F68E-4598-AF1F-6161ED49BFE3}" srcOrd="9" destOrd="0" presId="urn:microsoft.com/office/officeart/2005/8/layout/cycle2"/>
    <dgm:cxn modelId="{4DF69D31-BBE6-4BA9-A536-51041A6E59F2}" type="presParOf" srcId="{4EFCB6C2-F68E-4598-AF1F-6161ED49BFE3}" destId="{1068644F-CD8A-4B6E-93ED-C9A051CF0D29}" srcOrd="0" destOrd="0" presId="urn:microsoft.com/office/officeart/2005/8/layout/cycle2"/>
    <dgm:cxn modelId="{AC24F944-600F-444F-A64B-69EC1D17AB20}" type="presParOf" srcId="{AB4D8239-AAD0-4844-86D0-B13F218721E0}" destId="{779E0EE5-3635-4A76-B8BB-19683F7582E2}" srcOrd="10" destOrd="0" presId="urn:microsoft.com/office/officeart/2005/8/layout/cycle2"/>
    <dgm:cxn modelId="{B53B63D2-DD86-4E47-A2C9-4445199A3233}" type="presParOf" srcId="{AB4D8239-AAD0-4844-86D0-B13F218721E0}" destId="{CA7DF2EE-22B2-4931-8D6E-81AB472B03E7}" srcOrd="11" destOrd="0" presId="urn:microsoft.com/office/officeart/2005/8/layout/cycle2"/>
    <dgm:cxn modelId="{384F6872-799D-415B-B701-C83DDE20A889}" type="presParOf" srcId="{CA7DF2EE-22B2-4931-8D6E-81AB472B03E7}" destId="{966099BC-94FA-4226-98B8-F6C034220283}" srcOrd="0" destOrd="0" presId="urn:microsoft.com/office/officeart/2005/8/layout/cycle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D4A986B-6EE5-484B-BAE4-901B5D0E9D6C}" type="doc">
      <dgm:prSet loTypeId="urn:microsoft.com/office/officeart/2005/8/layout/cycle2" loCatId="cycle" qsTypeId="urn:microsoft.com/office/officeart/2005/8/quickstyle/simple1" qsCatId="simple" csTypeId="urn:microsoft.com/office/officeart/2005/8/colors/colorful5" csCatId="colorful" phldr="1"/>
      <dgm:spPr/>
      <dgm:t>
        <a:bodyPr/>
        <a:lstStyle/>
        <a:p>
          <a:endParaRPr lang="en-US"/>
        </a:p>
      </dgm:t>
    </dgm:pt>
    <dgm:pt modelId="{AC838D8A-E1CB-4689-B78F-1A038C678889}">
      <dgm:prSet/>
      <dgm:spPr/>
      <dgm:t>
        <a:bodyPr/>
        <a:lstStyle/>
        <a:p>
          <a:r>
            <a:rPr lang="en-US" altLang="en-US" b="1" dirty="0"/>
            <a:t>CUTTER_OFF_STATE</a:t>
          </a:r>
          <a:r>
            <a:rPr lang="zh-CN" altLang="en-US" dirty="0"/>
            <a:t> </a:t>
          </a:r>
          <a:r>
            <a:rPr lang="en-US" altLang="zh-CN" dirty="0"/>
            <a:t>(</a:t>
          </a:r>
          <a:r>
            <a:rPr lang="zh-CN" altLang="en-US" dirty="0"/>
            <a:t>Initial state:  waiting for the axis to be ready and initialized</a:t>
          </a:r>
          <a:r>
            <a:rPr lang="en-US" altLang="zh-CN" dirty="0"/>
            <a:t>)</a:t>
          </a:r>
          <a:endParaRPr lang="zh-CN" altLang="en-US" dirty="0"/>
        </a:p>
      </dgm:t>
    </dgm:pt>
    <dgm:pt modelId="{F3E3E294-8D09-4685-AFB7-FAAC7ABC3BC5}" type="parTrans" cxnId="{C30B4A12-F120-493E-B554-CBFDED8D98F8}">
      <dgm:prSet/>
      <dgm:spPr/>
      <dgm:t>
        <a:bodyPr/>
        <a:lstStyle/>
        <a:p>
          <a:endParaRPr lang="en-US"/>
        </a:p>
      </dgm:t>
    </dgm:pt>
    <dgm:pt modelId="{7FCEADF7-F8DE-4313-AE11-EC429457D24B}" type="sibTrans" cxnId="{C30B4A12-F120-493E-B554-CBFDED8D98F8}">
      <dgm:prSet/>
      <dgm:spPr/>
      <dgm:t>
        <a:bodyPr/>
        <a:lstStyle/>
        <a:p>
          <a:endParaRPr lang="en-US"/>
        </a:p>
      </dgm:t>
    </dgm:pt>
    <dgm:pt modelId="{CB08C43B-9C45-4582-981A-E93550C75A3D}">
      <dgm:prSet/>
      <dgm:spPr/>
      <dgm:t>
        <a:bodyPr/>
        <a:lstStyle/>
        <a:p>
          <a:r>
            <a:rPr lang="en-US" altLang="en-US" b="1" dirty="0"/>
            <a:t>POWER</a:t>
          </a:r>
          <a:r>
            <a:rPr lang="zh-CN" altLang="en-US" dirty="0"/>
            <a:t> </a:t>
          </a:r>
          <a:r>
            <a:rPr lang="en-US" altLang="zh-CN" dirty="0"/>
            <a:t>(</a:t>
          </a:r>
          <a:r>
            <a:rPr lang="zh-CN" altLang="en-US" dirty="0"/>
            <a:t>Initialization state: enabling the axis and returning to zero</a:t>
          </a:r>
          <a:r>
            <a:rPr lang="en-US" altLang="zh-CN" dirty="0"/>
            <a:t>)</a:t>
          </a:r>
          <a:endParaRPr lang="zh-CN" altLang="en-US" dirty="0"/>
        </a:p>
      </dgm:t>
    </dgm:pt>
    <dgm:pt modelId="{A90679B6-635D-4F63-919C-5D3D7742F692}" type="parTrans" cxnId="{5487DF90-D9FA-46FD-B81D-BBF5308A01C5}">
      <dgm:prSet/>
      <dgm:spPr/>
      <dgm:t>
        <a:bodyPr/>
        <a:lstStyle/>
        <a:p>
          <a:endParaRPr lang="en-US"/>
        </a:p>
      </dgm:t>
    </dgm:pt>
    <dgm:pt modelId="{AF47FB36-CDBA-4A71-9B05-74497BD4D467}" type="sibTrans" cxnId="{5487DF90-D9FA-46FD-B81D-BBF5308A01C5}">
      <dgm:prSet/>
      <dgm:spPr/>
      <dgm:t>
        <a:bodyPr/>
        <a:lstStyle/>
        <a:p>
          <a:endParaRPr lang="en-US"/>
        </a:p>
      </dgm:t>
    </dgm:pt>
    <dgm:pt modelId="{BEA2047D-26A9-41BE-A911-89537B6FC509}">
      <dgm:prSet/>
      <dgm:spPr/>
      <dgm:t>
        <a:bodyPr/>
        <a:lstStyle/>
        <a:p>
          <a:r>
            <a:rPr lang="en-US" altLang="en-US" b="1" dirty="0"/>
            <a:t>INITIALIZE_AXIS </a:t>
          </a:r>
          <a:r>
            <a:rPr lang="en-US" altLang="zh-CN" dirty="0"/>
            <a:t>(</a:t>
          </a:r>
          <a:r>
            <a:rPr lang="zh-CN" altLang="en-US" dirty="0"/>
            <a:t>Ready state: axis return to zero is complete, ready for the next operation</a:t>
          </a:r>
          <a:r>
            <a:rPr lang="en-US" altLang="zh-CN" dirty="0"/>
            <a:t>)</a:t>
          </a:r>
          <a:endParaRPr lang="zh-CN" altLang="en-US" dirty="0"/>
        </a:p>
      </dgm:t>
    </dgm:pt>
    <dgm:pt modelId="{484B8A98-79A5-415D-9A0E-1C531BD98742}" type="parTrans" cxnId="{1F52DE52-D1B8-4510-B1B6-B1301DC6C14C}">
      <dgm:prSet/>
      <dgm:spPr/>
      <dgm:t>
        <a:bodyPr/>
        <a:lstStyle/>
        <a:p>
          <a:endParaRPr lang="en-US"/>
        </a:p>
      </dgm:t>
    </dgm:pt>
    <dgm:pt modelId="{BB110828-DD94-482D-9582-E781C1CA4CE4}" type="sibTrans" cxnId="{1F52DE52-D1B8-4510-B1B6-B1301DC6C14C}">
      <dgm:prSet/>
      <dgm:spPr/>
      <dgm:t>
        <a:bodyPr/>
        <a:lstStyle/>
        <a:p>
          <a:endParaRPr lang="en-US"/>
        </a:p>
      </dgm:t>
    </dgm:pt>
    <dgm:pt modelId="{2B1D2255-9EAE-4F33-9564-F89BE18D727B}">
      <dgm:prSet/>
      <dgm:spPr/>
      <dgm:t>
        <a:bodyPr/>
        <a:lstStyle/>
        <a:p>
          <a:r>
            <a:rPr lang="en-US" altLang="en-US" b="1" dirty="0"/>
            <a:t>CAM_STATE </a:t>
          </a:r>
          <a:r>
            <a:rPr lang="en-US" altLang="zh-CN" dirty="0"/>
            <a:t>(</a:t>
          </a:r>
          <a:r>
            <a:rPr lang="zh-CN" altLang="en-US" dirty="0"/>
            <a:t>Axis enable state: waiting for the camera trigger signal</a:t>
          </a:r>
          <a:r>
            <a:rPr lang="en-US" altLang="zh-CN" dirty="0"/>
            <a:t>)</a:t>
          </a:r>
          <a:endParaRPr lang="zh-CN" altLang="en-US" dirty="0"/>
        </a:p>
      </dgm:t>
    </dgm:pt>
    <dgm:pt modelId="{995EBD7C-2AC0-4688-BCDF-C9CEFA57BD76}" type="parTrans" cxnId="{32535787-F522-4125-A6DA-1825B6583D3D}">
      <dgm:prSet/>
      <dgm:spPr/>
      <dgm:t>
        <a:bodyPr/>
        <a:lstStyle/>
        <a:p>
          <a:endParaRPr lang="en-US"/>
        </a:p>
      </dgm:t>
    </dgm:pt>
    <dgm:pt modelId="{680E4281-EBAC-4C01-9A38-2F7616AF95AC}" type="sibTrans" cxnId="{32535787-F522-4125-A6DA-1825B6583D3D}">
      <dgm:prSet/>
      <dgm:spPr/>
      <dgm:t>
        <a:bodyPr/>
        <a:lstStyle/>
        <a:p>
          <a:endParaRPr lang="en-US"/>
        </a:p>
      </dgm:t>
    </dgm:pt>
    <dgm:pt modelId="{9C2942A4-D62C-435F-B595-C5609E7A0AC5}">
      <dgm:prSet/>
      <dgm:spPr/>
      <dgm:t>
        <a:bodyPr/>
        <a:lstStyle/>
        <a:p>
          <a:r>
            <a:rPr lang="en-US" altLang="en-US" b="1" dirty="0"/>
            <a:t>CAM_STATE </a:t>
          </a:r>
          <a:r>
            <a:rPr lang="zh-CN" altLang="en-US" dirty="0"/>
            <a:t> </a:t>
          </a:r>
          <a:r>
            <a:rPr lang="en-US" altLang="zh-CN" dirty="0"/>
            <a:t>(</a:t>
          </a:r>
          <a:r>
            <a:rPr lang="zh-CN" altLang="en-US" dirty="0"/>
            <a:t>Synchronization initialization state: set synchronization parameters and start synchronization</a:t>
          </a:r>
          <a:r>
            <a:rPr lang="en-US" altLang="zh-CN" dirty="0"/>
            <a:t>)</a:t>
          </a:r>
          <a:endParaRPr lang="zh-CN" altLang="en-US" dirty="0"/>
        </a:p>
      </dgm:t>
    </dgm:pt>
    <dgm:pt modelId="{39080CEF-B4B2-4ED6-9327-AE0F1A5E0F2A}" type="parTrans" cxnId="{64520080-A1BF-4244-A3E3-56CA663554D8}">
      <dgm:prSet/>
      <dgm:spPr/>
      <dgm:t>
        <a:bodyPr/>
        <a:lstStyle/>
        <a:p>
          <a:endParaRPr lang="en-US"/>
        </a:p>
      </dgm:t>
    </dgm:pt>
    <dgm:pt modelId="{FE25E55F-901D-443F-8908-2CC01CE0DD0E}" type="sibTrans" cxnId="{64520080-A1BF-4244-A3E3-56CA663554D8}">
      <dgm:prSet/>
      <dgm:spPr/>
      <dgm:t>
        <a:bodyPr/>
        <a:lstStyle/>
        <a:p>
          <a:endParaRPr lang="en-US"/>
        </a:p>
      </dgm:t>
    </dgm:pt>
    <dgm:pt modelId="{314486FB-74C6-43D1-9847-AFC243CB67F3}">
      <dgm:prSet/>
      <dgm:spPr/>
      <dgm:t>
        <a:bodyPr/>
        <a:lstStyle/>
        <a:p>
          <a:r>
            <a:rPr lang="en-US" altLang="en-US" b="1" dirty="0"/>
            <a:t>CONFIRM_CAM</a:t>
          </a:r>
          <a:r>
            <a:rPr lang="zh-CN" altLang="en-US" dirty="0"/>
            <a:t> </a:t>
          </a:r>
          <a:r>
            <a:rPr lang="en-US" altLang="zh-CN" dirty="0"/>
            <a:t>(</a:t>
          </a:r>
          <a:r>
            <a:rPr lang="zh-CN" altLang="en-US" dirty="0"/>
            <a:t>Synchronization in progress state: synchronization is completed, return to the axis enable state</a:t>
          </a:r>
          <a:r>
            <a:rPr lang="en-US" altLang="zh-CN" dirty="0"/>
            <a:t>)</a:t>
          </a:r>
          <a:endParaRPr lang="zh-CN" altLang="en-US" dirty="0"/>
        </a:p>
      </dgm:t>
    </dgm:pt>
    <dgm:pt modelId="{30ED6DFA-884C-41BA-8FE9-F0444B19D1EA}" type="parTrans" cxnId="{3F154E13-C8A0-4348-BFA4-C19C49FD7000}">
      <dgm:prSet/>
      <dgm:spPr/>
      <dgm:t>
        <a:bodyPr/>
        <a:lstStyle/>
        <a:p>
          <a:endParaRPr lang="en-US"/>
        </a:p>
      </dgm:t>
    </dgm:pt>
    <dgm:pt modelId="{A80B9E31-D976-4617-94E9-DB3DE007668A}" type="sibTrans" cxnId="{3F154E13-C8A0-4348-BFA4-C19C49FD7000}">
      <dgm:prSet/>
      <dgm:spPr/>
      <dgm:t>
        <a:bodyPr/>
        <a:lstStyle/>
        <a:p>
          <a:endParaRPr lang="en-US"/>
        </a:p>
      </dgm:t>
    </dgm:pt>
    <dgm:pt modelId="{AB4D8239-AAD0-4844-86D0-B13F218721E0}" type="pres">
      <dgm:prSet presAssocID="{0D4A986B-6EE5-484B-BAE4-901B5D0E9D6C}" presName="cycle" presStyleCnt="0">
        <dgm:presLayoutVars>
          <dgm:dir/>
          <dgm:resizeHandles val="exact"/>
        </dgm:presLayoutVars>
      </dgm:prSet>
      <dgm:spPr/>
    </dgm:pt>
    <dgm:pt modelId="{8610FDB7-C7BF-41DB-BF12-1DD9E51741C4}" type="pres">
      <dgm:prSet presAssocID="{AC838D8A-E1CB-4689-B78F-1A038C678889}" presName="node" presStyleLbl="node1" presStyleIdx="0" presStyleCnt="6">
        <dgm:presLayoutVars>
          <dgm:bulletEnabled val="1"/>
        </dgm:presLayoutVars>
      </dgm:prSet>
      <dgm:spPr/>
    </dgm:pt>
    <dgm:pt modelId="{968261CB-B48B-4A91-A059-1DA68414B687}" type="pres">
      <dgm:prSet presAssocID="{7FCEADF7-F8DE-4313-AE11-EC429457D24B}" presName="sibTrans" presStyleLbl="sibTrans2D1" presStyleIdx="0" presStyleCnt="6"/>
      <dgm:spPr/>
    </dgm:pt>
    <dgm:pt modelId="{B9676A5F-7E05-4D54-9D08-DE80BF3C76E4}" type="pres">
      <dgm:prSet presAssocID="{7FCEADF7-F8DE-4313-AE11-EC429457D24B}" presName="connectorText" presStyleLbl="sibTrans2D1" presStyleIdx="0" presStyleCnt="6"/>
      <dgm:spPr/>
    </dgm:pt>
    <dgm:pt modelId="{2E563BB7-4DF3-4D24-B318-AC7952526A05}" type="pres">
      <dgm:prSet presAssocID="{CB08C43B-9C45-4582-981A-E93550C75A3D}" presName="node" presStyleLbl="node1" presStyleIdx="1" presStyleCnt="6">
        <dgm:presLayoutVars>
          <dgm:bulletEnabled val="1"/>
        </dgm:presLayoutVars>
      </dgm:prSet>
      <dgm:spPr/>
    </dgm:pt>
    <dgm:pt modelId="{7A609679-BB6F-402D-AD15-DD96ECF5B768}" type="pres">
      <dgm:prSet presAssocID="{AF47FB36-CDBA-4A71-9B05-74497BD4D467}" presName="sibTrans" presStyleLbl="sibTrans2D1" presStyleIdx="1" presStyleCnt="6"/>
      <dgm:spPr/>
    </dgm:pt>
    <dgm:pt modelId="{CFDA046C-88DC-40F3-ACEC-B335F601ADED}" type="pres">
      <dgm:prSet presAssocID="{AF47FB36-CDBA-4A71-9B05-74497BD4D467}" presName="connectorText" presStyleLbl="sibTrans2D1" presStyleIdx="1" presStyleCnt="6"/>
      <dgm:spPr/>
    </dgm:pt>
    <dgm:pt modelId="{03EBD3C4-3895-45A0-8BDE-5B9129B27038}" type="pres">
      <dgm:prSet presAssocID="{BEA2047D-26A9-41BE-A911-89537B6FC509}" presName="node" presStyleLbl="node1" presStyleIdx="2" presStyleCnt="6">
        <dgm:presLayoutVars>
          <dgm:bulletEnabled val="1"/>
        </dgm:presLayoutVars>
      </dgm:prSet>
      <dgm:spPr/>
    </dgm:pt>
    <dgm:pt modelId="{EC994817-80D1-4630-8281-C573165B2854}" type="pres">
      <dgm:prSet presAssocID="{BB110828-DD94-482D-9582-E781C1CA4CE4}" presName="sibTrans" presStyleLbl="sibTrans2D1" presStyleIdx="2" presStyleCnt="6"/>
      <dgm:spPr/>
    </dgm:pt>
    <dgm:pt modelId="{9F9353BC-742D-44CC-B11B-1C5C5F28ECC8}" type="pres">
      <dgm:prSet presAssocID="{BB110828-DD94-482D-9582-E781C1CA4CE4}" presName="connectorText" presStyleLbl="sibTrans2D1" presStyleIdx="2" presStyleCnt="6"/>
      <dgm:spPr/>
    </dgm:pt>
    <dgm:pt modelId="{7A1C88F6-1244-483D-8780-363A0939833A}" type="pres">
      <dgm:prSet presAssocID="{2B1D2255-9EAE-4F33-9564-F89BE18D727B}" presName="node" presStyleLbl="node1" presStyleIdx="3" presStyleCnt="6">
        <dgm:presLayoutVars>
          <dgm:bulletEnabled val="1"/>
        </dgm:presLayoutVars>
      </dgm:prSet>
      <dgm:spPr/>
    </dgm:pt>
    <dgm:pt modelId="{C8933FA3-54EB-48F7-B101-15E208ED5A91}" type="pres">
      <dgm:prSet presAssocID="{680E4281-EBAC-4C01-9A38-2F7616AF95AC}" presName="sibTrans" presStyleLbl="sibTrans2D1" presStyleIdx="3" presStyleCnt="6"/>
      <dgm:spPr/>
    </dgm:pt>
    <dgm:pt modelId="{232EAA46-9673-4916-8223-3502F0E0CE56}" type="pres">
      <dgm:prSet presAssocID="{680E4281-EBAC-4C01-9A38-2F7616AF95AC}" presName="connectorText" presStyleLbl="sibTrans2D1" presStyleIdx="3" presStyleCnt="6"/>
      <dgm:spPr/>
    </dgm:pt>
    <dgm:pt modelId="{903D0AC1-1DF8-4977-8677-FC708F5CA83E}" type="pres">
      <dgm:prSet presAssocID="{9C2942A4-D62C-435F-B595-C5609E7A0AC5}" presName="node" presStyleLbl="node1" presStyleIdx="4" presStyleCnt="6">
        <dgm:presLayoutVars>
          <dgm:bulletEnabled val="1"/>
        </dgm:presLayoutVars>
      </dgm:prSet>
      <dgm:spPr/>
    </dgm:pt>
    <dgm:pt modelId="{9A5EC9B7-ECBF-4889-BF48-02D63F91129B}" type="pres">
      <dgm:prSet presAssocID="{FE25E55F-901D-443F-8908-2CC01CE0DD0E}" presName="sibTrans" presStyleLbl="sibTrans2D1" presStyleIdx="4" presStyleCnt="6"/>
      <dgm:spPr/>
    </dgm:pt>
    <dgm:pt modelId="{B79E31A9-6D2D-4018-94E0-30E3935DFB3E}" type="pres">
      <dgm:prSet presAssocID="{FE25E55F-901D-443F-8908-2CC01CE0DD0E}" presName="connectorText" presStyleLbl="sibTrans2D1" presStyleIdx="4" presStyleCnt="6"/>
      <dgm:spPr/>
    </dgm:pt>
    <dgm:pt modelId="{E423A450-8D59-45F5-803B-5CDD9985307F}" type="pres">
      <dgm:prSet presAssocID="{314486FB-74C6-43D1-9847-AFC243CB67F3}" presName="node" presStyleLbl="node1" presStyleIdx="5" presStyleCnt="6">
        <dgm:presLayoutVars>
          <dgm:bulletEnabled val="1"/>
        </dgm:presLayoutVars>
      </dgm:prSet>
      <dgm:spPr/>
    </dgm:pt>
    <dgm:pt modelId="{32106623-49B0-47C6-9C8D-CE90A43DB669}" type="pres">
      <dgm:prSet presAssocID="{A80B9E31-D976-4617-94E9-DB3DE007668A}" presName="sibTrans" presStyleLbl="sibTrans2D1" presStyleIdx="5" presStyleCnt="6"/>
      <dgm:spPr/>
    </dgm:pt>
    <dgm:pt modelId="{D01BD021-6976-4224-BBBE-58D577BDECC2}" type="pres">
      <dgm:prSet presAssocID="{A80B9E31-D976-4617-94E9-DB3DE007668A}" presName="connectorText" presStyleLbl="sibTrans2D1" presStyleIdx="5" presStyleCnt="6"/>
      <dgm:spPr/>
    </dgm:pt>
  </dgm:ptLst>
  <dgm:cxnLst>
    <dgm:cxn modelId="{0A38A900-67E4-43D5-8667-50F891D8898E}" type="presOf" srcId="{BB110828-DD94-482D-9582-E781C1CA4CE4}" destId="{9F9353BC-742D-44CC-B11B-1C5C5F28ECC8}" srcOrd="1" destOrd="0" presId="urn:microsoft.com/office/officeart/2005/8/layout/cycle2"/>
    <dgm:cxn modelId="{AA2F7411-181E-4066-AE3F-1EB3069001B2}" type="presOf" srcId="{AF47FB36-CDBA-4A71-9B05-74497BD4D467}" destId="{7A609679-BB6F-402D-AD15-DD96ECF5B768}" srcOrd="0" destOrd="0" presId="urn:microsoft.com/office/officeart/2005/8/layout/cycle2"/>
    <dgm:cxn modelId="{C30B4A12-F120-493E-B554-CBFDED8D98F8}" srcId="{0D4A986B-6EE5-484B-BAE4-901B5D0E9D6C}" destId="{AC838D8A-E1CB-4689-B78F-1A038C678889}" srcOrd="0" destOrd="0" parTransId="{F3E3E294-8D09-4685-AFB7-FAAC7ABC3BC5}" sibTransId="{7FCEADF7-F8DE-4313-AE11-EC429457D24B}"/>
    <dgm:cxn modelId="{3F154E13-C8A0-4348-BFA4-C19C49FD7000}" srcId="{0D4A986B-6EE5-484B-BAE4-901B5D0E9D6C}" destId="{314486FB-74C6-43D1-9847-AFC243CB67F3}" srcOrd="5" destOrd="0" parTransId="{30ED6DFA-884C-41BA-8FE9-F0444B19D1EA}" sibTransId="{A80B9E31-D976-4617-94E9-DB3DE007668A}"/>
    <dgm:cxn modelId="{37CA5D2D-0BF3-4A67-8191-19CD11B22637}" type="presOf" srcId="{AC838D8A-E1CB-4689-B78F-1A038C678889}" destId="{8610FDB7-C7BF-41DB-BF12-1DD9E51741C4}" srcOrd="0" destOrd="0" presId="urn:microsoft.com/office/officeart/2005/8/layout/cycle2"/>
    <dgm:cxn modelId="{98698A2F-295A-44BD-8FEC-A30A0A69EC0C}" type="presOf" srcId="{CB08C43B-9C45-4582-981A-E93550C75A3D}" destId="{2E563BB7-4DF3-4D24-B318-AC7952526A05}" srcOrd="0" destOrd="0" presId="urn:microsoft.com/office/officeart/2005/8/layout/cycle2"/>
    <dgm:cxn modelId="{5DE21933-3FC7-40E8-B87E-8EFBCEE22715}" type="presOf" srcId="{680E4281-EBAC-4C01-9A38-2F7616AF95AC}" destId="{232EAA46-9673-4916-8223-3502F0E0CE56}" srcOrd="1" destOrd="0" presId="urn:microsoft.com/office/officeart/2005/8/layout/cycle2"/>
    <dgm:cxn modelId="{F8CE1838-6FB0-40D9-A0D6-4F4E1E20068A}" type="presOf" srcId="{FE25E55F-901D-443F-8908-2CC01CE0DD0E}" destId="{9A5EC9B7-ECBF-4889-BF48-02D63F91129B}" srcOrd="0" destOrd="0" presId="urn:microsoft.com/office/officeart/2005/8/layout/cycle2"/>
    <dgm:cxn modelId="{9FCA316A-F8EC-452D-87F7-82140315CA62}" type="presOf" srcId="{2B1D2255-9EAE-4F33-9564-F89BE18D727B}" destId="{7A1C88F6-1244-483D-8780-363A0939833A}" srcOrd="0" destOrd="0" presId="urn:microsoft.com/office/officeart/2005/8/layout/cycle2"/>
    <dgm:cxn modelId="{3992B94A-F7B0-4F81-AC5B-DBD7121409A7}" type="presOf" srcId="{0D4A986B-6EE5-484B-BAE4-901B5D0E9D6C}" destId="{AB4D8239-AAD0-4844-86D0-B13F218721E0}" srcOrd="0" destOrd="0" presId="urn:microsoft.com/office/officeart/2005/8/layout/cycle2"/>
    <dgm:cxn modelId="{1F52DE52-D1B8-4510-B1B6-B1301DC6C14C}" srcId="{0D4A986B-6EE5-484B-BAE4-901B5D0E9D6C}" destId="{BEA2047D-26A9-41BE-A911-89537B6FC509}" srcOrd="2" destOrd="0" parTransId="{484B8A98-79A5-415D-9A0E-1C531BD98742}" sibTransId="{BB110828-DD94-482D-9582-E781C1CA4CE4}"/>
    <dgm:cxn modelId="{82D70559-D2E3-4D59-9087-0265A1F95B42}" type="presOf" srcId="{A80B9E31-D976-4617-94E9-DB3DE007668A}" destId="{D01BD021-6976-4224-BBBE-58D577BDECC2}" srcOrd="1" destOrd="0" presId="urn:microsoft.com/office/officeart/2005/8/layout/cycle2"/>
    <dgm:cxn modelId="{79791659-0AF1-4E20-9191-747BFDB205B8}" type="presOf" srcId="{BB110828-DD94-482D-9582-E781C1CA4CE4}" destId="{EC994817-80D1-4630-8281-C573165B2854}" srcOrd="0" destOrd="0" presId="urn:microsoft.com/office/officeart/2005/8/layout/cycle2"/>
    <dgm:cxn modelId="{64520080-A1BF-4244-A3E3-56CA663554D8}" srcId="{0D4A986B-6EE5-484B-BAE4-901B5D0E9D6C}" destId="{9C2942A4-D62C-435F-B595-C5609E7A0AC5}" srcOrd="4" destOrd="0" parTransId="{39080CEF-B4B2-4ED6-9327-AE0F1A5E0F2A}" sibTransId="{FE25E55F-901D-443F-8908-2CC01CE0DD0E}"/>
    <dgm:cxn modelId="{32535787-F522-4125-A6DA-1825B6583D3D}" srcId="{0D4A986B-6EE5-484B-BAE4-901B5D0E9D6C}" destId="{2B1D2255-9EAE-4F33-9564-F89BE18D727B}" srcOrd="3" destOrd="0" parTransId="{995EBD7C-2AC0-4688-BCDF-C9CEFA57BD76}" sibTransId="{680E4281-EBAC-4C01-9A38-2F7616AF95AC}"/>
    <dgm:cxn modelId="{5487DF90-D9FA-46FD-B81D-BBF5308A01C5}" srcId="{0D4A986B-6EE5-484B-BAE4-901B5D0E9D6C}" destId="{CB08C43B-9C45-4582-981A-E93550C75A3D}" srcOrd="1" destOrd="0" parTransId="{A90679B6-635D-4F63-919C-5D3D7742F692}" sibTransId="{AF47FB36-CDBA-4A71-9B05-74497BD4D467}"/>
    <dgm:cxn modelId="{A90F0E96-73E2-4C2B-9233-FB651BF29F6B}" type="presOf" srcId="{FE25E55F-901D-443F-8908-2CC01CE0DD0E}" destId="{B79E31A9-6D2D-4018-94E0-30E3935DFB3E}" srcOrd="1" destOrd="0" presId="urn:microsoft.com/office/officeart/2005/8/layout/cycle2"/>
    <dgm:cxn modelId="{4F3695A9-2D62-4CE5-9DC8-2A555F9DB9FB}" type="presOf" srcId="{7FCEADF7-F8DE-4313-AE11-EC429457D24B}" destId="{968261CB-B48B-4A91-A059-1DA68414B687}" srcOrd="0" destOrd="0" presId="urn:microsoft.com/office/officeart/2005/8/layout/cycle2"/>
    <dgm:cxn modelId="{E3CDFBB0-D236-40FB-9166-7ECA0E077066}" type="presOf" srcId="{A80B9E31-D976-4617-94E9-DB3DE007668A}" destId="{32106623-49B0-47C6-9C8D-CE90A43DB669}" srcOrd="0" destOrd="0" presId="urn:microsoft.com/office/officeart/2005/8/layout/cycle2"/>
    <dgm:cxn modelId="{5BEEF6BD-2A7F-4745-B3AC-1DAEB2447249}" type="presOf" srcId="{7FCEADF7-F8DE-4313-AE11-EC429457D24B}" destId="{B9676A5F-7E05-4D54-9D08-DE80BF3C76E4}" srcOrd="1" destOrd="0" presId="urn:microsoft.com/office/officeart/2005/8/layout/cycle2"/>
    <dgm:cxn modelId="{AC40F0D1-DFEF-45E0-B1CF-F10768392E07}" type="presOf" srcId="{680E4281-EBAC-4C01-9A38-2F7616AF95AC}" destId="{C8933FA3-54EB-48F7-B101-15E208ED5A91}" srcOrd="0" destOrd="0" presId="urn:microsoft.com/office/officeart/2005/8/layout/cycle2"/>
    <dgm:cxn modelId="{8958BDDB-BBCB-48CF-8CC5-166F81F51722}" type="presOf" srcId="{314486FB-74C6-43D1-9847-AFC243CB67F3}" destId="{E423A450-8D59-45F5-803B-5CDD9985307F}" srcOrd="0" destOrd="0" presId="urn:microsoft.com/office/officeart/2005/8/layout/cycle2"/>
    <dgm:cxn modelId="{991C02E1-A027-458D-BAEC-47CD7C173ABC}" type="presOf" srcId="{BEA2047D-26A9-41BE-A911-89537B6FC509}" destId="{03EBD3C4-3895-45A0-8BDE-5B9129B27038}" srcOrd="0" destOrd="0" presId="urn:microsoft.com/office/officeart/2005/8/layout/cycle2"/>
    <dgm:cxn modelId="{E13526E3-9B60-40E1-B6FF-59C9C3FD1766}" type="presOf" srcId="{AF47FB36-CDBA-4A71-9B05-74497BD4D467}" destId="{CFDA046C-88DC-40F3-ACEC-B335F601ADED}" srcOrd="1" destOrd="0" presId="urn:microsoft.com/office/officeart/2005/8/layout/cycle2"/>
    <dgm:cxn modelId="{A62C1FF6-7BAD-4A1B-A74F-196EFFEF84E3}" type="presOf" srcId="{9C2942A4-D62C-435F-B595-C5609E7A0AC5}" destId="{903D0AC1-1DF8-4977-8677-FC708F5CA83E}" srcOrd="0" destOrd="0" presId="urn:microsoft.com/office/officeart/2005/8/layout/cycle2"/>
    <dgm:cxn modelId="{AB8173F5-52F0-4EB7-861F-7565FE124E26}" type="presParOf" srcId="{AB4D8239-AAD0-4844-86D0-B13F218721E0}" destId="{8610FDB7-C7BF-41DB-BF12-1DD9E51741C4}" srcOrd="0" destOrd="0" presId="urn:microsoft.com/office/officeart/2005/8/layout/cycle2"/>
    <dgm:cxn modelId="{7308321E-E081-4D30-A9AC-3B87DDB8A300}" type="presParOf" srcId="{AB4D8239-AAD0-4844-86D0-B13F218721E0}" destId="{968261CB-B48B-4A91-A059-1DA68414B687}" srcOrd="1" destOrd="0" presId="urn:microsoft.com/office/officeart/2005/8/layout/cycle2"/>
    <dgm:cxn modelId="{C02F7F8E-F20F-4884-B858-56D60FEA32F8}" type="presParOf" srcId="{968261CB-B48B-4A91-A059-1DA68414B687}" destId="{B9676A5F-7E05-4D54-9D08-DE80BF3C76E4}" srcOrd="0" destOrd="0" presId="urn:microsoft.com/office/officeart/2005/8/layout/cycle2"/>
    <dgm:cxn modelId="{E6C4737A-B1E5-4E6F-B155-5427AF0309AF}" type="presParOf" srcId="{AB4D8239-AAD0-4844-86D0-B13F218721E0}" destId="{2E563BB7-4DF3-4D24-B318-AC7952526A05}" srcOrd="2" destOrd="0" presId="urn:microsoft.com/office/officeart/2005/8/layout/cycle2"/>
    <dgm:cxn modelId="{084B1776-AC4B-4939-A3AF-28E8497274EA}" type="presParOf" srcId="{AB4D8239-AAD0-4844-86D0-B13F218721E0}" destId="{7A609679-BB6F-402D-AD15-DD96ECF5B768}" srcOrd="3" destOrd="0" presId="urn:microsoft.com/office/officeart/2005/8/layout/cycle2"/>
    <dgm:cxn modelId="{F52834F7-FBC0-4F38-94FB-177F5B49F4E6}" type="presParOf" srcId="{7A609679-BB6F-402D-AD15-DD96ECF5B768}" destId="{CFDA046C-88DC-40F3-ACEC-B335F601ADED}" srcOrd="0" destOrd="0" presId="urn:microsoft.com/office/officeart/2005/8/layout/cycle2"/>
    <dgm:cxn modelId="{D329CBC4-2459-474E-A852-2AB4C0AB3A15}" type="presParOf" srcId="{AB4D8239-AAD0-4844-86D0-B13F218721E0}" destId="{03EBD3C4-3895-45A0-8BDE-5B9129B27038}" srcOrd="4" destOrd="0" presId="urn:microsoft.com/office/officeart/2005/8/layout/cycle2"/>
    <dgm:cxn modelId="{FD5A133F-B79F-443C-9D33-AD266DEE91EE}" type="presParOf" srcId="{AB4D8239-AAD0-4844-86D0-B13F218721E0}" destId="{EC994817-80D1-4630-8281-C573165B2854}" srcOrd="5" destOrd="0" presId="urn:microsoft.com/office/officeart/2005/8/layout/cycle2"/>
    <dgm:cxn modelId="{E088728A-B008-43B1-820C-3088FE24E4A5}" type="presParOf" srcId="{EC994817-80D1-4630-8281-C573165B2854}" destId="{9F9353BC-742D-44CC-B11B-1C5C5F28ECC8}" srcOrd="0" destOrd="0" presId="urn:microsoft.com/office/officeart/2005/8/layout/cycle2"/>
    <dgm:cxn modelId="{0B58CFD3-957C-4AFE-B364-10C3230F0474}" type="presParOf" srcId="{AB4D8239-AAD0-4844-86D0-B13F218721E0}" destId="{7A1C88F6-1244-483D-8780-363A0939833A}" srcOrd="6" destOrd="0" presId="urn:microsoft.com/office/officeart/2005/8/layout/cycle2"/>
    <dgm:cxn modelId="{14CC2549-F662-4F60-95A1-FA21E6F1C140}" type="presParOf" srcId="{AB4D8239-AAD0-4844-86D0-B13F218721E0}" destId="{C8933FA3-54EB-48F7-B101-15E208ED5A91}" srcOrd="7" destOrd="0" presId="urn:microsoft.com/office/officeart/2005/8/layout/cycle2"/>
    <dgm:cxn modelId="{6405CC30-CF94-4971-94E5-6292D2BD4C3D}" type="presParOf" srcId="{C8933FA3-54EB-48F7-B101-15E208ED5A91}" destId="{232EAA46-9673-4916-8223-3502F0E0CE56}" srcOrd="0" destOrd="0" presId="urn:microsoft.com/office/officeart/2005/8/layout/cycle2"/>
    <dgm:cxn modelId="{CF90FABA-7EE4-4A16-9E42-3EB58B5F6919}" type="presParOf" srcId="{AB4D8239-AAD0-4844-86D0-B13F218721E0}" destId="{903D0AC1-1DF8-4977-8677-FC708F5CA83E}" srcOrd="8" destOrd="0" presId="urn:microsoft.com/office/officeart/2005/8/layout/cycle2"/>
    <dgm:cxn modelId="{1EB1FB30-D90C-4952-9A34-F8F88E8AE3EE}" type="presParOf" srcId="{AB4D8239-AAD0-4844-86D0-B13F218721E0}" destId="{9A5EC9B7-ECBF-4889-BF48-02D63F91129B}" srcOrd="9" destOrd="0" presId="urn:microsoft.com/office/officeart/2005/8/layout/cycle2"/>
    <dgm:cxn modelId="{C33098D2-1AB3-4B6E-8D82-679CEE52B7F1}" type="presParOf" srcId="{9A5EC9B7-ECBF-4889-BF48-02D63F91129B}" destId="{B79E31A9-6D2D-4018-94E0-30E3935DFB3E}" srcOrd="0" destOrd="0" presId="urn:microsoft.com/office/officeart/2005/8/layout/cycle2"/>
    <dgm:cxn modelId="{92E43E0E-5896-4BFB-B7E6-D166D70F9765}" type="presParOf" srcId="{AB4D8239-AAD0-4844-86D0-B13F218721E0}" destId="{E423A450-8D59-45F5-803B-5CDD9985307F}" srcOrd="10" destOrd="0" presId="urn:microsoft.com/office/officeart/2005/8/layout/cycle2"/>
    <dgm:cxn modelId="{5C488B13-5D53-48DD-BC8F-9741C959615F}" type="presParOf" srcId="{AB4D8239-AAD0-4844-86D0-B13F218721E0}" destId="{32106623-49B0-47C6-9C8D-CE90A43DB669}" srcOrd="11" destOrd="0" presId="urn:microsoft.com/office/officeart/2005/8/layout/cycle2"/>
    <dgm:cxn modelId="{8F965B5A-9731-4DCF-B30A-70EED17EB81F}" type="presParOf" srcId="{32106623-49B0-47C6-9C8D-CE90A43DB669}" destId="{D01BD021-6976-4224-BBBE-58D577BDECC2}" srcOrd="0" destOrd="0" presId="urn:microsoft.com/office/officeart/2005/8/layout/cycle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38B129-137E-40D4-B4CF-001F9292AEF6}">
      <dsp:nvSpPr>
        <dsp:cNvPr id="0" name=""/>
        <dsp:cNvSpPr/>
      </dsp:nvSpPr>
      <dsp:spPr>
        <a:xfrm>
          <a:off x="3120163" y="1147"/>
          <a:ext cx="1682915" cy="1682915"/>
        </a:xfrm>
        <a:prstGeom prst="ellipse">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altLang="en-US" sz="900" b="1" kern="1200" dirty="0"/>
            <a:t>MACHINE_OFF_STATE </a:t>
          </a:r>
          <a:r>
            <a:rPr lang="zh-CN" altLang="en-US" sz="900" b="1" kern="1200" dirty="0"/>
            <a:t> </a:t>
          </a:r>
          <a:r>
            <a:rPr lang="en-US" altLang="zh-CN" sz="900" kern="1200" dirty="0"/>
            <a:t>(</a:t>
          </a:r>
          <a:r>
            <a:rPr lang="zh-CN" altLang="en-US" sz="900" kern="1200" dirty="0"/>
            <a:t>Initial state: waiting for the start signal</a:t>
          </a:r>
          <a:r>
            <a:rPr lang="en-US" altLang="zh-CN" sz="900" kern="1200" dirty="0"/>
            <a:t>)</a:t>
          </a:r>
          <a:endParaRPr lang="zh-CN" altLang="en-US" sz="900" kern="1200" dirty="0"/>
        </a:p>
      </dsp:txBody>
      <dsp:txXfrm>
        <a:off x="3366620" y="247604"/>
        <a:ext cx="1190001" cy="1190001"/>
      </dsp:txXfrm>
    </dsp:sp>
    <dsp:sp modelId="{BAA22101-000F-41A6-BB12-1CB3337D3B1D}">
      <dsp:nvSpPr>
        <dsp:cNvPr id="0" name=""/>
        <dsp:cNvSpPr/>
      </dsp:nvSpPr>
      <dsp:spPr>
        <a:xfrm rot="1800000">
          <a:off x="4821075" y="1183843"/>
          <a:ext cx="446951" cy="567983"/>
        </a:xfrm>
        <a:prstGeom prst="rightArrow">
          <a:avLst>
            <a:gd name="adj1" fmla="val 600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a:off x="4830057" y="1263919"/>
        <a:ext cx="312866" cy="340789"/>
      </dsp:txXfrm>
    </dsp:sp>
    <dsp:sp modelId="{6029EF7E-532B-40E9-939A-23742275FC6C}">
      <dsp:nvSpPr>
        <dsp:cNvPr id="0" name=""/>
        <dsp:cNvSpPr/>
      </dsp:nvSpPr>
      <dsp:spPr>
        <a:xfrm>
          <a:off x="5307934" y="1264257"/>
          <a:ext cx="1682915" cy="1682915"/>
        </a:xfrm>
        <a:prstGeom prst="ellipse">
          <a:avLst/>
        </a:prstGeom>
        <a:solidFill>
          <a:schemeClr val="accent5">
            <a:hueOff val="-2430430"/>
            <a:satOff val="-165"/>
            <a:lumOff val="39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altLang="en-US" sz="900" b="1" kern="1200" dirty="0"/>
            <a:t>INITIALIZE_STATE</a:t>
          </a:r>
          <a:r>
            <a:rPr lang="zh-CN" altLang="en-US" sz="900" b="1" kern="1200" dirty="0"/>
            <a:t> </a:t>
          </a:r>
          <a:r>
            <a:rPr lang="en-US" altLang="zh-CN" sz="900" kern="1200" dirty="0"/>
            <a:t>(</a:t>
          </a:r>
          <a:r>
            <a:rPr lang="zh-CN" altLang="en-US" sz="900" kern="1200" dirty="0"/>
            <a:t>Initialization state:  initializing the conveying and cutting equipment</a:t>
          </a:r>
          <a:r>
            <a:rPr lang="en-US" altLang="zh-CN" sz="900" kern="1200" dirty="0"/>
            <a:t>)</a:t>
          </a:r>
          <a:endParaRPr lang="zh-CN" altLang="en-US" sz="900" kern="1200" dirty="0"/>
        </a:p>
      </dsp:txBody>
      <dsp:txXfrm>
        <a:off x="5554391" y="1510714"/>
        <a:ext cx="1190001" cy="1190001"/>
      </dsp:txXfrm>
    </dsp:sp>
    <dsp:sp modelId="{F72F580B-06A7-476E-827D-607D21F4BBC3}">
      <dsp:nvSpPr>
        <dsp:cNvPr id="0" name=""/>
        <dsp:cNvSpPr/>
      </dsp:nvSpPr>
      <dsp:spPr>
        <a:xfrm rot="5400000">
          <a:off x="5925916" y="3072183"/>
          <a:ext cx="446951" cy="567983"/>
        </a:xfrm>
        <a:prstGeom prst="rightArrow">
          <a:avLst>
            <a:gd name="adj1" fmla="val 60000"/>
            <a:gd name="adj2" fmla="val 50000"/>
          </a:avLst>
        </a:prstGeom>
        <a:solidFill>
          <a:schemeClr val="accent5">
            <a:hueOff val="-2430430"/>
            <a:satOff val="-165"/>
            <a:lumOff val="392"/>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a:off x="5992959" y="3118738"/>
        <a:ext cx="312866" cy="340789"/>
      </dsp:txXfrm>
    </dsp:sp>
    <dsp:sp modelId="{1889DA89-E2AC-4259-847D-E451EC5622AF}">
      <dsp:nvSpPr>
        <dsp:cNvPr id="0" name=""/>
        <dsp:cNvSpPr/>
      </dsp:nvSpPr>
      <dsp:spPr>
        <a:xfrm>
          <a:off x="5307934" y="3790477"/>
          <a:ext cx="1682915" cy="1682915"/>
        </a:xfrm>
        <a:prstGeom prst="ellipse">
          <a:avLst/>
        </a:prstGeom>
        <a:solidFill>
          <a:schemeClr val="accent5">
            <a:hueOff val="-4860860"/>
            <a:satOff val="-330"/>
            <a:lumOff val="78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altLang="en-US" sz="900" b="1" kern="1200" dirty="0"/>
            <a:t>CONFIRM_CONVY_MV</a:t>
          </a:r>
          <a:r>
            <a:rPr lang="zh-CN" altLang="en-US" sz="900" b="1" kern="1200" dirty="0"/>
            <a:t> </a:t>
          </a:r>
          <a:r>
            <a:rPr lang="en-US" altLang="zh-CN" sz="900" kern="1200" dirty="0"/>
            <a:t>(</a:t>
          </a:r>
          <a:r>
            <a:rPr lang="zh-CN" altLang="en-US" sz="900" kern="1200" dirty="0"/>
            <a:t>Start state: starting the conveying equipment</a:t>
          </a:r>
          <a:r>
            <a:rPr lang="en-US" altLang="zh-CN" sz="900" kern="1200" dirty="0"/>
            <a:t>)</a:t>
          </a:r>
          <a:endParaRPr lang="zh-CN" altLang="en-US" sz="900" kern="1200" dirty="0"/>
        </a:p>
      </dsp:txBody>
      <dsp:txXfrm>
        <a:off x="5554391" y="4036934"/>
        <a:ext cx="1190001" cy="1190001"/>
      </dsp:txXfrm>
    </dsp:sp>
    <dsp:sp modelId="{09750344-723B-419A-A119-E3BAD5DF7710}">
      <dsp:nvSpPr>
        <dsp:cNvPr id="0" name=""/>
        <dsp:cNvSpPr/>
      </dsp:nvSpPr>
      <dsp:spPr>
        <a:xfrm rot="9000000">
          <a:off x="4842985" y="4973173"/>
          <a:ext cx="446951" cy="567983"/>
        </a:xfrm>
        <a:prstGeom prst="rightArrow">
          <a:avLst>
            <a:gd name="adj1" fmla="val 60000"/>
            <a:gd name="adj2" fmla="val 50000"/>
          </a:avLst>
        </a:prstGeom>
        <a:solidFill>
          <a:schemeClr val="accent5">
            <a:hueOff val="-4860860"/>
            <a:satOff val="-330"/>
            <a:lumOff val="784"/>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rot="10800000">
        <a:off x="4968088" y="5053249"/>
        <a:ext cx="312866" cy="340789"/>
      </dsp:txXfrm>
    </dsp:sp>
    <dsp:sp modelId="{199A5682-C7E4-4B48-B93E-1C2659985AEE}">
      <dsp:nvSpPr>
        <dsp:cNvPr id="0" name=""/>
        <dsp:cNvSpPr/>
      </dsp:nvSpPr>
      <dsp:spPr>
        <a:xfrm>
          <a:off x="3120163" y="5053587"/>
          <a:ext cx="1682915" cy="1682915"/>
        </a:xfrm>
        <a:prstGeom prst="ellipse">
          <a:avLst/>
        </a:prstGeom>
        <a:solidFill>
          <a:schemeClr val="accent5">
            <a:hueOff val="-7291290"/>
            <a:satOff val="-496"/>
            <a:lumOff val="117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altLang="en-US" sz="900" b="1" kern="1200" dirty="0"/>
            <a:t>CONVY_MV</a:t>
          </a:r>
          <a:r>
            <a:rPr lang="zh-CN" altLang="en-US" sz="900" b="1" kern="1200" dirty="0"/>
            <a:t> </a:t>
          </a:r>
          <a:r>
            <a:rPr lang="en-US" altLang="zh-CN" sz="900" kern="1200" dirty="0"/>
            <a:t>(</a:t>
          </a:r>
          <a:r>
            <a:rPr lang="zh-CN" altLang="en-US" sz="900" kern="1200" dirty="0"/>
            <a:t>Running state: the equipment is running normally, waiting for the camera trigger signal</a:t>
          </a:r>
          <a:r>
            <a:rPr lang="en-US" altLang="zh-CN" sz="900" kern="1200" dirty="0"/>
            <a:t>)</a:t>
          </a:r>
          <a:endParaRPr lang="zh-CN" altLang="en-US" sz="900" kern="1200" dirty="0"/>
        </a:p>
      </dsp:txBody>
      <dsp:txXfrm>
        <a:off x="3366620" y="5300044"/>
        <a:ext cx="1190001" cy="1190001"/>
      </dsp:txXfrm>
    </dsp:sp>
    <dsp:sp modelId="{29B9EE36-1B9C-4A89-9C4A-C4DB2CB6022C}">
      <dsp:nvSpPr>
        <dsp:cNvPr id="0" name=""/>
        <dsp:cNvSpPr/>
      </dsp:nvSpPr>
      <dsp:spPr>
        <a:xfrm rot="12600000">
          <a:off x="2655214" y="4985823"/>
          <a:ext cx="446951" cy="567983"/>
        </a:xfrm>
        <a:prstGeom prst="rightArrow">
          <a:avLst>
            <a:gd name="adj1" fmla="val 60000"/>
            <a:gd name="adj2" fmla="val 50000"/>
          </a:avLst>
        </a:prstGeom>
        <a:solidFill>
          <a:schemeClr val="accent5">
            <a:hueOff val="-7291290"/>
            <a:satOff val="-496"/>
            <a:lumOff val="1177"/>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rot="10800000">
        <a:off x="2780317" y="5132941"/>
        <a:ext cx="312866" cy="340789"/>
      </dsp:txXfrm>
    </dsp:sp>
    <dsp:sp modelId="{1D4D9709-6E5A-4748-8FDD-36A791FF07D7}">
      <dsp:nvSpPr>
        <dsp:cNvPr id="0" name=""/>
        <dsp:cNvSpPr/>
      </dsp:nvSpPr>
      <dsp:spPr>
        <a:xfrm>
          <a:off x="932392" y="3790477"/>
          <a:ext cx="1682915" cy="1682915"/>
        </a:xfrm>
        <a:prstGeom prst="ellipse">
          <a:avLst/>
        </a:prstGeom>
        <a:solidFill>
          <a:schemeClr val="accent5">
            <a:hueOff val="-9721720"/>
            <a:satOff val="-661"/>
            <a:lumOff val="156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altLang="en-US" sz="900" b="1" kern="1200" dirty="0"/>
            <a:t>SENSOR_STATE</a:t>
          </a:r>
          <a:r>
            <a:rPr lang="zh-CN" altLang="en-US" sz="900" b="1" kern="1200" dirty="0"/>
            <a:t> </a:t>
          </a:r>
          <a:r>
            <a:rPr lang="en-US" altLang="zh-CN" sz="900" kern="1200" dirty="0"/>
            <a:t>(</a:t>
          </a:r>
          <a:r>
            <a:rPr lang="zh-CN" altLang="en-US" sz="900" kern="1200" dirty="0"/>
            <a:t>Trigger state: the camera is triggered</a:t>
          </a:r>
          <a:r>
            <a:rPr lang="en-US" altLang="zh-CN" sz="900" kern="1200" dirty="0"/>
            <a:t>)</a:t>
          </a:r>
          <a:endParaRPr lang="zh-CN" altLang="en-US" sz="900" kern="1200" dirty="0"/>
        </a:p>
      </dsp:txBody>
      <dsp:txXfrm>
        <a:off x="1178849" y="4036934"/>
        <a:ext cx="1190001" cy="1190001"/>
      </dsp:txXfrm>
    </dsp:sp>
    <dsp:sp modelId="{0C5D030A-0144-43CA-B757-6491A8A91E77}">
      <dsp:nvSpPr>
        <dsp:cNvPr id="0" name=""/>
        <dsp:cNvSpPr/>
      </dsp:nvSpPr>
      <dsp:spPr>
        <a:xfrm rot="16200000">
          <a:off x="1550374" y="3097482"/>
          <a:ext cx="446951" cy="567983"/>
        </a:xfrm>
        <a:prstGeom prst="rightArrow">
          <a:avLst>
            <a:gd name="adj1" fmla="val 60000"/>
            <a:gd name="adj2" fmla="val 50000"/>
          </a:avLst>
        </a:prstGeom>
        <a:solidFill>
          <a:schemeClr val="accent5">
            <a:hueOff val="-9721720"/>
            <a:satOff val="-661"/>
            <a:lumOff val="1569"/>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a:off x="1617417" y="3278122"/>
        <a:ext cx="312866" cy="340789"/>
      </dsp:txXfrm>
    </dsp:sp>
    <dsp:sp modelId="{246F8240-0C56-4BAB-ADD0-CDB1BC8DD4C0}">
      <dsp:nvSpPr>
        <dsp:cNvPr id="0" name=""/>
        <dsp:cNvSpPr/>
      </dsp:nvSpPr>
      <dsp:spPr>
        <a:xfrm>
          <a:off x="932392" y="1264257"/>
          <a:ext cx="1682915" cy="1682915"/>
        </a:xfrm>
        <a:prstGeom prst="ellipse">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altLang="en-US" sz="900" b="1" kern="1200" dirty="0"/>
            <a:t>CAM_STATE</a:t>
          </a:r>
          <a:r>
            <a:rPr lang="zh-CN" altLang="en-US" sz="900" b="1" kern="1200" dirty="0"/>
            <a:t> </a:t>
          </a:r>
          <a:r>
            <a:rPr lang="en-US" altLang="zh-CN" sz="900" kern="1200" dirty="0"/>
            <a:t>(</a:t>
          </a:r>
          <a:r>
            <a:rPr lang="zh-CN" altLang="en-US" sz="900" kern="1200" dirty="0"/>
            <a:t>Camera state: the camera has completed the work and returned to the RUNNING state</a:t>
          </a:r>
          <a:r>
            <a:rPr lang="en-US" altLang="zh-CN" sz="900" kern="1200" dirty="0"/>
            <a:t>)</a:t>
          </a:r>
          <a:endParaRPr lang="zh-CN" altLang="en-US" sz="900" kern="1200" dirty="0"/>
        </a:p>
      </dsp:txBody>
      <dsp:txXfrm>
        <a:off x="1178849" y="1510714"/>
        <a:ext cx="1190001" cy="1190001"/>
      </dsp:txXfrm>
    </dsp:sp>
    <dsp:sp modelId="{27D763BE-467F-4311-8123-80744C1DBAD1}">
      <dsp:nvSpPr>
        <dsp:cNvPr id="0" name=""/>
        <dsp:cNvSpPr/>
      </dsp:nvSpPr>
      <dsp:spPr>
        <a:xfrm rot="19800000">
          <a:off x="2633304" y="1196492"/>
          <a:ext cx="446951" cy="567983"/>
        </a:xfrm>
        <a:prstGeom prst="rightArrow">
          <a:avLst>
            <a:gd name="adj1" fmla="val 60000"/>
            <a:gd name="adj2" fmla="val 50000"/>
          </a:avLst>
        </a:prstGeom>
        <a:solidFill>
          <a:schemeClr val="accent5">
            <a:hueOff val="-12152150"/>
            <a:satOff val="-826"/>
            <a:lumOff val="1961"/>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a:off x="2642286" y="1343610"/>
        <a:ext cx="312866" cy="34078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7D87BB-E8C5-47DE-950B-9DDF110D370F}">
      <dsp:nvSpPr>
        <dsp:cNvPr id="0" name=""/>
        <dsp:cNvSpPr/>
      </dsp:nvSpPr>
      <dsp:spPr>
        <a:xfrm>
          <a:off x="3120163" y="1147"/>
          <a:ext cx="1682915" cy="1682915"/>
        </a:xfrm>
        <a:prstGeom prst="ellipse">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altLang="en-US" sz="900" b="1" kern="1200" dirty="0"/>
            <a:t>CONVY_OFF_STATE </a:t>
          </a:r>
          <a:r>
            <a:rPr lang="zh-CN" altLang="en-US" sz="900" kern="1200" dirty="0"/>
            <a:t> </a:t>
          </a:r>
          <a:r>
            <a:rPr lang="en-US" altLang="zh-CN" sz="900" kern="1200" dirty="0"/>
            <a:t>(</a:t>
          </a:r>
          <a:r>
            <a:rPr lang="zh-CN" altLang="en-US" sz="900" kern="1200" dirty="0"/>
            <a:t>Initial state: waiting for axis to be ready and initialized</a:t>
          </a:r>
          <a:r>
            <a:rPr lang="en-US" altLang="zh-CN" sz="900" kern="1200" dirty="0"/>
            <a:t>)</a:t>
          </a:r>
          <a:endParaRPr lang="zh-CN" altLang="en-US" sz="900" kern="1200" dirty="0"/>
        </a:p>
      </dsp:txBody>
      <dsp:txXfrm>
        <a:off x="3366620" y="247604"/>
        <a:ext cx="1190001" cy="1190001"/>
      </dsp:txXfrm>
    </dsp:sp>
    <dsp:sp modelId="{7C3D9C05-CAB7-4FB2-B2A4-2C3C33683C31}">
      <dsp:nvSpPr>
        <dsp:cNvPr id="0" name=""/>
        <dsp:cNvSpPr/>
      </dsp:nvSpPr>
      <dsp:spPr>
        <a:xfrm rot="1800000">
          <a:off x="4821075" y="1183843"/>
          <a:ext cx="446951" cy="567983"/>
        </a:xfrm>
        <a:prstGeom prst="rightArrow">
          <a:avLst>
            <a:gd name="adj1" fmla="val 600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a:off x="4830057" y="1263919"/>
        <a:ext cx="312866" cy="340789"/>
      </dsp:txXfrm>
    </dsp:sp>
    <dsp:sp modelId="{C7CBDB28-377E-4C55-B503-90677691CC14}">
      <dsp:nvSpPr>
        <dsp:cNvPr id="0" name=""/>
        <dsp:cNvSpPr/>
      </dsp:nvSpPr>
      <dsp:spPr>
        <a:xfrm>
          <a:off x="5307934" y="1264257"/>
          <a:ext cx="1682915" cy="1682915"/>
        </a:xfrm>
        <a:prstGeom prst="ellipse">
          <a:avLst/>
        </a:prstGeom>
        <a:solidFill>
          <a:schemeClr val="accent5">
            <a:hueOff val="-2430430"/>
            <a:satOff val="-165"/>
            <a:lumOff val="39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altLang="en-US" sz="900" b="1" kern="1200" dirty="0"/>
            <a:t>POWER</a:t>
          </a:r>
          <a:r>
            <a:rPr lang="zh-CN" altLang="en-US" sz="900" kern="1200" dirty="0"/>
            <a:t> </a:t>
          </a:r>
          <a:r>
            <a:rPr lang="en-US" altLang="zh-CN" sz="900" kern="1200" dirty="0"/>
            <a:t>(</a:t>
          </a:r>
          <a:r>
            <a:rPr lang="zh-CN" altLang="en-US" sz="900" kern="1200" dirty="0"/>
            <a:t>Initialization state: enabling axis and returning to zero</a:t>
          </a:r>
          <a:r>
            <a:rPr lang="en-US" altLang="zh-CN" sz="900" kern="1200" dirty="0"/>
            <a:t>)</a:t>
          </a:r>
          <a:endParaRPr lang="zh-CN" altLang="en-US" sz="900" kern="1200" dirty="0"/>
        </a:p>
      </dsp:txBody>
      <dsp:txXfrm>
        <a:off x="5554391" y="1510714"/>
        <a:ext cx="1190001" cy="1190001"/>
      </dsp:txXfrm>
    </dsp:sp>
    <dsp:sp modelId="{7D4BE4D4-0A07-4AC3-9FFB-6192D68075A7}">
      <dsp:nvSpPr>
        <dsp:cNvPr id="0" name=""/>
        <dsp:cNvSpPr/>
      </dsp:nvSpPr>
      <dsp:spPr>
        <a:xfrm rot="5400000">
          <a:off x="5925916" y="3072183"/>
          <a:ext cx="446951" cy="567983"/>
        </a:xfrm>
        <a:prstGeom prst="rightArrow">
          <a:avLst>
            <a:gd name="adj1" fmla="val 60000"/>
            <a:gd name="adj2" fmla="val 50000"/>
          </a:avLst>
        </a:prstGeom>
        <a:solidFill>
          <a:schemeClr val="accent5">
            <a:hueOff val="-2430430"/>
            <a:satOff val="-165"/>
            <a:lumOff val="392"/>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a:off x="5992959" y="3118738"/>
        <a:ext cx="312866" cy="340789"/>
      </dsp:txXfrm>
    </dsp:sp>
    <dsp:sp modelId="{D05F219E-CB32-46C5-B80A-7CFBBB296705}">
      <dsp:nvSpPr>
        <dsp:cNvPr id="0" name=""/>
        <dsp:cNvSpPr/>
      </dsp:nvSpPr>
      <dsp:spPr>
        <a:xfrm>
          <a:off x="5307934" y="3790477"/>
          <a:ext cx="1682915" cy="1682915"/>
        </a:xfrm>
        <a:prstGeom prst="ellipse">
          <a:avLst/>
        </a:prstGeom>
        <a:solidFill>
          <a:schemeClr val="accent5">
            <a:hueOff val="-4860860"/>
            <a:satOff val="-330"/>
            <a:lumOff val="78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altLang="en-US" sz="900" b="1" kern="1200" dirty="0"/>
            <a:t>CONFIRM_POWERED</a:t>
          </a:r>
          <a:r>
            <a:rPr lang="zh-CN" altLang="en-US" sz="900" kern="1200" dirty="0"/>
            <a:t> </a:t>
          </a:r>
          <a:r>
            <a:rPr lang="en-US" altLang="zh-CN" sz="900" kern="1200" dirty="0"/>
            <a:t>(</a:t>
          </a:r>
          <a:r>
            <a:rPr lang="zh-CN" altLang="en-US" sz="900" kern="1200" dirty="0"/>
            <a:t>Ready state:  axis return to zero is complete, ready for the next operation</a:t>
          </a:r>
          <a:r>
            <a:rPr lang="en-US" altLang="zh-CN" sz="900" kern="1200" dirty="0"/>
            <a:t>)</a:t>
          </a:r>
          <a:endParaRPr lang="zh-CN" altLang="en-US" sz="900" kern="1200" dirty="0"/>
        </a:p>
      </dsp:txBody>
      <dsp:txXfrm>
        <a:off x="5554391" y="4036934"/>
        <a:ext cx="1190001" cy="1190001"/>
      </dsp:txXfrm>
    </dsp:sp>
    <dsp:sp modelId="{42227FC5-93F9-463C-A8FA-342994982AB8}">
      <dsp:nvSpPr>
        <dsp:cNvPr id="0" name=""/>
        <dsp:cNvSpPr/>
      </dsp:nvSpPr>
      <dsp:spPr>
        <a:xfrm rot="9000000">
          <a:off x="4842985" y="4973173"/>
          <a:ext cx="446951" cy="567983"/>
        </a:xfrm>
        <a:prstGeom prst="rightArrow">
          <a:avLst>
            <a:gd name="adj1" fmla="val 60000"/>
            <a:gd name="adj2" fmla="val 50000"/>
          </a:avLst>
        </a:prstGeom>
        <a:solidFill>
          <a:schemeClr val="accent5">
            <a:hueOff val="-4860860"/>
            <a:satOff val="-330"/>
            <a:lumOff val="784"/>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rot="10800000">
        <a:off x="4968088" y="5053249"/>
        <a:ext cx="312866" cy="340789"/>
      </dsp:txXfrm>
    </dsp:sp>
    <dsp:sp modelId="{07D051CE-B11C-4A69-BBF4-F089D4280547}">
      <dsp:nvSpPr>
        <dsp:cNvPr id="0" name=""/>
        <dsp:cNvSpPr/>
      </dsp:nvSpPr>
      <dsp:spPr>
        <a:xfrm>
          <a:off x="3120163" y="5053587"/>
          <a:ext cx="1682915" cy="1682915"/>
        </a:xfrm>
        <a:prstGeom prst="ellipse">
          <a:avLst/>
        </a:prstGeom>
        <a:solidFill>
          <a:schemeClr val="accent5">
            <a:hueOff val="-7291290"/>
            <a:satOff val="-496"/>
            <a:lumOff val="117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altLang="en-US" sz="900" b="1" kern="1200" dirty="0"/>
            <a:t>CONFIRM_INITIALIZE</a:t>
          </a:r>
          <a:r>
            <a:rPr lang="zh-CN" altLang="en-US" sz="900" kern="1200" dirty="0"/>
            <a:t> </a:t>
          </a:r>
          <a:r>
            <a:rPr lang="en-US" altLang="zh-CN" sz="900" kern="1200" dirty="0"/>
            <a:t>(</a:t>
          </a:r>
          <a:r>
            <a:rPr lang="zh-CN" altLang="en-US" sz="900" kern="1200" dirty="0"/>
            <a:t>Axis enable state:  waiting for movement instructions</a:t>
          </a:r>
          <a:r>
            <a:rPr lang="en-US" altLang="zh-CN" sz="900" kern="1200" dirty="0"/>
            <a:t>)</a:t>
          </a:r>
          <a:endParaRPr lang="zh-CN" altLang="en-US" sz="900" kern="1200" dirty="0"/>
        </a:p>
      </dsp:txBody>
      <dsp:txXfrm>
        <a:off x="3366620" y="5300044"/>
        <a:ext cx="1190001" cy="1190001"/>
      </dsp:txXfrm>
    </dsp:sp>
    <dsp:sp modelId="{9A1B6B16-6E2F-4F75-8A5E-71F5F0990FD2}">
      <dsp:nvSpPr>
        <dsp:cNvPr id="0" name=""/>
        <dsp:cNvSpPr/>
      </dsp:nvSpPr>
      <dsp:spPr>
        <a:xfrm rot="12600000">
          <a:off x="2655214" y="4985823"/>
          <a:ext cx="446951" cy="567983"/>
        </a:xfrm>
        <a:prstGeom prst="rightArrow">
          <a:avLst>
            <a:gd name="adj1" fmla="val 60000"/>
            <a:gd name="adj2" fmla="val 50000"/>
          </a:avLst>
        </a:prstGeom>
        <a:solidFill>
          <a:schemeClr val="accent5">
            <a:hueOff val="-7291290"/>
            <a:satOff val="-496"/>
            <a:lumOff val="1177"/>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rot="10800000">
        <a:off x="2780317" y="5132941"/>
        <a:ext cx="312866" cy="340789"/>
      </dsp:txXfrm>
    </dsp:sp>
    <dsp:sp modelId="{8650F90F-C034-4F62-9614-D0DF2561D0A1}">
      <dsp:nvSpPr>
        <dsp:cNvPr id="0" name=""/>
        <dsp:cNvSpPr/>
      </dsp:nvSpPr>
      <dsp:spPr>
        <a:xfrm>
          <a:off x="932392" y="3790477"/>
          <a:ext cx="1682915" cy="1682915"/>
        </a:xfrm>
        <a:prstGeom prst="ellipse">
          <a:avLst/>
        </a:prstGeom>
        <a:solidFill>
          <a:schemeClr val="accent5">
            <a:hueOff val="-9721720"/>
            <a:satOff val="-661"/>
            <a:lumOff val="156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altLang="en-US" sz="900" b="1" kern="1200" dirty="0"/>
            <a:t>SET_CONVY_VEL</a:t>
          </a:r>
          <a:r>
            <a:rPr lang="zh-CN" altLang="en-US" sz="900" kern="1200" dirty="0"/>
            <a:t> </a:t>
          </a:r>
          <a:r>
            <a:rPr lang="en-US" altLang="zh-CN" sz="900" kern="1200" dirty="0"/>
            <a:t>(</a:t>
          </a:r>
          <a:r>
            <a:rPr lang="zh-CN" altLang="en-US" sz="900" kern="1200" dirty="0"/>
            <a:t>Conveyor start state: set up and start movement</a:t>
          </a:r>
          <a:r>
            <a:rPr lang="en-US" altLang="zh-CN" sz="900" kern="1200" dirty="0"/>
            <a:t>)</a:t>
          </a:r>
          <a:endParaRPr lang="zh-CN" altLang="en-US" sz="900" kern="1200" dirty="0"/>
        </a:p>
      </dsp:txBody>
      <dsp:txXfrm>
        <a:off x="1178849" y="4036934"/>
        <a:ext cx="1190001" cy="1190001"/>
      </dsp:txXfrm>
    </dsp:sp>
    <dsp:sp modelId="{4EFCB6C2-F68E-4598-AF1F-6161ED49BFE3}">
      <dsp:nvSpPr>
        <dsp:cNvPr id="0" name=""/>
        <dsp:cNvSpPr/>
      </dsp:nvSpPr>
      <dsp:spPr>
        <a:xfrm rot="16200000">
          <a:off x="1550374" y="3097482"/>
          <a:ext cx="446951" cy="567983"/>
        </a:xfrm>
        <a:prstGeom prst="rightArrow">
          <a:avLst>
            <a:gd name="adj1" fmla="val 60000"/>
            <a:gd name="adj2" fmla="val 50000"/>
          </a:avLst>
        </a:prstGeom>
        <a:solidFill>
          <a:schemeClr val="accent5">
            <a:hueOff val="-9721720"/>
            <a:satOff val="-661"/>
            <a:lumOff val="1569"/>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a:off x="1617417" y="3278122"/>
        <a:ext cx="312866" cy="340789"/>
      </dsp:txXfrm>
    </dsp:sp>
    <dsp:sp modelId="{779E0EE5-3635-4A76-B8BB-19683F7582E2}">
      <dsp:nvSpPr>
        <dsp:cNvPr id="0" name=""/>
        <dsp:cNvSpPr/>
      </dsp:nvSpPr>
      <dsp:spPr>
        <a:xfrm>
          <a:off x="932392" y="1264257"/>
          <a:ext cx="1682915" cy="1682915"/>
        </a:xfrm>
        <a:prstGeom prst="ellipse">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zh-CN" altLang="en-US" sz="900" b="1" kern="1200"/>
            <a:t>CONV_MOVING</a:t>
          </a:r>
          <a:r>
            <a:rPr lang="zh-CN" altLang="en-US" sz="900" kern="1200"/>
            <a:t> </a:t>
          </a:r>
          <a:r>
            <a:rPr lang="en-US" altLang="zh-CN" sz="900" kern="1200"/>
            <a:t>(</a:t>
          </a:r>
          <a:r>
            <a:rPr lang="zh-CN" altLang="en-US" sz="900" kern="1200"/>
            <a:t>Conveyor moving state: constantly update speed parameters, and record trigger position</a:t>
          </a:r>
          <a:r>
            <a:rPr lang="en-US" altLang="zh-CN" sz="900" kern="1200"/>
            <a:t>)</a:t>
          </a:r>
          <a:endParaRPr lang="zh-CN" altLang="en-US" sz="900" kern="1200" dirty="0"/>
        </a:p>
      </dsp:txBody>
      <dsp:txXfrm>
        <a:off x="1178849" y="1510714"/>
        <a:ext cx="1190001" cy="1190001"/>
      </dsp:txXfrm>
    </dsp:sp>
    <dsp:sp modelId="{CA7DF2EE-22B2-4931-8D6E-81AB472B03E7}">
      <dsp:nvSpPr>
        <dsp:cNvPr id="0" name=""/>
        <dsp:cNvSpPr/>
      </dsp:nvSpPr>
      <dsp:spPr>
        <a:xfrm rot="19800000">
          <a:off x="2633304" y="1196492"/>
          <a:ext cx="446951" cy="567983"/>
        </a:xfrm>
        <a:prstGeom prst="rightArrow">
          <a:avLst>
            <a:gd name="adj1" fmla="val 60000"/>
            <a:gd name="adj2" fmla="val 50000"/>
          </a:avLst>
        </a:prstGeom>
        <a:solidFill>
          <a:schemeClr val="accent5">
            <a:hueOff val="-12152150"/>
            <a:satOff val="-826"/>
            <a:lumOff val="1961"/>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a:off x="2642286" y="1343610"/>
        <a:ext cx="312866" cy="34078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10FDB7-C7BF-41DB-BF12-1DD9E51741C4}">
      <dsp:nvSpPr>
        <dsp:cNvPr id="0" name=""/>
        <dsp:cNvSpPr/>
      </dsp:nvSpPr>
      <dsp:spPr>
        <a:xfrm>
          <a:off x="3120163" y="1147"/>
          <a:ext cx="1682915" cy="1682915"/>
        </a:xfrm>
        <a:prstGeom prst="ellipse">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US" altLang="en-US" sz="1000" b="1" kern="1200" dirty="0"/>
            <a:t>CUTTER_OFF_STATE</a:t>
          </a:r>
          <a:r>
            <a:rPr lang="zh-CN" altLang="en-US" sz="1000" kern="1200" dirty="0"/>
            <a:t> </a:t>
          </a:r>
          <a:r>
            <a:rPr lang="en-US" altLang="zh-CN" sz="1000" kern="1200" dirty="0"/>
            <a:t>(</a:t>
          </a:r>
          <a:r>
            <a:rPr lang="zh-CN" altLang="en-US" sz="1000" kern="1200" dirty="0"/>
            <a:t>Initial state:  waiting for the axis to be ready and initialized</a:t>
          </a:r>
          <a:r>
            <a:rPr lang="en-US" altLang="zh-CN" sz="1000" kern="1200" dirty="0"/>
            <a:t>)</a:t>
          </a:r>
          <a:endParaRPr lang="zh-CN" altLang="en-US" sz="1000" kern="1200" dirty="0"/>
        </a:p>
      </dsp:txBody>
      <dsp:txXfrm>
        <a:off x="3366620" y="247604"/>
        <a:ext cx="1190001" cy="1190001"/>
      </dsp:txXfrm>
    </dsp:sp>
    <dsp:sp modelId="{968261CB-B48B-4A91-A059-1DA68414B687}">
      <dsp:nvSpPr>
        <dsp:cNvPr id="0" name=""/>
        <dsp:cNvSpPr/>
      </dsp:nvSpPr>
      <dsp:spPr>
        <a:xfrm rot="1800000">
          <a:off x="4821075" y="1183843"/>
          <a:ext cx="446951" cy="567983"/>
        </a:xfrm>
        <a:prstGeom prst="rightArrow">
          <a:avLst>
            <a:gd name="adj1" fmla="val 600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a:off x="4830057" y="1263919"/>
        <a:ext cx="312866" cy="340789"/>
      </dsp:txXfrm>
    </dsp:sp>
    <dsp:sp modelId="{2E563BB7-4DF3-4D24-B318-AC7952526A05}">
      <dsp:nvSpPr>
        <dsp:cNvPr id="0" name=""/>
        <dsp:cNvSpPr/>
      </dsp:nvSpPr>
      <dsp:spPr>
        <a:xfrm>
          <a:off x="5307934" y="1264257"/>
          <a:ext cx="1682915" cy="1682915"/>
        </a:xfrm>
        <a:prstGeom prst="ellipse">
          <a:avLst/>
        </a:prstGeom>
        <a:solidFill>
          <a:schemeClr val="accent5">
            <a:hueOff val="-2430430"/>
            <a:satOff val="-165"/>
            <a:lumOff val="39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US" altLang="en-US" sz="1000" b="1" kern="1200" dirty="0"/>
            <a:t>POWER</a:t>
          </a:r>
          <a:r>
            <a:rPr lang="zh-CN" altLang="en-US" sz="1000" kern="1200" dirty="0"/>
            <a:t> </a:t>
          </a:r>
          <a:r>
            <a:rPr lang="en-US" altLang="zh-CN" sz="1000" kern="1200" dirty="0"/>
            <a:t>(</a:t>
          </a:r>
          <a:r>
            <a:rPr lang="zh-CN" altLang="en-US" sz="1000" kern="1200" dirty="0"/>
            <a:t>Initialization state: enabling the axis and returning to zero</a:t>
          </a:r>
          <a:r>
            <a:rPr lang="en-US" altLang="zh-CN" sz="1000" kern="1200" dirty="0"/>
            <a:t>)</a:t>
          </a:r>
          <a:endParaRPr lang="zh-CN" altLang="en-US" sz="1000" kern="1200" dirty="0"/>
        </a:p>
      </dsp:txBody>
      <dsp:txXfrm>
        <a:off x="5554391" y="1510714"/>
        <a:ext cx="1190001" cy="1190001"/>
      </dsp:txXfrm>
    </dsp:sp>
    <dsp:sp modelId="{7A609679-BB6F-402D-AD15-DD96ECF5B768}">
      <dsp:nvSpPr>
        <dsp:cNvPr id="0" name=""/>
        <dsp:cNvSpPr/>
      </dsp:nvSpPr>
      <dsp:spPr>
        <a:xfrm rot="5400000">
          <a:off x="5925916" y="3072183"/>
          <a:ext cx="446951" cy="567983"/>
        </a:xfrm>
        <a:prstGeom prst="rightArrow">
          <a:avLst>
            <a:gd name="adj1" fmla="val 60000"/>
            <a:gd name="adj2" fmla="val 50000"/>
          </a:avLst>
        </a:prstGeom>
        <a:solidFill>
          <a:schemeClr val="accent5">
            <a:hueOff val="-2430430"/>
            <a:satOff val="-165"/>
            <a:lumOff val="392"/>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a:off x="5992959" y="3118738"/>
        <a:ext cx="312866" cy="340789"/>
      </dsp:txXfrm>
    </dsp:sp>
    <dsp:sp modelId="{03EBD3C4-3895-45A0-8BDE-5B9129B27038}">
      <dsp:nvSpPr>
        <dsp:cNvPr id="0" name=""/>
        <dsp:cNvSpPr/>
      </dsp:nvSpPr>
      <dsp:spPr>
        <a:xfrm>
          <a:off x="5307934" y="3790477"/>
          <a:ext cx="1682915" cy="1682915"/>
        </a:xfrm>
        <a:prstGeom prst="ellipse">
          <a:avLst/>
        </a:prstGeom>
        <a:solidFill>
          <a:schemeClr val="accent5">
            <a:hueOff val="-4860860"/>
            <a:satOff val="-330"/>
            <a:lumOff val="78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US" altLang="en-US" sz="1000" b="1" kern="1200" dirty="0"/>
            <a:t>INITIALIZE_AXIS </a:t>
          </a:r>
          <a:r>
            <a:rPr lang="en-US" altLang="zh-CN" sz="1000" kern="1200" dirty="0"/>
            <a:t>(</a:t>
          </a:r>
          <a:r>
            <a:rPr lang="zh-CN" altLang="en-US" sz="1000" kern="1200" dirty="0"/>
            <a:t>Ready state: axis return to zero is complete, ready for the next operation</a:t>
          </a:r>
          <a:r>
            <a:rPr lang="en-US" altLang="zh-CN" sz="1000" kern="1200" dirty="0"/>
            <a:t>)</a:t>
          </a:r>
          <a:endParaRPr lang="zh-CN" altLang="en-US" sz="1000" kern="1200" dirty="0"/>
        </a:p>
      </dsp:txBody>
      <dsp:txXfrm>
        <a:off x="5554391" y="4036934"/>
        <a:ext cx="1190001" cy="1190001"/>
      </dsp:txXfrm>
    </dsp:sp>
    <dsp:sp modelId="{EC994817-80D1-4630-8281-C573165B2854}">
      <dsp:nvSpPr>
        <dsp:cNvPr id="0" name=""/>
        <dsp:cNvSpPr/>
      </dsp:nvSpPr>
      <dsp:spPr>
        <a:xfrm rot="9000000">
          <a:off x="4842985" y="4973173"/>
          <a:ext cx="446951" cy="567983"/>
        </a:xfrm>
        <a:prstGeom prst="rightArrow">
          <a:avLst>
            <a:gd name="adj1" fmla="val 60000"/>
            <a:gd name="adj2" fmla="val 50000"/>
          </a:avLst>
        </a:prstGeom>
        <a:solidFill>
          <a:schemeClr val="accent5">
            <a:hueOff val="-4860860"/>
            <a:satOff val="-330"/>
            <a:lumOff val="784"/>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rot="10800000">
        <a:off x="4968088" y="5053249"/>
        <a:ext cx="312866" cy="340789"/>
      </dsp:txXfrm>
    </dsp:sp>
    <dsp:sp modelId="{7A1C88F6-1244-483D-8780-363A0939833A}">
      <dsp:nvSpPr>
        <dsp:cNvPr id="0" name=""/>
        <dsp:cNvSpPr/>
      </dsp:nvSpPr>
      <dsp:spPr>
        <a:xfrm>
          <a:off x="3120163" y="5053587"/>
          <a:ext cx="1682915" cy="1682915"/>
        </a:xfrm>
        <a:prstGeom prst="ellipse">
          <a:avLst/>
        </a:prstGeom>
        <a:solidFill>
          <a:schemeClr val="accent5">
            <a:hueOff val="-7291290"/>
            <a:satOff val="-496"/>
            <a:lumOff val="117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US" altLang="en-US" sz="1000" b="1" kern="1200" dirty="0"/>
            <a:t>CAM_STATE </a:t>
          </a:r>
          <a:r>
            <a:rPr lang="en-US" altLang="zh-CN" sz="1000" kern="1200" dirty="0"/>
            <a:t>(</a:t>
          </a:r>
          <a:r>
            <a:rPr lang="zh-CN" altLang="en-US" sz="1000" kern="1200" dirty="0"/>
            <a:t>Axis enable state: waiting for the camera trigger signal</a:t>
          </a:r>
          <a:r>
            <a:rPr lang="en-US" altLang="zh-CN" sz="1000" kern="1200" dirty="0"/>
            <a:t>)</a:t>
          </a:r>
          <a:endParaRPr lang="zh-CN" altLang="en-US" sz="1000" kern="1200" dirty="0"/>
        </a:p>
      </dsp:txBody>
      <dsp:txXfrm>
        <a:off x="3366620" y="5300044"/>
        <a:ext cx="1190001" cy="1190001"/>
      </dsp:txXfrm>
    </dsp:sp>
    <dsp:sp modelId="{C8933FA3-54EB-48F7-B101-15E208ED5A91}">
      <dsp:nvSpPr>
        <dsp:cNvPr id="0" name=""/>
        <dsp:cNvSpPr/>
      </dsp:nvSpPr>
      <dsp:spPr>
        <a:xfrm rot="12600000">
          <a:off x="2655214" y="4985823"/>
          <a:ext cx="446951" cy="567983"/>
        </a:xfrm>
        <a:prstGeom prst="rightArrow">
          <a:avLst>
            <a:gd name="adj1" fmla="val 60000"/>
            <a:gd name="adj2" fmla="val 50000"/>
          </a:avLst>
        </a:prstGeom>
        <a:solidFill>
          <a:schemeClr val="accent5">
            <a:hueOff val="-7291290"/>
            <a:satOff val="-496"/>
            <a:lumOff val="1177"/>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rot="10800000">
        <a:off x="2780317" y="5132941"/>
        <a:ext cx="312866" cy="340789"/>
      </dsp:txXfrm>
    </dsp:sp>
    <dsp:sp modelId="{903D0AC1-1DF8-4977-8677-FC708F5CA83E}">
      <dsp:nvSpPr>
        <dsp:cNvPr id="0" name=""/>
        <dsp:cNvSpPr/>
      </dsp:nvSpPr>
      <dsp:spPr>
        <a:xfrm>
          <a:off x="932392" y="3790477"/>
          <a:ext cx="1682915" cy="1682915"/>
        </a:xfrm>
        <a:prstGeom prst="ellipse">
          <a:avLst/>
        </a:prstGeom>
        <a:solidFill>
          <a:schemeClr val="accent5">
            <a:hueOff val="-9721720"/>
            <a:satOff val="-661"/>
            <a:lumOff val="156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US" altLang="en-US" sz="1000" b="1" kern="1200" dirty="0"/>
            <a:t>CAM_STATE </a:t>
          </a:r>
          <a:r>
            <a:rPr lang="zh-CN" altLang="en-US" sz="1000" kern="1200" dirty="0"/>
            <a:t> </a:t>
          </a:r>
          <a:r>
            <a:rPr lang="en-US" altLang="zh-CN" sz="1000" kern="1200" dirty="0"/>
            <a:t>(</a:t>
          </a:r>
          <a:r>
            <a:rPr lang="zh-CN" altLang="en-US" sz="1000" kern="1200" dirty="0"/>
            <a:t>Synchronization initialization state: set synchronization parameters and start synchronization</a:t>
          </a:r>
          <a:r>
            <a:rPr lang="en-US" altLang="zh-CN" sz="1000" kern="1200" dirty="0"/>
            <a:t>)</a:t>
          </a:r>
          <a:endParaRPr lang="zh-CN" altLang="en-US" sz="1000" kern="1200" dirty="0"/>
        </a:p>
      </dsp:txBody>
      <dsp:txXfrm>
        <a:off x="1178849" y="4036934"/>
        <a:ext cx="1190001" cy="1190001"/>
      </dsp:txXfrm>
    </dsp:sp>
    <dsp:sp modelId="{9A5EC9B7-ECBF-4889-BF48-02D63F91129B}">
      <dsp:nvSpPr>
        <dsp:cNvPr id="0" name=""/>
        <dsp:cNvSpPr/>
      </dsp:nvSpPr>
      <dsp:spPr>
        <a:xfrm rot="16200000">
          <a:off x="1550374" y="3097482"/>
          <a:ext cx="446951" cy="567983"/>
        </a:xfrm>
        <a:prstGeom prst="rightArrow">
          <a:avLst>
            <a:gd name="adj1" fmla="val 60000"/>
            <a:gd name="adj2" fmla="val 50000"/>
          </a:avLst>
        </a:prstGeom>
        <a:solidFill>
          <a:schemeClr val="accent5">
            <a:hueOff val="-9721720"/>
            <a:satOff val="-661"/>
            <a:lumOff val="1569"/>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a:off x="1617417" y="3278122"/>
        <a:ext cx="312866" cy="340789"/>
      </dsp:txXfrm>
    </dsp:sp>
    <dsp:sp modelId="{E423A450-8D59-45F5-803B-5CDD9985307F}">
      <dsp:nvSpPr>
        <dsp:cNvPr id="0" name=""/>
        <dsp:cNvSpPr/>
      </dsp:nvSpPr>
      <dsp:spPr>
        <a:xfrm>
          <a:off x="932392" y="1264257"/>
          <a:ext cx="1682915" cy="1682915"/>
        </a:xfrm>
        <a:prstGeom prst="ellipse">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444500">
            <a:lnSpc>
              <a:spcPct val="90000"/>
            </a:lnSpc>
            <a:spcBef>
              <a:spcPct val="0"/>
            </a:spcBef>
            <a:spcAft>
              <a:spcPct val="35000"/>
            </a:spcAft>
            <a:buNone/>
          </a:pPr>
          <a:r>
            <a:rPr lang="en-US" altLang="en-US" sz="1000" b="1" kern="1200" dirty="0"/>
            <a:t>CONFIRM_CAM</a:t>
          </a:r>
          <a:r>
            <a:rPr lang="zh-CN" altLang="en-US" sz="1000" kern="1200" dirty="0"/>
            <a:t> </a:t>
          </a:r>
          <a:r>
            <a:rPr lang="en-US" altLang="zh-CN" sz="1000" kern="1200" dirty="0"/>
            <a:t>(</a:t>
          </a:r>
          <a:r>
            <a:rPr lang="zh-CN" altLang="en-US" sz="1000" kern="1200" dirty="0"/>
            <a:t>Synchronization in progress state: synchronization is completed, return to the axis enable state</a:t>
          </a:r>
          <a:r>
            <a:rPr lang="en-US" altLang="zh-CN" sz="1000" kern="1200" dirty="0"/>
            <a:t>)</a:t>
          </a:r>
          <a:endParaRPr lang="zh-CN" altLang="en-US" sz="1000" kern="1200" dirty="0"/>
        </a:p>
      </dsp:txBody>
      <dsp:txXfrm>
        <a:off x="1178849" y="1510714"/>
        <a:ext cx="1190001" cy="1190001"/>
      </dsp:txXfrm>
    </dsp:sp>
    <dsp:sp modelId="{32106623-49B0-47C6-9C8D-CE90A43DB669}">
      <dsp:nvSpPr>
        <dsp:cNvPr id="0" name=""/>
        <dsp:cNvSpPr/>
      </dsp:nvSpPr>
      <dsp:spPr>
        <a:xfrm rot="19800000">
          <a:off x="2633304" y="1196492"/>
          <a:ext cx="446951" cy="567983"/>
        </a:xfrm>
        <a:prstGeom prst="rightArrow">
          <a:avLst>
            <a:gd name="adj1" fmla="val 60000"/>
            <a:gd name="adj2" fmla="val 50000"/>
          </a:avLst>
        </a:prstGeom>
        <a:solidFill>
          <a:schemeClr val="accent5">
            <a:hueOff val="-12152150"/>
            <a:satOff val="-826"/>
            <a:lumOff val="1961"/>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a:off x="2642286" y="1343610"/>
        <a:ext cx="312866" cy="340789"/>
      </dsp:txXfrm>
    </dsp:sp>
  </dsp:spTree>
</dsp:drawing>
</file>

<file path=ppt/diagrams/layout1.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2024/9/12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2024/9/12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2024/9/12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2024/9/12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2024/9/12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2024/9/12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2024/9/12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2024/9/12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2024/9/12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2024/9/12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2024/9/12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D19EB7-E56C-B2AB-27CA-1BA7A9B74618}"/>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a:p>
        </p:txBody>
      </p:sp>
      <p:sp>
        <p:nvSpPr>
          <p:cNvPr id="3" name="副标题 2">
            <a:extLst>
              <a:ext uri="{FF2B5EF4-FFF2-40B4-BE49-F238E27FC236}">
                <a16:creationId xmlns:a16="http://schemas.microsoft.com/office/drawing/2014/main" id="{2A78E130-5F02-E5AE-B829-EAFC7AD4048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4" name="日期占位符 3">
            <a:extLst>
              <a:ext uri="{FF2B5EF4-FFF2-40B4-BE49-F238E27FC236}">
                <a16:creationId xmlns:a16="http://schemas.microsoft.com/office/drawing/2014/main" id="{2A262DAD-DF7D-02A9-AAAF-8799D1324AB6}"/>
              </a:ext>
            </a:extLst>
          </p:cNvPr>
          <p:cNvSpPr>
            <a:spLocks noGrp="1"/>
          </p:cNvSpPr>
          <p:nvPr>
            <p:ph type="dt" sz="half" idx="10"/>
          </p:nvPr>
        </p:nvSpPr>
        <p:spPr/>
        <p:txBody>
          <a:bodyPr/>
          <a:lstStyle/>
          <a:p>
            <a:fld id="{BC8E66C2-D51E-4CB6-808A-208495DA71F7}" type="datetimeFigureOut">
              <a:rPr lang="en-US" smtClean="0"/>
              <a:t>9/12/2024</a:t>
            </a:fld>
            <a:endParaRPr lang="en-US"/>
          </a:p>
        </p:txBody>
      </p:sp>
      <p:sp>
        <p:nvSpPr>
          <p:cNvPr id="5" name="页脚占位符 4">
            <a:extLst>
              <a:ext uri="{FF2B5EF4-FFF2-40B4-BE49-F238E27FC236}">
                <a16:creationId xmlns:a16="http://schemas.microsoft.com/office/drawing/2014/main" id="{9BB72DAC-F3C7-0B38-6299-93FFDC0A7661}"/>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2D3D13EA-2716-730E-4582-D88905A95D06}"/>
              </a:ext>
            </a:extLst>
          </p:cNvPr>
          <p:cNvSpPr>
            <a:spLocks noGrp="1"/>
          </p:cNvSpPr>
          <p:nvPr>
            <p:ph type="sldNum" sz="quarter" idx="12"/>
          </p:nvPr>
        </p:nvSpPr>
        <p:spPr/>
        <p:txBody>
          <a:bodyPr/>
          <a:lstStyle/>
          <a:p>
            <a:fld id="{CA9D5B39-1303-4DA0-90F7-78656B3E3EDC}" type="slidenum">
              <a:rPr lang="en-US" smtClean="0"/>
              <a:t>‹#›</a:t>
            </a:fld>
            <a:endParaRPr lang="en-US"/>
          </a:p>
        </p:txBody>
      </p:sp>
    </p:spTree>
    <p:extLst>
      <p:ext uri="{BB962C8B-B14F-4D97-AF65-F5344CB8AC3E}">
        <p14:creationId xmlns:p14="http://schemas.microsoft.com/office/powerpoint/2010/main" val="32052378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174E72-C8CE-F4EB-7EBA-9865AA55AE2B}"/>
              </a:ext>
            </a:extLst>
          </p:cNvPr>
          <p:cNvSpPr>
            <a:spLocks noGrp="1"/>
          </p:cNvSpPr>
          <p:nvPr>
            <p:ph type="title"/>
          </p:nvPr>
        </p:nvSpPr>
        <p:spPr/>
        <p:txBody>
          <a:bodyPr/>
          <a:lstStyle/>
          <a:p>
            <a:r>
              <a:rPr lang="zh-CN" altLang="en-US"/>
              <a:t>单击此处编辑母版标题样式</a:t>
            </a:r>
            <a:endParaRPr lang="en-US"/>
          </a:p>
        </p:txBody>
      </p:sp>
      <p:sp>
        <p:nvSpPr>
          <p:cNvPr id="3" name="内容占位符 2">
            <a:extLst>
              <a:ext uri="{FF2B5EF4-FFF2-40B4-BE49-F238E27FC236}">
                <a16:creationId xmlns:a16="http://schemas.microsoft.com/office/drawing/2014/main" id="{359BEF23-488F-74E5-FCC3-482122358C7F}"/>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a:extLst>
              <a:ext uri="{FF2B5EF4-FFF2-40B4-BE49-F238E27FC236}">
                <a16:creationId xmlns:a16="http://schemas.microsoft.com/office/drawing/2014/main" id="{B6D47627-AF51-5BE4-ABB6-E7CC0F4CB739}"/>
              </a:ext>
            </a:extLst>
          </p:cNvPr>
          <p:cNvSpPr>
            <a:spLocks noGrp="1"/>
          </p:cNvSpPr>
          <p:nvPr>
            <p:ph type="dt" sz="half" idx="10"/>
          </p:nvPr>
        </p:nvSpPr>
        <p:spPr/>
        <p:txBody>
          <a:bodyPr/>
          <a:lstStyle/>
          <a:p>
            <a:fld id="{BC8E66C2-D51E-4CB6-808A-208495DA71F7}" type="datetimeFigureOut">
              <a:rPr lang="en-US" smtClean="0"/>
              <a:t>9/12/2024</a:t>
            </a:fld>
            <a:endParaRPr lang="en-US"/>
          </a:p>
        </p:txBody>
      </p:sp>
      <p:sp>
        <p:nvSpPr>
          <p:cNvPr id="5" name="页脚占位符 4">
            <a:extLst>
              <a:ext uri="{FF2B5EF4-FFF2-40B4-BE49-F238E27FC236}">
                <a16:creationId xmlns:a16="http://schemas.microsoft.com/office/drawing/2014/main" id="{42912ACE-55BF-3681-9ED8-6DE21816B0A6}"/>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2EC5E997-164D-C919-B9AB-D1C507B54B66}"/>
              </a:ext>
            </a:extLst>
          </p:cNvPr>
          <p:cNvSpPr>
            <a:spLocks noGrp="1"/>
          </p:cNvSpPr>
          <p:nvPr>
            <p:ph type="sldNum" sz="quarter" idx="12"/>
          </p:nvPr>
        </p:nvSpPr>
        <p:spPr/>
        <p:txBody>
          <a:bodyPr/>
          <a:lstStyle/>
          <a:p>
            <a:fld id="{CA9D5B39-1303-4DA0-90F7-78656B3E3EDC}" type="slidenum">
              <a:rPr lang="en-US" smtClean="0"/>
              <a:t>‹#›</a:t>
            </a:fld>
            <a:endParaRPr lang="en-US"/>
          </a:p>
        </p:txBody>
      </p:sp>
    </p:spTree>
    <p:extLst>
      <p:ext uri="{BB962C8B-B14F-4D97-AF65-F5344CB8AC3E}">
        <p14:creationId xmlns:p14="http://schemas.microsoft.com/office/powerpoint/2010/main" val="2275256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4300D4-380F-63EB-3000-7F710603D8E8}"/>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a:p>
        </p:txBody>
      </p:sp>
      <p:sp>
        <p:nvSpPr>
          <p:cNvPr id="3" name="文本占位符 2">
            <a:extLst>
              <a:ext uri="{FF2B5EF4-FFF2-40B4-BE49-F238E27FC236}">
                <a16:creationId xmlns:a16="http://schemas.microsoft.com/office/drawing/2014/main" id="{443DF859-8237-10AE-1ADD-1E4C6D07596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88CEDDBF-5CA5-54AB-1610-2CF87A4A2478}"/>
              </a:ext>
            </a:extLst>
          </p:cNvPr>
          <p:cNvSpPr>
            <a:spLocks noGrp="1"/>
          </p:cNvSpPr>
          <p:nvPr>
            <p:ph type="dt" sz="half" idx="10"/>
          </p:nvPr>
        </p:nvSpPr>
        <p:spPr/>
        <p:txBody>
          <a:bodyPr/>
          <a:lstStyle/>
          <a:p>
            <a:fld id="{BC8E66C2-D51E-4CB6-808A-208495DA71F7}" type="datetimeFigureOut">
              <a:rPr lang="en-US" smtClean="0"/>
              <a:t>9/12/2024</a:t>
            </a:fld>
            <a:endParaRPr lang="en-US"/>
          </a:p>
        </p:txBody>
      </p:sp>
      <p:sp>
        <p:nvSpPr>
          <p:cNvPr id="5" name="页脚占位符 4">
            <a:extLst>
              <a:ext uri="{FF2B5EF4-FFF2-40B4-BE49-F238E27FC236}">
                <a16:creationId xmlns:a16="http://schemas.microsoft.com/office/drawing/2014/main" id="{63D33DF8-4C34-5C67-90AD-864DE71E2369}"/>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880DC512-74AA-AA93-E62C-C0F9C57C6B9A}"/>
              </a:ext>
            </a:extLst>
          </p:cNvPr>
          <p:cNvSpPr>
            <a:spLocks noGrp="1"/>
          </p:cNvSpPr>
          <p:nvPr>
            <p:ph type="sldNum" sz="quarter" idx="12"/>
          </p:nvPr>
        </p:nvSpPr>
        <p:spPr/>
        <p:txBody>
          <a:bodyPr/>
          <a:lstStyle/>
          <a:p>
            <a:fld id="{CA9D5B39-1303-4DA0-90F7-78656B3E3EDC}" type="slidenum">
              <a:rPr lang="en-US" smtClean="0"/>
              <a:t>‹#›</a:t>
            </a:fld>
            <a:endParaRPr lang="en-US"/>
          </a:p>
        </p:txBody>
      </p:sp>
    </p:spTree>
    <p:extLst>
      <p:ext uri="{BB962C8B-B14F-4D97-AF65-F5344CB8AC3E}">
        <p14:creationId xmlns:p14="http://schemas.microsoft.com/office/powerpoint/2010/main" val="36409055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4B58DD-4446-E51B-0BBD-1B7E99AE4AB7}"/>
              </a:ext>
            </a:extLst>
          </p:cNvPr>
          <p:cNvSpPr>
            <a:spLocks noGrp="1"/>
          </p:cNvSpPr>
          <p:nvPr>
            <p:ph type="title"/>
          </p:nvPr>
        </p:nvSpPr>
        <p:spPr/>
        <p:txBody>
          <a:bodyPr/>
          <a:lstStyle/>
          <a:p>
            <a:r>
              <a:rPr lang="zh-CN" altLang="en-US"/>
              <a:t>单击此处编辑母版标题样式</a:t>
            </a:r>
            <a:endParaRPr lang="en-US"/>
          </a:p>
        </p:txBody>
      </p:sp>
      <p:sp>
        <p:nvSpPr>
          <p:cNvPr id="3" name="内容占位符 2">
            <a:extLst>
              <a:ext uri="{FF2B5EF4-FFF2-40B4-BE49-F238E27FC236}">
                <a16:creationId xmlns:a16="http://schemas.microsoft.com/office/drawing/2014/main" id="{F6B12AC3-0026-8AF0-49F2-C9823150A7C2}"/>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内容占位符 3">
            <a:extLst>
              <a:ext uri="{FF2B5EF4-FFF2-40B4-BE49-F238E27FC236}">
                <a16:creationId xmlns:a16="http://schemas.microsoft.com/office/drawing/2014/main" id="{1BBB2326-25D2-8AE0-A674-EC20241ADA6C}"/>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日期占位符 4">
            <a:extLst>
              <a:ext uri="{FF2B5EF4-FFF2-40B4-BE49-F238E27FC236}">
                <a16:creationId xmlns:a16="http://schemas.microsoft.com/office/drawing/2014/main" id="{E7CD4A85-FFCE-E4AB-ABC5-DA4FEEB002FC}"/>
              </a:ext>
            </a:extLst>
          </p:cNvPr>
          <p:cNvSpPr>
            <a:spLocks noGrp="1"/>
          </p:cNvSpPr>
          <p:nvPr>
            <p:ph type="dt" sz="half" idx="10"/>
          </p:nvPr>
        </p:nvSpPr>
        <p:spPr/>
        <p:txBody>
          <a:bodyPr/>
          <a:lstStyle/>
          <a:p>
            <a:fld id="{BC8E66C2-D51E-4CB6-808A-208495DA71F7}" type="datetimeFigureOut">
              <a:rPr lang="en-US" smtClean="0"/>
              <a:t>9/12/2024</a:t>
            </a:fld>
            <a:endParaRPr lang="en-US"/>
          </a:p>
        </p:txBody>
      </p:sp>
      <p:sp>
        <p:nvSpPr>
          <p:cNvPr id="6" name="页脚占位符 5">
            <a:extLst>
              <a:ext uri="{FF2B5EF4-FFF2-40B4-BE49-F238E27FC236}">
                <a16:creationId xmlns:a16="http://schemas.microsoft.com/office/drawing/2014/main" id="{2B91C0EF-DC23-1061-7B0D-EF92ED1B1804}"/>
              </a:ext>
            </a:extLst>
          </p:cNvPr>
          <p:cNvSpPr>
            <a:spLocks noGrp="1"/>
          </p:cNvSpPr>
          <p:nvPr>
            <p:ph type="ftr" sz="quarter" idx="11"/>
          </p:nvPr>
        </p:nvSpPr>
        <p:spPr/>
        <p:txBody>
          <a:bodyPr/>
          <a:lstStyle/>
          <a:p>
            <a:endParaRPr lang="en-US"/>
          </a:p>
        </p:txBody>
      </p:sp>
      <p:sp>
        <p:nvSpPr>
          <p:cNvPr id="7" name="灯片编号占位符 6">
            <a:extLst>
              <a:ext uri="{FF2B5EF4-FFF2-40B4-BE49-F238E27FC236}">
                <a16:creationId xmlns:a16="http://schemas.microsoft.com/office/drawing/2014/main" id="{08492AE5-7518-D226-E074-8089485C2083}"/>
              </a:ext>
            </a:extLst>
          </p:cNvPr>
          <p:cNvSpPr>
            <a:spLocks noGrp="1"/>
          </p:cNvSpPr>
          <p:nvPr>
            <p:ph type="sldNum" sz="quarter" idx="12"/>
          </p:nvPr>
        </p:nvSpPr>
        <p:spPr/>
        <p:txBody>
          <a:bodyPr/>
          <a:lstStyle/>
          <a:p>
            <a:fld id="{CA9D5B39-1303-4DA0-90F7-78656B3E3EDC}" type="slidenum">
              <a:rPr lang="en-US" smtClean="0"/>
              <a:t>‹#›</a:t>
            </a:fld>
            <a:endParaRPr lang="en-US"/>
          </a:p>
        </p:txBody>
      </p:sp>
    </p:spTree>
    <p:extLst>
      <p:ext uri="{BB962C8B-B14F-4D97-AF65-F5344CB8AC3E}">
        <p14:creationId xmlns:p14="http://schemas.microsoft.com/office/powerpoint/2010/main" val="1981852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5459B9-7544-4295-F889-276101483499}"/>
              </a:ext>
            </a:extLst>
          </p:cNvPr>
          <p:cNvSpPr>
            <a:spLocks noGrp="1"/>
          </p:cNvSpPr>
          <p:nvPr>
            <p:ph type="title"/>
          </p:nvPr>
        </p:nvSpPr>
        <p:spPr>
          <a:xfrm>
            <a:off x="839788" y="365125"/>
            <a:ext cx="10515600" cy="1325563"/>
          </a:xfrm>
        </p:spPr>
        <p:txBody>
          <a:bodyPr/>
          <a:lstStyle/>
          <a:p>
            <a:r>
              <a:rPr lang="zh-CN" altLang="en-US"/>
              <a:t>单击此处编辑母版标题样式</a:t>
            </a:r>
            <a:endParaRPr lang="en-US"/>
          </a:p>
        </p:txBody>
      </p:sp>
      <p:sp>
        <p:nvSpPr>
          <p:cNvPr id="3" name="文本占位符 2">
            <a:extLst>
              <a:ext uri="{FF2B5EF4-FFF2-40B4-BE49-F238E27FC236}">
                <a16:creationId xmlns:a16="http://schemas.microsoft.com/office/drawing/2014/main" id="{2A783CAA-4AB6-5A86-8DA6-1343601BC4A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C2B3D4AF-2B17-2BF9-A921-1AB3C4350033}"/>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文本占位符 4">
            <a:extLst>
              <a:ext uri="{FF2B5EF4-FFF2-40B4-BE49-F238E27FC236}">
                <a16:creationId xmlns:a16="http://schemas.microsoft.com/office/drawing/2014/main" id="{C4B537B6-2795-8375-374D-4F4ED4B58E0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C2004D92-66E8-5A11-9CC3-A196AFFA6347}"/>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7" name="日期占位符 6">
            <a:extLst>
              <a:ext uri="{FF2B5EF4-FFF2-40B4-BE49-F238E27FC236}">
                <a16:creationId xmlns:a16="http://schemas.microsoft.com/office/drawing/2014/main" id="{8EEBE53B-C5FC-34E9-27C9-4E07F56DB0F7}"/>
              </a:ext>
            </a:extLst>
          </p:cNvPr>
          <p:cNvSpPr>
            <a:spLocks noGrp="1"/>
          </p:cNvSpPr>
          <p:nvPr>
            <p:ph type="dt" sz="half" idx="10"/>
          </p:nvPr>
        </p:nvSpPr>
        <p:spPr/>
        <p:txBody>
          <a:bodyPr/>
          <a:lstStyle/>
          <a:p>
            <a:fld id="{BC8E66C2-D51E-4CB6-808A-208495DA71F7}" type="datetimeFigureOut">
              <a:rPr lang="en-US" smtClean="0"/>
              <a:t>9/12/2024</a:t>
            </a:fld>
            <a:endParaRPr lang="en-US"/>
          </a:p>
        </p:txBody>
      </p:sp>
      <p:sp>
        <p:nvSpPr>
          <p:cNvPr id="8" name="页脚占位符 7">
            <a:extLst>
              <a:ext uri="{FF2B5EF4-FFF2-40B4-BE49-F238E27FC236}">
                <a16:creationId xmlns:a16="http://schemas.microsoft.com/office/drawing/2014/main" id="{3AD774DC-C351-FAF5-E2FA-152A93DDBCE9}"/>
              </a:ext>
            </a:extLst>
          </p:cNvPr>
          <p:cNvSpPr>
            <a:spLocks noGrp="1"/>
          </p:cNvSpPr>
          <p:nvPr>
            <p:ph type="ftr" sz="quarter" idx="11"/>
          </p:nvPr>
        </p:nvSpPr>
        <p:spPr/>
        <p:txBody>
          <a:bodyPr/>
          <a:lstStyle/>
          <a:p>
            <a:endParaRPr lang="en-US"/>
          </a:p>
        </p:txBody>
      </p:sp>
      <p:sp>
        <p:nvSpPr>
          <p:cNvPr id="9" name="灯片编号占位符 8">
            <a:extLst>
              <a:ext uri="{FF2B5EF4-FFF2-40B4-BE49-F238E27FC236}">
                <a16:creationId xmlns:a16="http://schemas.microsoft.com/office/drawing/2014/main" id="{992F46CC-9518-5D84-091B-03D13311803F}"/>
              </a:ext>
            </a:extLst>
          </p:cNvPr>
          <p:cNvSpPr>
            <a:spLocks noGrp="1"/>
          </p:cNvSpPr>
          <p:nvPr>
            <p:ph type="sldNum" sz="quarter" idx="12"/>
          </p:nvPr>
        </p:nvSpPr>
        <p:spPr/>
        <p:txBody>
          <a:bodyPr/>
          <a:lstStyle/>
          <a:p>
            <a:fld id="{CA9D5B39-1303-4DA0-90F7-78656B3E3EDC}" type="slidenum">
              <a:rPr lang="en-US" smtClean="0"/>
              <a:t>‹#›</a:t>
            </a:fld>
            <a:endParaRPr lang="en-US"/>
          </a:p>
        </p:txBody>
      </p:sp>
    </p:spTree>
    <p:extLst>
      <p:ext uri="{BB962C8B-B14F-4D97-AF65-F5344CB8AC3E}">
        <p14:creationId xmlns:p14="http://schemas.microsoft.com/office/powerpoint/2010/main" val="42385745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47FE3E-8327-6C90-753A-3993A398CDF9}"/>
              </a:ext>
            </a:extLst>
          </p:cNvPr>
          <p:cNvSpPr>
            <a:spLocks noGrp="1"/>
          </p:cNvSpPr>
          <p:nvPr>
            <p:ph type="title"/>
          </p:nvPr>
        </p:nvSpPr>
        <p:spPr/>
        <p:txBody>
          <a:bodyPr/>
          <a:lstStyle/>
          <a:p>
            <a:r>
              <a:rPr lang="zh-CN" altLang="en-US"/>
              <a:t>单击此处编辑母版标题样式</a:t>
            </a:r>
            <a:endParaRPr lang="en-US"/>
          </a:p>
        </p:txBody>
      </p:sp>
      <p:sp>
        <p:nvSpPr>
          <p:cNvPr id="3" name="日期占位符 2">
            <a:extLst>
              <a:ext uri="{FF2B5EF4-FFF2-40B4-BE49-F238E27FC236}">
                <a16:creationId xmlns:a16="http://schemas.microsoft.com/office/drawing/2014/main" id="{895A8D03-D511-9532-D9C3-957C9DA7BB3D}"/>
              </a:ext>
            </a:extLst>
          </p:cNvPr>
          <p:cNvSpPr>
            <a:spLocks noGrp="1"/>
          </p:cNvSpPr>
          <p:nvPr>
            <p:ph type="dt" sz="half" idx="10"/>
          </p:nvPr>
        </p:nvSpPr>
        <p:spPr/>
        <p:txBody>
          <a:bodyPr/>
          <a:lstStyle/>
          <a:p>
            <a:fld id="{BC8E66C2-D51E-4CB6-808A-208495DA71F7}" type="datetimeFigureOut">
              <a:rPr lang="en-US" smtClean="0"/>
              <a:t>9/12/2024</a:t>
            </a:fld>
            <a:endParaRPr lang="en-US"/>
          </a:p>
        </p:txBody>
      </p:sp>
      <p:sp>
        <p:nvSpPr>
          <p:cNvPr id="4" name="页脚占位符 3">
            <a:extLst>
              <a:ext uri="{FF2B5EF4-FFF2-40B4-BE49-F238E27FC236}">
                <a16:creationId xmlns:a16="http://schemas.microsoft.com/office/drawing/2014/main" id="{E30EE782-9076-7D4D-5F62-CD147F507901}"/>
              </a:ext>
            </a:extLst>
          </p:cNvPr>
          <p:cNvSpPr>
            <a:spLocks noGrp="1"/>
          </p:cNvSpPr>
          <p:nvPr>
            <p:ph type="ftr" sz="quarter" idx="11"/>
          </p:nvPr>
        </p:nvSpPr>
        <p:spPr/>
        <p:txBody>
          <a:bodyPr/>
          <a:lstStyle/>
          <a:p>
            <a:endParaRPr lang="en-US"/>
          </a:p>
        </p:txBody>
      </p:sp>
      <p:sp>
        <p:nvSpPr>
          <p:cNvPr id="5" name="灯片编号占位符 4">
            <a:extLst>
              <a:ext uri="{FF2B5EF4-FFF2-40B4-BE49-F238E27FC236}">
                <a16:creationId xmlns:a16="http://schemas.microsoft.com/office/drawing/2014/main" id="{62CBA431-2FB2-886B-FCDE-1BBE151D9D2A}"/>
              </a:ext>
            </a:extLst>
          </p:cNvPr>
          <p:cNvSpPr>
            <a:spLocks noGrp="1"/>
          </p:cNvSpPr>
          <p:nvPr>
            <p:ph type="sldNum" sz="quarter" idx="12"/>
          </p:nvPr>
        </p:nvSpPr>
        <p:spPr/>
        <p:txBody>
          <a:bodyPr/>
          <a:lstStyle/>
          <a:p>
            <a:fld id="{CA9D5B39-1303-4DA0-90F7-78656B3E3EDC}" type="slidenum">
              <a:rPr lang="en-US" smtClean="0"/>
              <a:t>‹#›</a:t>
            </a:fld>
            <a:endParaRPr lang="en-US"/>
          </a:p>
        </p:txBody>
      </p:sp>
    </p:spTree>
    <p:extLst>
      <p:ext uri="{BB962C8B-B14F-4D97-AF65-F5344CB8AC3E}">
        <p14:creationId xmlns:p14="http://schemas.microsoft.com/office/powerpoint/2010/main" val="386996403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69B0CFAC-E81F-AFEB-D99C-631FB3101BE4}"/>
              </a:ext>
            </a:extLst>
          </p:cNvPr>
          <p:cNvSpPr>
            <a:spLocks noGrp="1"/>
          </p:cNvSpPr>
          <p:nvPr>
            <p:ph type="dt" sz="half" idx="10"/>
          </p:nvPr>
        </p:nvSpPr>
        <p:spPr/>
        <p:txBody>
          <a:bodyPr/>
          <a:lstStyle/>
          <a:p>
            <a:fld id="{BC8E66C2-D51E-4CB6-808A-208495DA71F7}" type="datetimeFigureOut">
              <a:rPr lang="en-US" smtClean="0"/>
              <a:t>9/12/2024</a:t>
            </a:fld>
            <a:endParaRPr lang="en-US"/>
          </a:p>
        </p:txBody>
      </p:sp>
      <p:sp>
        <p:nvSpPr>
          <p:cNvPr id="3" name="页脚占位符 2">
            <a:extLst>
              <a:ext uri="{FF2B5EF4-FFF2-40B4-BE49-F238E27FC236}">
                <a16:creationId xmlns:a16="http://schemas.microsoft.com/office/drawing/2014/main" id="{F2D5AAC0-B61F-7DA0-012A-6292EFF7D2D9}"/>
              </a:ext>
            </a:extLst>
          </p:cNvPr>
          <p:cNvSpPr>
            <a:spLocks noGrp="1"/>
          </p:cNvSpPr>
          <p:nvPr>
            <p:ph type="ftr" sz="quarter" idx="11"/>
          </p:nvPr>
        </p:nvSpPr>
        <p:spPr/>
        <p:txBody>
          <a:bodyPr/>
          <a:lstStyle/>
          <a:p>
            <a:endParaRPr lang="en-US"/>
          </a:p>
        </p:txBody>
      </p:sp>
      <p:sp>
        <p:nvSpPr>
          <p:cNvPr id="4" name="灯片编号占位符 3">
            <a:extLst>
              <a:ext uri="{FF2B5EF4-FFF2-40B4-BE49-F238E27FC236}">
                <a16:creationId xmlns:a16="http://schemas.microsoft.com/office/drawing/2014/main" id="{170D635E-0FAE-EADC-1C57-7FE79B865AEC}"/>
              </a:ext>
            </a:extLst>
          </p:cNvPr>
          <p:cNvSpPr>
            <a:spLocks noGrp="1"/>
          </p:cNvSpPr>
          <p:nvPr>
            <p:ph type="sldNum" sz="quarter" idx="12"/>
          </p:nvPr>
        </p:nvSpPr>
        <p:spPr/>
        <p:txBody>
          <a:bodyPr/>
          <a:lstStyle/>
          <a:p>
            <a:fld id="{CA9D5B39-1303-4DA0-90F7-78656B3E3EDC}" type="slidenum">
              <a:rPr lang="en-US" smtClean="0"/>
              <a:t>‹#›</a:t>
            </a:fld>
            <a:endParaRPr lang="en-US"/>
          </a:p>
        </p:txBody>
      </p:sp>
    </p:spTree>
    <p:extLst>
      <p:ext uri="{BB962C8B-B14F-4D97-AF65-F5344CB8AC3E}">
        <p14:creationId xmlns:p14="http://schemas.microsoft.com/office/powerpoint/2010/main" val="139671773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FBA173D-DD44-AE57-9135-4DCFAD459F66}"/>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a:p>
        </p:txBody>
      </p:sp>
      <p:sp>
        <p:nvSpPr>
          <p:cNvPr id="3" name="内容占位符 2">
            <a:extLst>
              <a:ext uri="{FF2B5EF4-FFF2-40B4-BE49-F238E27FC236}">
                <a16:creationId xmlns:a16="http://schemas.microsoft.com/office/drawing/2014/main" id="{33980B44-9216-EFBC-F758-AC4270B6576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文本占位符 3">
            <a:extLst>
              <a:ext uri="{FF2B5EF4-FFF2-40B4-BE49-F238E27FC236}">
                <a16:creationId xmlns:a16="http://schemas.microsoft.com/office/drawing/2014/main" id="{CDF549BD-F071-1C64-3C37-04A8D18DC4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08CC254F-1BEB-350B-A22B-2E7640F3B919}"/>
              </a:ext>
            </a:extLst>
          </p:cNvPr>
          <p:cNvSpPr>
            <a:spLocks noGrp="1"/>
          </p:cNvSpPr>
          <p:nvPr>
            <p:ph type="dt" sz="half" idx="10"/>
          </p:nvPr>
        </p:nvSpPr>
        <p:spPr/>
        <p:txBody>
          <a:bodyPr/>
          <a:lstStyle/>
          <a:p>
            <a:fld id="{BC8E66C2-D51E-4CB6-808A-208495DA71F7}" type="datetimeFigureOut">
              <a:rPr lang="en-US" smtClean="0"/>
              <a:t>9/12/2024</a:t>
            </a:fld>
            <a:endParaRPr lang="en-US"/>
          </a:p>
        </p:txBody>
      </p:sp>
      <p:sp>
        <p:nvSpPr>
          <p:cNvPr id="6" name="页脚占位符 5">
            <a:extLst>
              <a:ext uri="{FF2B5EF4-FFF2-40B4-BE49-F238E27FC236}">
                <a16:creationId xmlns:a16="http://schemas.microsoft.com/office/drawing/2014/main" id="{2036F942-006D-E53A-B2D4-FD96459FE388}"/>
              </a:ext>
            </a:extLst>
          </p:cNvPr>
          <p:cNvSpPr>
            <a:spLocks noGrp="1"/>
          </p:cNvSpPr>
          <p:nvPr>
            <p:ph type="ftr" sz="quarter" idx="11"/>
          </p:nvPr>
        </p:nvSpPr>
        <p:spPr/>
        <p:txBody>
          <a:bodyPr/>
          <a:lstStyle/>
          <a:p>
            <a:endParaRPr lang="en-US"/>
          </a:p>
        </p:txBody>
      </p:sp>
      <p:sp>
        <p:nvSpPr>
          <p:cNvPr id="7" name="灯片编号占位符 6">
            <a:extLst>
              <a:ext uri="{FF2B5EF4-FFF2-40B4-BE49-F238E27FC236}">
                <a16:creationId xmlns:a16="http://schemas.microsoft.com/office/drawing/2014/main" id="{E70482DB-30FD-ABA6-B8FE-A1F5993EF8AB}"/>
              </a:ext>
            </a:extLst>
          </p:cNvPr>
          <p:cNvSpPr>
            <a:spLocks noGrp="1"/>
          </p:cNvSpPr>
          <p:nvPr>
            <p:ph type="sldNum" sz="quarter" idx="12"/>
          </p:nvPr>
        </p:nvSpPr>
        <p:spPr/>
        <p:txBody>
          <a:bodyPr/>
          <a:lstStyle/>
          <a:p>
            <a:fld id="{CA9D5B39-1303-4DA0-90F7-78656B3E3EDC}" type="slidenum">
              <a:rPr lang="en-US" smtClean="0"/>
              <a:t>‹#›</a:t>
            </a:fld>
            <a:endParaRPr lang="en-US"/>
          </a:p>
        </p:txBody>
      </p:sp>
    </p:spTree>
    <p:extLst>
      <p:ext uri="{BB962C8B-B14F-4D97-AF65-F5344CB8AC3E}">
        <p14:creationId xmlns:p14="http://schemas.microsoft.com/office/powerpoint/2010/main" val="41693520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FC313B6-28B7-ABF9-32A2-772AE3D4DD5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a:p>
        </p:txBody>
      </p:sp>
      <p:sp>
        <p:nvSpPr>
          <p:cNvPr id="3" name="图片占位符 2">
            <a:extLst>
              <a:ext uri="{FF2B5EF4-FFF2-40B4-BE49-F238E27FC236}">
                <a16:creationId xmlns:a16="http://schemas.microsoft.com/office/drawing/2014/main" id="{E9E21F63-B6CE-E2A2-9E37-2CAB5B4F6C6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文本占位符 3">
            <a:extLst>
              <a:ext uri="{FF2B5EF4-FFF2-40B4-BE49-F238E27FC236}">
                <a16:creationId xmlns:a16="http://schemas.microsoft.com/office/drawing/2014/main" id="{2E83E5D6-52A2-45D7-B55B-369A2C2B1C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8516D45-B871-EF03-152A-3A1F77C055FA}"/>
              </a:ext>
            </a:extLst>
          </p:cNvPr>
          <p:cNvSpPr>
            <a:spLocks noGrp="1"/>
          </p:cNvSpPr>
          <p:nvPr>
            <p:ph type="dt" sz="half" idx="10"/>
          </p:nvPr>
        </p:nvSpPr>
        <p:spPr/>
        <p:txBody>
          <a:bodyPr/>
          <a:lstStyle/>
          <a:p>
            <a:fld id="{BC8E66C2-D51E-4CB6-808A-208495DA71F7}" type="datetimeFigureOut">
              <a:rPr lang="en-US" smtClean="0"/>
              <a:t>9/12/2024</a:t>
            </a:fld>
            <a:endParaRPr lang="en-US"/>
          </a:p>
        </p:txBody>
      </p:sp>
      <p:sp>
        <p:nvSpPr>
          <p:cNvPr id="6" name="页脚占位符 5">
            <a:extLst>
              <a:ext uri="{FF2B5EF4-FFF2-40B4-BE49-F238E27FC236}">
                <a16:creationId xmlns:a16="http://schemas.microsoft.com/office/drawing/2014/main" id="{84807732-EAEB-7103-2EDE-4D827DB00FF9}"/>
              </a:ext>
            </a:extLst>
          </p:cNvPr>
          <p:cNvSpPr>
            <a:spLocks noGrp="1"/>
          </p:cNvSpPr>
          <p:nvPr>
            <p:ph type="ftr" sz="quarter" idx="11"/>
          </p:nvPr>
        </p:nvSpPr>
        <p:spPr/>
        <p:txBody>
          <a:bodyPr/>
          <a:lstStyle/>
          <a:p>
            <a:endParaRPr lang="en-US"/>
          </a:p>
        </p:txBody>
      </p:sp>
      <p:sp>
        <p:nvSpPr>
          <p:cNvPr id="7" name="灯片编号占位符 6">
            <a:extLst>
              <a:ext uri="{FF2B5EF4-FFF2-40B4-BE49-F238E27FC236}">
                <a16:creationId xmlns:a16="http://schemas.microsoft.com/office/drawing/2014/main" id="{876B3820-6E13-040B-2F37-08F7BB3BEA1D}"/>
              </a:ext>
            </a:extLst>
          </p:cNvPr>
          <p:cNvSpPr>
            <a:spLocks noGrp="1"/>
          </p:cNvSpPr>
          <p:nvPr>
            <p:ph type="sldNum" sz="quarter" idx="12"/>
          </p:nvPr>
        </p:nvSpPr>
        <p:spPr/>
        <p:txBody>
          <a:bodyPr/>
          <a:lstStyle/>
          <a:p>
            <a:fld id="{CA9D5B39-1303-4DA0-90F7-78656B3E3EDC}" type="slidenum">
              <a:rPr lang="en-US" smtClean="0"/>
              <a:t>‹#›</a:t>
            </a:fld>
            <a:endParaRPr lang="en-US"/>
          </a:p>
        </p:txBody>
      </p:sp>
    </p:spTree>
    <p:extLst>
      <p:ext uri="{BB962C8B-B14F-4D97-AF65-F5344CB8AC3E}">
        <p14:creationId xmlns:p14="http://schemas.microsoft.com/office/powerpoint/2010/main" val="74900357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3CEC06-65F4-524F-B751-ABE0CCEC0B41}"/>
              </a:ext>
            </a:extLst>
          </p:cNvPr>
          <p:cNvSpPr>
            <a:spLocks noGrp="1"/>
          </p:cNvSpPr>
          <p:nvPr>
            <p:ph type="title"/>
          </p:nvPr>
        </p:nvSpPr>
        <p:spPr/>
        <p:txBody>
          <a:bodyPr/>
          <a:lstStyle/>
          <a:p>
            <a:r>
              <a:rPr lang="zh-CN" altLang="en-US"/>
              <a:t>单击此处编辑母版标题样式</a:t>
            </a:r>
            <a:endParaRPr lang="en-US"/>
          </a:p>
        </p:txBody>
      </p:sp>
      <p:sp>
        <p:nvSpPr>
          <p:cNvPr id="3" name="竖排文字占位符 2">
            <a:extLst>
              <a:ext uri="{FF2B5EF4-FFF2-40B4-BE49-F238E27FC236}">
                <a16:creationId xmlns:a16="http://schemas.microsoft.com/office/drawing/2014/main" id="{B59C1488-03CC-21F8-439E-DBC9CA6E34F7}"/>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a:extLst>
              <a:ext uri="{FF2B5EF4-FFF2-40B4-BE49-F238E27FC236}">
                <a16:creationId xmlns:a16="http://schemas.microsoft.com/office/drawing/2014/main" id="{74D51814-BECB-25D8-80B2-4F691572CAE2}"/>
              </a:ext>
            </a:extLst>
          </p:cNvPr>
          <p:cNvSpPr>
            <a:spLocks noGrp="1"/>
          </p:cNvSpPr>
          <p:nvPr>
            <p:ph type="dt" sz="half" idx="10"/>
          </p:nvPr>
        </p:nvSpPr>
        <p:spPr/>
        <p:txBody>
          <a:bodyPr/>
          <a:lstStyle/>
          <a:p>
            <a:fld id="{BC8E66C2-D51E-4CB6-808A-208495DA71F7}" type="datetimeFigureOut">
              <a:rPr lang="en-US" smtClean="0"/>
              <a:t>9/12/2024</a:t>
            </a:fld>
            <a:endParaRPr lang="en-US"/>
          </a:p>
        </p:txBody>
      </p:sp>
      <p:sp>
        <p:nvSpPr>
          <p:cNvPr id="5" name="页脚占位符 4">
            <a:extLst>
              <a:ext uri="{FF2B5EF4-FFF2-40B4-BE49-F238E27FC236}">
                <a16:creationId xmlns:a16="http://schemas.microsoft.com/office/drawing/2014/main" id="{D649D6CA-FDF4-A7CB-DF54-0A09562D287A}"/>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D13FB351-9AB1-A59E-CC10-A01F36F536AA}"/>
              </a:ext>
            </a:extLst>
          </p:cNvPr>
          <p:cNvSpPr>
            <a:spLocks noGrp="1"/>
          </p:cNvSpPr>
          <p:nvPr>
            <p:ph type="sldNum" sz="quarter" idx="12"/>
          </p:nvPr>
        </p:nvSpPr>
        <p:spPr/>
        <p:txBody>
          <a:bodyPr/>
          <a:lstStyle/>
          <a:p>
            <a:fld id="{CA9D5B39-1303-4DA0-90F7-78656B3E3EDC}" type="slidenum">
              <a:rPr lang="en-US" smtClean="0"/>
              <a:t>‹#›</a:t>
            </a:fld>
            <a:endParaRPr lang="en-US"/>
          </a:p>
        </p:txBody>
      </p:sp>
    </p:spTree>
    <p:extLst>
      <p:ext uri="{BB962C8B-B14F-4D97-AF65-F5344CB8AC3E}">
        <p14:creationId xmlns:p14="http://schemas.microsoft.com/office/powerpoint/2010/main" val="405378320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8531320F-ED8E-CD02-3CA9-6EB11269205C}"/>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a:p>
        </p:txBody>
      </p:sp>
      <p:sp>
        <p:nvSpPr>
          <p:cNvPr id="3" name="竖排文字占位符 2">
            <a:extLst>
              <a:ext uri="{FF2B5EF4-FFF2-40B4-BE49-F238E27FC236}">
                <a16:creationId xmlns:a16="http://schemas.microsoft.com/office/drawing/2014/main" id="{A88DBC02-AB8B-FB57-26D4-7D1B038602AD}"/>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a:extLst>
              <a:ext uri="{FF2B5EF4-FFF2-40B4-BE49-F238E27FC236}">
                <a16:creationId xmlns:a16="http://schemas.microsoft.com/office/drawing/2014/main" id="{F2B4198F-870F-77E4-29E3-95C1C43A1A1D}"/>
              </a:ext>
            </a:extLst>
          </p:cNvPr>
          <p:cNvSpPr>
            <a:spLocks noGrp="1"/>
          </p:cNvSpPr>
          <p:nvPr>
            <p:ph type="dt" sz="half" idx="10"/>
          </p:nvPr>
        </p:nvSpPr>
        <p:spPr/>
        <p:txBody>
          <a:bodyPr/>
          <a:lstStyle/>
          <a:p>
            <a:fld id="{BC8E66C2-D51E-4CB6-808A-208495DA71F7}" type="datetimeFigureOut">
              <a:rPr lang="en-US" smtClean="0"/>
              <a:t>9/12/2024</a:t>
            </a:fld>
            <a:endParaRPr lang="en-US"/>
          </a:p>
        </p:txBody>
      </p:sp>
      <p:sp>
        <p:nvSpPr>
          <p:cNvPr id="5" name="页脚占位符 4">
            <a:extLst>
              <a:ext uri="{FF2B5EF4-FFF2-40B4-BE49-F238E27FC236}">
                <a16:creationId xmlns:a16="http://schemas.microsoft.com/office/drawing/2014/main" id="{B668165B-0D85-61B5-2201-D01298441D6C}"/>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CDC59A3C-F256-5E23-2D1F-94D5F7338C58}"/>
              </a:ext>
            </a:extLst>
          </p:cNvPr>
          <p:cNvSpPr>
            <a:spLocks noGrp="1"/>
          </p:cNvSpPr>
          <p:nvPr>
            <p:ph type="sldNum" sz="quarter" idx="12"/>
          </p:nvPr>
        </p:nvSpPr>
        <p:spPr/>
        <p:txBody>
          <a:bodyPr/>
          <a:lstStyle/>
          <a:p>
            <a:fld id="{CA9D5B39-1303-4DA0-90F7-78656B3E3EDC}" type="slidenum">
              <a:rPr lang="en-US" smtClean="0"/>
              <a:t>‹#›</a:t>
            </a:fld>
            <a:endParaRPr lang="en-US"/>
          </a:p>
        </p:txBody>
      </p:sp>
    </p:spTree>
    <p:extLst>
      <p:ext uri="{BB962C8B-B14F-4D97-AF65-F5344CB8AC3E}">
        <p14:creationId xmlns:p14="http://schemas.microsoft.com/office/powerpoint/2010/main" val="2470893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2024/9/12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89B86391-569B-0443-23A0-A98DA09B21D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a:p>
        </p:txBody>
      </p:sp>
      <p:sp>
        <p:nvSpPr>
          <p:cNvPr id="3" name="文本占位符 2">
            <a:extLst>
              <a:ext uri="{FF2B5EF4-FFF2-40B4-BE49-F238E27FC236}">
                <a16:creationId xmlns:a16="http://schemas.microsoft.com/office/drawing/2014/main" id="{6DE77951-7917-C4C1-A4AE-FCDFC196B96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a:extLst>
              <a:ext uri="{FF2B5EF4-FFF2-40B4-BE49-F238E27FC236}">
                <a16:creationId xmlns:a16="http://schemas.microsoft.com/office/drawing/2014/main" id="{B2E5717F-4609-56ED-B512-2065EADED6E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C8E66C2-D51E-4CB6-808A-208495DA71F7}" type="datetimeFigureOut">
              <a:rPr lang="en-US" smtClean="0"/>
              <a:t>9/12/2024</a:t>
            </a:fld>
            <a:endParaRPr lang="en-US"/>
          </a:p>
        </p:txBody>
      </p:sp>
      <p:sp>
        <p:nvSpPr>
          <p:cNvPr id="5" name="页脚占位符 4">
            <a:extLst>
              <a:ext uri="{FF2B5EF4-FFF2-40B4-BE49-F238E27FC236}">
                <a16:creationId xmlns:a16="http://schemas.microsoft.com/office/drawing/2014/main" id="{6E14DC9E-5B5B-EC15-9589-03D3F0053AF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灯片编号占位符 5">
            <a:extLst>
              <a:ext uri="{FF2B5EF4-FFF2-40B4-BE49-F238E27FC236}">
                <a16:creationId xmlns:a16="http://schemas.microsoft.com/office/drawing/2014/main" id="{7FD5BD53-F6BD-71BC-EC1C-111A2DBAA7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A9D5B39-1303-4DA0-90F7-78656B3E3EDC}" type="slidenum">
              <a:rPr lang="en-US" smtClean="0"/>
              <a:t>‹#›</a:t>
            </a:fld>
            <a:endParaRPr lang="en-US"/>
          </a:p>
        </p:txBody>
      </p:sp>
    </p:spTree>
    <p:extLst>
      <p:ext uri="{BB962C8B-B14F-4D97-AF65-F5344CB8AC3E}">
        <p14:creationId xmlns:p14="http://schemas.microsoft.com/office/powerpoint/2010/main" val="173211532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3.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423353"/>
            <a:ext cx="9144000" cy="2387600"/>
          </a:xfrm>
        </p:spPr>
        <p:txBody>
          <a:bodyPr/>
          <a:lstStyle/>
          <a:p>
            <a:r>
              <a:rPr lang="en-US" altLang="zh-CN" dirty="0"/>
              <a:t>Motion Exercise 2</a:t>
            </a:r>
            <a:br>
              <a:rPr lang="en-US" altLang="zh-CN" dirty="0"/>
            </a:br>
            <a:endParaRPr lang="en-US" altLang="zh-CN" dirty="0"/>
          </a:p>
        </p:txBody>
      </p:sp>
      <p:sp>
        <p:nvSpPr>
          <p:cNvPr id="3" name="副标题 2">
            <a:extLst>
              <a:ext uri="{FF2B5EF4-FFF2-40B4-BE49-F238E27FC236}">
                <a16:creationId xmlns:a16="http://schemas.microsoft.com/office/drawing/2014/main" id="{259DDC48-A952-2427-19F5-A2F795A63AE1}"/>
              </a:ext>
            </a:extLst>
          </p:cNvPr>
          <p:cNvSpPr>
            <a:spLocks noGrp="1"/>
          </p:cNvSpPr>
          <p:nvPr>
            <p:ph type="subTitle" idx="1"/>
          </p:nvPr>
        </p:nvSpPr>
        <p:spPr>
          <a:xfrm>
            <a:off x="1524000" y="3602038"/>
            <a:ext cx="9144000" cy="1655762"/>
          </a:xfrm>
        </p:spPr>
        <p:txBody>
          <a:bodyPr>
            <a:normAutofit/>
          </a:bodyPr>
          <a:lstStyle/>
          <a:p>
            <a:r>
              <a:rPr lang="en-US" sz="5400" b="1" dirty="0"/>
              <a:t>Positioning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179BC2C-D305-73AA-D7E1-E757B7B9DDDA}"/>
              </a:ext>
            </a:extLst>
          </p:cNvPr>
          <p:cNvPicPr>
            <a:picLocks noChangeAspect="1"/>
          </p:cNvPicPr>
          <p:nvPr/>
        </p:nvPicPr>
        <p:blipFill>
          <a:blip r:embed="rId2"/>
          <a:stretch>
            <a:fillRect/>
          </a:stretch>
        </p:blipFill>
        <p:spPr>
          <a:xfrm>
            <a:off x="465360" y="1233714"/>
            <a:ext cx="11261279" cy="4775200"/>
          </a:xfrm>
          <a:prstGeom prst="rect">
            <a:avLst/>
          </a:prstGeom>
        </p:spPr>
      </p:pic>
      <p:sp>
        <p:nvSpPr>
          <p:cNvPr id="6" name="标题 1">
            <a:extLst>
              <a:ext uri="{FF2B5EF4-FFF2-40B4-BE49-F238E27FC236}">
                <a16:creationId xmlns:a16="http://schemas.microsoft.com/office/drawing/2014/main" id="{C76FF731-3ABC-07E8-56AE-93035A940370}"/>
              </a:ext>
            </a:extLst>
          </p:cNvPr>
          <p:cNvSpPr>
            <a:spLocks noGrp="1"/>
          </p:cNvSpPr>
          <p:nvPr>
            <p:ph type="title"/>
          </p:nvPr>
        </p:nvSpPr>
        <p:spPr>
          <a:xfrm>
            <a:off x="600527" y="265339"/>
            <a:ext cx="10990944" cy="866775"/>
          </a:xfrm>
        </p:spPr>
        <p:txBody>
          <a:bodyPr>
            <a:normAutofit fontScale="90000"/>
          </a:bodyPr>
          <a:lstStyle/>
          <a:p>
            <a:r>
              <a:rPr lang="en-US" altLang="zh-CN" dirty="0"/>
              <a:t>Device used: 4 SIM. 10-01 and Inputs and Outputs</a:t>
            </a:r>
            <a:endParaRPr lang="zh-CN" altLang="en-US" dirty="0"/>
          </a:p>
        </p:txBody>
      </p:sp>
    </p:spTree>
    <p:extLst>
      <p:ext uri="{BB962C8B-B14F-4D97-AF65-F5344CB8AC3E}">
        <p14:creationId xmlns:p14="http://schemas.microsoft.com/office/powerpoint/2010/main" val="12132777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DC3C516F-5EFD-1AAF-3E85-B62F3D7ECCA6}"/>
              </a:ext>
            </a:extLst>
          </p:cNvPr>
          <p:cNvGrpSpPr/>
          <p:nvPr/>
        </p:nvGrpSpPr>
        <p:grpSpPr>
          <a:xfrm>
            <a:off x="188686" y="108857"/>
            <a:ext cx="11814627" cy="6749143"/>
            <a:chOff x="188686" y="108857"/>
            <a:chExt cx="11814627" cy="6749143"/>
          </a:xfrm>
        </p:grpSpPr>
        <p:sp>
          <p:nvSpPr>
            <p:cNvPr id="6" name="Rectangle: Rounded Corners 5">
              <a:extLst>
                <a:ext uri="{FF2B5EF4-FFF2-40B4-BE49-F238E27FC236}">
                  <a16:creationId xmlns:a16="http://schemas.microsoft.com/office/drawing/2014/main" id="{9BF8082E-1DE9-8A9F-F366-BF2A99DA6D1C}"/>
                </a:ext>
              </a:extLst>
            </p:cNvPr>
            <p:cNvSpPr/>
            <p:nvPr/>
          </p:nvSpPr>
          <p:spPr>
            <a:xfrm>
              <a:off x="188686" y="108857"/>
              <a:ext cx="11814627" cy="6749143"/>
            </a:xfrm>
            <a:prstGeom prst="round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nvGrpSpPr>
            <p:cNvPr id="7" name="Group 6">
              <a:extLst>
                <a:ext uri="{FF2B5EF4-FFF2-40B4-BE49-F238E27FC236}">
                  <a16:creationId xmlns:a16="http://schemas.microsoft.com/office/drawing/2014/main" id="{DC0D79F2-5757-E9D3-30FC-38A76D9D2935}"/>
                </a:ext>
              </a:extLst>
            </p:cNvPr>
            <p:cNvGrpSpPr/>
            <p:nvPr/>
          </p:nvGrpSpPr>
          <p:grpSpPr>
            <a:xfrm>
              <a:off x="748759" y="634466"/>
              <a:ext cx="10224040" cy="5697923"/>
              <a:chOff x="748759" y="634466"/>
              <a:chExt cx="10224040" cy="5697923"/>
            </a:xfrm>
          </p:grpSpPr>
          <p:grpSp>
            <p:nvGrpSpPr>
              <p:cNvPr id="15" name="Group 14">
                <a:extLst>
                  <a:ext uri="{FF2B5EF4-FFF2-40B4-BE49-F238E27FC236}">
                    <a16:creationId xmlns:a16="http://schemas.microsoft.com/office/drawing/2014/main" id="{4C566A4D-B7CE-C2A7-DEBD-C76FFF05BB79}"/>
                  </a:ext>
                </a:extLst>
              </p:cNvPr>
              <p:cNvGrpSpPr/>
              <p:nvPr/>
            </p:nvGrpSpPr>
            <p:grpSpPr>
              <a:xfrm>
                <a:off x="748759" y="634466"/>
                <a:ext cx="10224040" cy="5697923"/>
                <a:chOff x="632645" y="942363"/>
                <a:chExt cx="10224040" cy="5697923"/>
              </a:xfrm>
            </p:grpSpPr>
            <p:pic>
              <p:nvPicPr>
                <p:cNvPr id="5" name="Picture 4">
                  <a:extLst>
                    <a:ext uri="{FF2B5EF4-FFF2-40B4-BE49-F238E27FC236}">
                      <a16:creationId xmlns:a16="http://schemas.microsoft.com/office/drawing/2014/main" id="{F36427CE-13EE-F565-77CF-600B5EAB60B6}"/>
                    </a:ext>
                  </a:extLst>
                </p:cNvPr>
                <p:cNvPicPr>
                  <a:picLocks noChangeAspect="1"/>
                </p:cNvPicPr>
                <p:nvPr/>
              </p:nvPicPr>
              <p:blipFill>
                <a:blip r:embed="rId2"/>
                <a:stretch>
                  <a:fillRect/>
                </a:stretch>
              </p:blipFill>
              <p:spPr>
                <a:xfrm>
                  <a:off x="763275" y="991086"/>
                  <a:ext cx="10093410" cy="5649200"/>
                </a:xfrm>
                <a:prstGeom prst="rect">
                  <a:avLst/>
                </a:prstGeom>
              </p:spPr>
            </p:pic>
            <p:grpSp>
              <p:nvGrpSpPr>
                <p:cNvPr id="14" name="Group 13">
                  <a:extLst>
                    <a:ext uri="{FF2B5EF4-FFF2-40B4-BE49-F238E27FC236}">
                      <a16:creationId xmlns:a16="http://schemas.microsoft.com/office/drawing/2014/main" id="{4971AF13-20BE-7895-13A3-A50D32720B20}"/>
                    </a:ext>
                  </a:extLst>
                </p:cNvPr>
                <p:cNvGrpSpPr/>
                <p:nvPr/>
              </p:nvGrpSpPr>
              <p:grpSpPr>
                <a:xfrm>
                  <a:off x="632645" y="942363"/>
                  <a:ext cx="9977297" cy="4174629"/>
                  <a:chOff x="632645" y="942363"/>
                  <a:chExt cx="9977297" cy="4174629"/>
                </a:xfrm>
              </p:grpSpPr>
              <p:sp>
                <p:nvSpPr>
                  <p:cNvPr id="8" name="TextBox 7">
                    <a:extLst>
                      <a:ext uri="{FF2B5EF4-FFF2-40B4-BE49-F238E27FC236}">
                        <a16:creationId xmlns:a16="http://schemas.microsoft.com/office/drawing/2014/main" id="{55AD64B0-0E72-B78F-2302-A5077F70B6FD}"/>
                      </a:ext>
                    </a:extLst>
                  </p:cNvPr>
                  <p:cNvSpPr txBox="1"/>
                  <p:nvPr/>
                </p:nvSpPr>
                <p:spPr>
                  <a:xfrm>
                    <a:off x="632645" y="942363"/>
                    <a:ext cx="5177335" cy="70788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prstClr val="black"/>
                        </a:solidFill>
                        <a:effectLst/>
                        <a:highlight>
                          <a:srgbClr val="00FF00"/>
                        </a:highlight>
                        <a:uLnTx/>
                        <a:uFillTx/>
                        <a:latin typeface="Aptos" panose="02110004020202020204"/>
                        <a:ea typeface="+mn-ea"/>
                        <a:cs typeface="+mn-cs"/>
                      </a:rPr>
                      <a:t>MACHINE_CONTROL</a:t>
                    </a:r>
                    <a:endParaRPr kumimoji="0" lang="en-US" sz="4000" b="0" i="0" u="none" strike="noStrike" kern="1200" cap="none" spc="0" normalizeH="0" baseline="0" noProof="0" dirty="0">
                      <a:ln>
                        <a:noFill/>
                      </a:ln>
                      <a:solidFill>
                        <a:prstClr val="black"/>
                      </a:solidFill>
                      <a:effectLst/>
                      <a:highlight>
                        <a:srgbClr val="00FF00"/>
                      </a:highlight>
                      <a:uLnTx/>
                      <a:uFillTx/>
                      <a:latin typeface="Aptos" panose="02110004020202020204"/>
                      <a:ea typeface="+mn-ea"/>
                      <a:cs typeface="+mn-cs"/>
                    </a:endParaRPr>
                  </a:p>
                </p:txBody>
              </p:sp>
              <p:sp>
                <p:nvSpPr>
                  <p:cNvPr id="10" name="TextBox 9">
                    <a:extLst>
                      <a:ext uri="{FF2B5EF4-FFF2-40B4-BE49-F238E27FC236}">
                        <a16:creationId xmlns:a16="http://schemas.microsoft.com/office/drawing/2014/main" id="{EBBC2F36-6BD3-07A2-14CF-1BF26A77EA67}"/>
                      </a:ext>
                    </a:extLst>
                  </p:cNvPr>
                  <p:cNvSpPr txBox="1"/>
                  <p:nvPr/>
                </p:nvSpPr>
                <p:spPr>
                  <a:xfrm>
                    <a:off x="763275" y="4532217"/>
                    <a:ext cx="4519926"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black"/>
                        </a:solidFill>
                        <a:effectLst/>
                        <a:highlight>
                          <a:srgbClr val="FF00FF"/>
                        </a:highlight>
                        <a:uLnTx/>
                        <a:uFillTx/>
                        <a:latin typeface="Aptos" panose="02110004020202020204"/>
                        <a:ea typeface="+mn-ea"/>
                        <a:cs typeface="+mn-cs"/>
                      </a:rPr>
                      <a:t>CONVEYOR_CONTORL</a:t>
                    </a:r>
                    <a:endParaRPr kumimoji="0" lang="en-US" sz="3200" b="0" i="0" u="none" strike="noStrike" kern="1200" cap="none" spc="0" normalizeH="0" baseline="0" noProof="0" dirty="0">
                      <a:ln>
                        <a:noFill/>
                      </a:ln>
                      <a:solidFill>
                        <a:prstClr val="black"/>
                      </a:solidFill>
                      <a:effectLst/>
                      <a:highlight>
                        <a:srgbClr val="FF00FF"/>
                      </a:highlight>
                      <a:uLnTx/>
                      <a:uFillTx/>
                      <a:latin typeface="Aptos" panose="02110004020202020204"/>
                      <a:ea typeface="+mn-ea"/>
                      <a:cs typeface="+mn-cs"/>
                    </a:endParaRPr>
                  </a:p>
                </p:txBody>
              </p:sp>
              <p:sp>
                <p:nvSpPr>
                  <p:cNvPr id="12" name="TextBox 11">
                    <a:extLst>
                      <a:ext uri="{FF2B5EF4-FFF2-40B4-BE49-F238E27FC236}">
                        <a16:creationId xmlns:a16="http://schemas.microsoft.com/office/drawing/2014/main" id="{8279C074-08D7-24A6-1A84-285321C70AB4}"/>
                      </a:ext>
                    </a:extLst>
                  </p:cNvPr>
                  <p:cNvSpPr txBox="1"/>
                  <p:nvPr/>
                </p:nvSpPr>
                <p:spPr>
                  <a:xfrm>
                    <a:off x="6763654" y="1296306"/>
                    <a:ext cx="3846288"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black"/>
                        </a:solidFill>
                        <a:effectLst/>
                        <a:highlight>
                          <a:srgbClr val="FF0000"/>
                        </a:highlight>
                        <a:uLnTx/>
                        <a:uFillTx/>
                        <a:latin typeface="Aptos" panose="02110004020202020204"/>
                        <a:ea typeface="+mn-ea"/>
                        <a:cs typeface="+mn-cs"/>
                      </a:rPr>
                      <a:t>CUTTER_CONTOL</a:t>
                    </a:r>
                    <a:endParaRPr kumimoji="0" lang="en-US" sz="3600" b="0" i="0" u="none" strike="noStrike" kern="1200" cap="none" spc="0" normalizeH="0" baseline="0" noProof="0" dirty="0">
                      <a:ln>
                        <a:noFill/>
                      </a:ln>
                      <a:solidFill>
                        <a:prstClr val="black"/>
                      </a:solidFill>
                      <a:effectLst/>
                      <a:highlight>
                        <a:srgbClr val="FF0000"/>
                      </a:highlight>
                      <a:uLnTx/>
                      <a:uFillTx/>
                      <a:latin typeface="Aptos" panose="02110004020202020204"/>
                      <a:ea typeface="+mn-ea"/>
                      <a:cs typeface="+mn-cs"/>
                    </a:endParaRPr>
                  </a:p>
                </p:txBody>
              </p:sp>
            </p:grpSp>
          </p:grpSp>
          <p:pic>
            <p:nvPicPr>
              <p:cNvPr id="3" name="Picture 2">
                <a:extLst>
                  <a:ext uri="{FF2B5EF4-FFF2-40B4-BE49-F238E27FC236}">
                    <a16:creationId xmlns:a16="http://schemas.microsoft.com/office/drawing/2014/main" id="{4679DE7D-FAA9-2D7D-38DE-6B2D47BD2AD8}"/>
                  </a:ext>
                </a:extLst>
              </p:cNvPr>
              <p:cNvPicPr>
                <a:picLocks noChangeAspect="1"/>
              </p:cNvPicPr>
              <p:nvPr/>
            </p:nvPicPr>
            <p:blipFill>
              <a:blip r:embed="rId3"/>
              <a:stretch>
                <a:fillRect/>
              </a:stretch>
            </p:blipFill>
            <p:spPr>
              <a:xfrm>
                <a:off x="8677895" y="1634740"/>
                <a:ext cx="2048161" cy="2495898"/>
              </a:xfrm>
              <a:prstGeom prst="rect">
                <a:avLst/>
              </a:prstGeom>
            </p:spPr>
          </p:pic>
        </p:grpSp>
      </p:grpSp>
    </p:spTree>
    <p:extLst>
      <p:ext uri="{BB962C8B-B14F-4D97-AF65-F5344CB8AC3E}">
        <p14:creationId xmlns:p14="http://schemas.microsoft.com/office/powerpoint/2010/main" val="2079142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9E39751-371A-7C7E-31AE-849DD31B0305}"/>
              </a:ext>
            </a:extLst>
          </p:cNvPr>
          <p:cNvSpPr>
            <a:spLocks noGrp="1"/>
          </p:cNvSpPr>
          <p:nvPr>
            <p:ph type="title"/>
          </p:nvPr>
        </p:nvSpPr>
        <p:spPr>
          <a:xfrm>
            <a:off x="876694" y="741391"/>
            <a:ext cx="3549649" cy="1616203"/>
          </a:xfrm>
        </p:spPr>
        <p:txBody>
          <a:bodyPr vert="horz" lIns="91440" tIns="45720" rIns="91440" bIns="45720" rtlCol="0" anchor="b">
            <a:normAutofit/>
          </a:bodyPr>
          <a:lstStyle/>
          <a:p>
            <a:r>
              <a:rPr lang="en-US" altLang="zh-CN" sz="3200" dirty="0">
                <a:highlight>
                  <a:srgbClr val="00FF00"/>
                </a:highlight>
              </a:rPr>
              <a:t>Function Block : </a:t>
            </a:r>
            <a:r>
              <a:rPr lang="en-US" altLang="zh-CN" sz="3200" dirty="0" err="1">
                <a:highlight>
                  <a:srgbClr val="00FF00"/>
                </a:highlight>
              </a:rPr>
              <a:t>MpAxisBasic</a:t>
            </a:r>
            <a:r>
              <a:rPr lang="en-US" sz="3200" dirty="0">
                <a:highlight>
                  <a:srgbClr val="00FF00"/>
                </a:highlight>
              </a:rPr>
              <a:t> used</a:t>
            </a:r>
            <a:endParaRPr lang="en-US" altLang="zh-CN" sz="3200" dirty="0">
              <a:highlight>
                <a:srgbClr val="00FF00"/>
              </a:highlight>
            </a:endParaRPr>
          </a:p>
        </p:txBody>
      </p:sp>
      <p:sp>
        <p:nvSpPr>
          <p:cNvPr id="7" name="TextBox 6">
            <a:extLst>
              <a:ext uri="{FF2B5EF4-FFF2-40B4-BE49-F238E27FC236}">
                <a16:creationId xmlns:a16="http://schemas.microsoft.com/office/drawing/2014/main" id="{A37479FE-CF2D-6E27-F107-DBAE86BEBE16}"/>
              </a:ext>
            </a:extLst>
          </p:cNvPr>
          <p:cNvSpPr txBox="1"/>
          <p:nvPr/>
        </p:nvSpPr>
        <p:spPr>
          <a:xfrm>
            <a:off x="876693" y="2533476"/>
            <a:ext cx="3346964" cy="3447832"/>
          </a:xfrm>
          <a:prstGeom prst="rect">
            <a:avLst/>
          </a:prstGeom>
        </p:spPr>
        <p:txBody>
          <a:bodyPr vert="horz" lIns="91440" tIns="45720" rIns="91440" bIns="45720" rtlCol="0" anchor="t">
            <a:normAutofit/>
          </a:bodyPr>
          <a:lstStyle/>
          <a:p>
            <a:pPr marL="57150" indent="-285750">
              <a:lnSpc>
                <a:spcPct val="90000"/>
              </a:lnSpc>
              <a:spcAft>
                <a:spcPts val="600"/>
              </a:spcAft>
              <a:buFont typeface="Wingdings" panose="05000000000000000000" pitchFamily="2" charset="2"/>
              <a:buChar char="Ø"/>
            </a:pPr>
            <a:r>
              <a:rPr lang="en-US" sz="1700" dirty="0"/>
              <a:t>This function block covers all basic functions of an axis.</a:t>
            </a:r>
          </a:p>
          <a:p>
            <a:pPr marL="57150" indent="-285750">
              <a:lnSpc>
                <a:spcPct val="90000"/>
              </a:lnSpc>
              <a:spcAft>
                <a:spcPts val="600"/>
              </a:spcAft>
              <a:buFont typeface="Wingdings" panose="05000000000000000000" pitchFamily="2" charset="2"/>
              <a:buChar char="Ø"/>
            </a:pPr>
            <a:r>
              <a:rPr lang="en-US" sz="1700" dirty="0"/>
              <a:t>The function block offers administrative commands such as switching on and homing as well as base movements, torque limitation or control of the holding brake. In addition, the function block provides information about the axis status as direct outputs and in info structure outputs. </a:t>
            </a:r>
          </a:p>
        </p:txBody>
      </p:sp>
      <p:pic>
        <p:nvPicPr>
          <p:cNvPr id="5" name="Picture 4">
            <a:extLst>
              <a:ext uri="{FF2B5EF4-FFF2-40B4-BE49-F238E27FC236}">
                <a16:creationId xmlns:a16="http://schemas.microsoft.com/office/drawing/2014/main" id="{E30729E5-C681-F477-7C24-655F21915A88}"/>
              </a:ext>
            </a:extLst>
          </p:cNvPr>
          <p:cNvPicPr>
            <a:picLocks noChangeAspect="1"/>
          </p:cNvPicPr>
          <p:nvPr/>
        </p:nvPicPr>
        <p:blipFill>
          <a:blip r:embed="rId2"/>
          <a:srcRect r="21033" b="2"/>
          <a:stretch/>
        </p:blipFill>
        <p:spPr>
          <a:xfrm>
            <a:off x="5089243" y="877413"/>
            <a:ext cx="6222628" cy="5043096"/>
          </a:xfrm>
          <a:prstGeom prst="rect">
            <a:avLst/>
          </a:prstGeom>
        </p:spPr>
      </p:pic>
      <p:grpSp>
        <p:nvGrpSpPr>
          <p:cNvPr id="30" name="Group 29">
            <a:extLst>
              <a:ext uri="{FF2B5EF4-FFF2-40B4-BE49-F238E27FC236}">
                <a16:creationId xmlns:a16="http://schemas.microsoft.com/office/drawing/2014/main" id="{3AFCAD34-1AFC-BC1A-F6B2-C34C63912EA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89243" y="5858828"/>
            <a:ext cx="6226463" cy="123363"/>
            <a:chOff x="7015162" y="5858828"/>
            <a:chExt cx="4300544" cy="123363"/>
          </a:xfrm>
        </p:grpSpPr>
        <p:sp>
          <p:nvSpPr>
            <p:cNvPr id="31" name="Rectangle 30">
              <a:extLst>
                <a:ext uri="{FF2B5EF4-FFF2-40B4-BE49-F238E27FC236}">
                  <a16:creationId xmlns:a16="http://schemas.microsoft.com/office/drawing/2014/main" id="{1129F4A2-3705-CF87-3DDA-AF9CE9389B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03753" y="3770237"/>
              <a:ext cx="123362" cy="4300544"/>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891B1028-FC76-5583-3A1F-5815A7DCF9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10209789" y="4876274"/>
              <a:ext cx="123362" cy="2088471"/>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1960822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2DD7756-1DAF-55A7-892D-95944D83E6AD}"/>
              </a:ext>
            </a:extLst>
          </p:cNvPr>
          <p:cNvPicPr>
            <a:picLocks noChangeAspect="1"/>
          </p:cNvPicPr>
          <p:nvPr/>
        </p:nvPicPr>
        <p:blipFill>
          <a:blip r:embed="rId2"/>
          <a:stretch>
            <a:fillRect/>
          </a:stretch>
        </p:blipFill>
        <p:spPr>
          <a:xfrm>
            <a:off x="4364182" y="1596013"/>
            <a:ext cx="7316221" cy="4017819"/>
          </a:xfrm>
          <a:prstGeom prst="rect">
            <a:avLst/>
          </a:prstGeom>
        </p:spPr>
      </p:pic>
      <p:sp>
        <p:nvSpPr>
          <p:cNvPr id="7" name="TextBox 6">
            <a:extLst>
              <a:ext uri="{FF2B5EF4-FFF2-40B4-BE49-F238E27FC236}">
                <a16:creationId xmlns:a16="http://schemas.microsoft.com/office/drawing/2014/main" id="{565F9E86-08D4-CD26-1E3D-50CCF685E84C}"/>
              </a:ext>
            </a:extLst>
          </p:cNvPr>
          <p:cNvSpPr txBox="1"/>
          <p:nvPr/>
        </p:nvSpPr>
        <p:spPr>
          <a:xfrm>
            <a:off x="386737" y="362588"/>
            <a:ext cx="6246291" cy="523220"/>
          </a:xfrm>
          <a:prstGeom prst="rect">
            <a:avLst/>
          </a:prstGeom>
          <a:noFill/>
        </p:spPr>
        <p:txBody>
          <a:bodyPr wrap="square">
            <a:spAutoFit/>
          </a:bodyPr>
          <a:lstStyle/>
          <a:p>
            <a:r>
              <a:rPr lang="en-US" altLang="zh-CN" sz="2800" dirty="0">
                <a:highlight>
                  <a:srgbClr val="00FF00"/>
                </a:highlight>
              </a:rPr>
              <a:t>Function Block: </a:t>
            </a:r>
            <a:r>
              <a:rPr lang="en-US" altLang="zh-CN" sz="2800" dirty="0" err="1">
                <a:highlight>
                  <a:srgbClr val="00FF00"/>
                </a:highlight>
              </a:rPr>
              <a:t>MpAxisCoupling</a:t>
            </a:r>
            <a:r>
              <a:rPr lang="en-US" sz="2800" dirty="0">
                <a:highlight>
                  <a:srgbClr val="00FF00"/>
                </a:highlight>
              </a:rPr>
              <a:t> used</a:t>
            </a:r>
            <a:endParaRPr lang="en-US" sz="2800" dirty="0"/>
          </a:p>
        </p:txBody>
      </p:sp>
      <p:sp>
        <p:nvSpPr>
          <p:cNvPr id="9" name="TextBox 8">
            <a:extLst>
              <a:ext uri="{FF2B5EF4-FFF2-40B4-BE49-F238E27FC236}">
                <a16:creationId xmlns:a16="http://schemas.microsoft.com/office/drawing/2014/main" id="{30134EC4-99D9-62A3-C5F5-BED005D2AA66}"/>
              </a:ext>
            </a:extLst>
          </p:cNvPr>
          <p:cNvSpPr txBox="1"/>
          <p:nvPr/>
        </p:nvSpPr>
        <p:spPr>
          <a:xfrm>
            <a:off x="386737" y="1612608"/>
            <a:ext cx="3556000" cy="4247317"/>
          </a:xfrm>
          <a:prstGeom prst="rect">
            <a:avLst/>
          </a:prstGeom>
          <a:noFill/>
        </p:spPr>
        <p:txBody>
          <a:bodyPr wrap="square">
            <a:spAutoFit/>
          </a:bodyPr>
          <a:lstStyle/>
          <a:p>
            <a:pPr marL="285750" indent="-285750">
              <a:buFont typeface="Wingdings" panose="05000000000000000000" pitchFamily="2" charset="2"/>
              <a:buChar char="Ø"/>
            </a:pPr>
            <a:r>
              <a:rPr lang="en-GB" dirty="0"/>
              <a:t>This function block enables simple couplings between two axes.</a:t>
            </a:r>
          </a:p>
          <a:p>
            <a:pPr marL="285750" indent="-285750">
              <a:buFont typeface="Wingdings" panose="05000000000000000000" pitchFamily="2" charset="2"/>
              <a:buChar char="Ø"/>
            </a:pPr>
            <a:r>
              <a:rPr lang="en-GB" dirty="0"/>
              <a:t>This function block is used for simple axis couplings. It allows for linear and nonlinear couplings as well as shifts that can be up-modulated using the master or slave position. The master and slave are specified using inputs "</a:t>
            </a:r>
            <a:r>
              <a:rPr lang="en-GB" dirty="0" err="1"/>
              <a:t>MpLinkMaster</a:t>
            </a:r>
            <a:r>
              <a:rPr lang="en-GB" dirty="0"/>
              <a:t>" and "</a:t>
            </a:r>
            <a:r>
              <a:rPr lang="en-GB" dirty="0" err="1"/>
              <a:t>MpLink</a:t>
            </a:r>
            <a:r>
              <a:rPr lang="en-GB" dirty="0"/>
              <a:t>".</a:t>
            </a:r>
          </a:p>
          <a:p>
            <a:pPr marL="285750" indent="-285750">
              <a:buFont typeface="Wingdings" panose="05000000000000000000" pitchFamily="2" charset="2"/>
              <a:buChar char="Ø"/>
            </a:pPr>
            <a:r>
              <a:rPr lang="en-GB" dirty="0"/>
              <a:t>All settings for the couplings must be made in structure </a:t>
            </a:r>
            <a:r>
              <a:rPr lang="en-GB" dirty="0" err="1"/>
              <a:t>MpAxisCouplingParType</a:t>
            </a:r>
            <a:r>
              <a:rPr lang="en-GB" dirty="0"/>
              <a:t>.</a:t>
            </a:r>
          </a:p>
        </p:txBody>
      </p:sp>
    </p:spTree>
    <p:extLst>
      <p:ext uri="{BB962C8B-B14F-4D97-AF65-F5344CB8AC3E}">
        <p14:creationId xmlns:p14="http://schemas.microsoft.com/office/powerpoint/2010/main" val="37326533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5" name="Rectangle 44">
            <a:extLst>
              <a:ext uri="{FF2B5EF4-FFF2-40B4-BE49-F238E27FC236}">
                <a16:creationId xmlns:a16="http://schemas.microsoft.com/office/drawing/2014/main" id="{3C54F4CE-85F0-46ED-80DA-9518C9251A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7" name="Freeform: Shape 46">
            <a:extLst>
              <a:ext uri="{FF2B5EF4-FFF2-40B4-BE49-F238E27FC236}">
                <a16:creationId xmlns:a16="http://schemas.microsoft.com/office/drawing/2014/main" id="{DADD1FCA-8ACB-4958-81DD-4CDD6D3E19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802086" cy="6858000"/>
          </a:xfrm>
          <a:custGeom>
            <a:avLst/>
            <a:gdLst>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6695 w 5734864"/>
              <a:gd name="connsiteY13" fmla="*/ 1035077 h 6858000"/>
              <a:gd name="connsiteX14" fmla="*/ 847865 w 5734864"/>
              <a:gd name="connsiteY14" fmla="*/ 1070795 h 6858000"/>
              <a:gd name="connsiteX15" fmla="*/ 862786 w 5734864"/>
              <a:gd name="connsiteY15" fmla="*/ 1238994 h 6858000"/>
              <a:gd name="connsiteX16" fmla="*/ 859345 w 5734864"/>
              <a:gd name="connsiteY16" fmla="*/ 1380427 h 6858000"/>
              <a:gd name="connsiteX17" fmla="*/ 855172 w 5734864"/>
              <a:gd name="connsiteY17" fmla="*/ 1435262 h 6858000"/>
              <a:gd name="connsiteX18" fmla="*/ 860494 w 5734864"/>
              <a:gd name="connsiteY18" fmla="*/ 1453861 h 6858000"/>
              <a:gd name="connsiteX19" fmla="*/ 853731 w 5734864"/>
              <a:gd name="connsiteY19" fmla="*/ 1467047 h 6858000"/>
              <a:gd name="connsiteX20" fmla="*/ 845847 w 5734864"/>
              <a:gd name="connsiteY20" fmla="*/ 1502307 h 6858000"/>
              <a:gd name="connsiteX21" fmla="*/ 817613 w 5734864"/>
              <a:gd name="connsiteY21" fmla="*/ 1565166 h 6858000"/>
              <a:gd name="connsiteX22" fmla="*/ 804223 w 5734864"/>
              <a:gd name="connsiteY22" fmla="*/ 1601941 h 6858000"/>
              <a:gd name="connsiteX23" fmla="*/ 791773 w 5734864"/>
              <a:gd name="connsiteY23" fmla="*/ 1627005 h 6858000"/>
              <a:gd name="connsiteX24" fmla="*/ 774645 w 5734864"/>
              <a:gd name="connsiteY24" fmla="*/ 1699922 h 6858000"/>
              <a:gd name="connsiteX25" fmla="*/ 752343 w 5734864"/>
              <a:gd name="connsiteY25" fmla="*/ 1824604 h 6858000"/>
              <a:gd name="connsiteX26" fmla="*/ 746254 w 5734864"/>
              <a:gd name="connsiteY26" fmla="*/ 1850222 h 6858000"/>
              <a:gd name="connsiteX27" fmla="*/ 728600 w 5734864"/>
              <a:gd name="connsiteY27" fmla="*/ 1869603 h 6858000"/>
              <a:gd name="connsiteX28" fmla="*/ 724396 w 5734864"/>
              <a:gd name="connsiteY28" fmla="*/ 1883104 h 6858000"/>
              <a:gd name="connsiteX29" fmla="*/ 722165 w 5734864"/>
              <a:gd name="connsiteY29" fmla="*/ 1885924 h 6858000"/>
              <a:gd name="connsiteX30" fmla="*/ 721338 w 5734864"/>
              <a:gd name="connsiteY30" fmla="*/ 1887123 h 6858000"/>
              <a:gd name="connsiteX31" fmla="*/ 714840 w 5734864"/>
              <a:gd name="connsiteY31" fmla="*/ 1902274 h 6858000"/>
              <a:gd name="connsiteX32" fmla="*/ 722847 w 5734864"/>
              <a:gd name="connsiteY32" fmla="*/ 1929891 h 6858000"/>
              <a:gd name="connsiteX33" fmla="*/ 719647 w 5734864"/>
              <a:gd name="connsiteY33" fmla="*/ 1936120 h 6858000"/>
              <a:gd name="connsiteX34" fmla="*/ 714660 w 5734864"/>
              <a:gd name="connsiteY34" fmla="*/ 1982709 h 6858000"/>
              <a:gd name="connsiteX35" fmla="*/ 710759 w 5734864"/>
              <a:gd name="connsiteY35" fmla="*/ 2013010 h 6858000"/>
              <a:gd name="connsiteX36" fmla="*/ 697927 w 5734864"/>
              <a:gd name="connsiteY36" fmla="*/ 2069833 h 6858000"/>
              <a:gd name="connsiteX37" fmla="*/ 693594 w 5734864"/>
              <a:gd name="connsiteY37" fmla="*/ 2103731 h 6858000"/>
              <a:gd name="connsiteX38" fmla="*/ 691109 w 5734864"/>
              <a:gd name="connsiteY38" fmla="*/ 2124027 h 6858000"/>
              <a:gd name="connsiteX39" fmla="*/ 676593 w 5734864"/>
              <a:gd name="connsiteY39" fmla="*/ 2176182 h 6858000"/>
              <a:gd name="connsiteX40" fmla="*/ 633227 w 5734864"/>
              <a:gd name="connsiteY40" fmla="*/ 2258036 h 6858000"/>
              <a:gd name="connsiteX41" fmla="*/ 625564 w 5734864"/>
              <a:gd name="connsiteY41" fmla="*/ 2284567 h 6858000"/>
              <a:gd name="connsiteX42" fmla="*/ 627074 w 5734864"/>
              <a:gd name="connsiteY42" fmla="*/ 2289605 h 6858000"/>
              <a:gd name="connsiteX43" fmla="*/ 614574 w 5734864"/>
              <a:gd name="connsiteY43" fmla="*/ 2308717 h 6858000"/>
              <a:gd name="connsiteX44" fmla="*/ 606890 w 5734864"/>
              <a:gd name="connsiteY44" fmla="*/ 2320662 h 6858000"/>
              <a:gd name="connsiteX45" fmla="*/ 605558 w 5734864"/>
              <a:gd name="connsiteY45" fmla="*/ 2327897 h 6858000"/>
              <a:gd name="connsiteX46" fmla="*/ 602202 w 5734864"/>
              <a:gd name="connsiteY46" fmla="*/ 2357749 h 6858000"/>
              <a:gd name="connsiteX47" fmla="*/ 600213 w 5734864"/>
              <a:gd name="connsiteY47" fmla="*/ 2364905 h 6858000"/>
              <a:gd name="connsiteX48" fmla="*/ 597160 w 5734864"/>
              <a:gd name="connsiteY48" fmla="*/ 2388351 h 6858000"/>
              <a:gd name="connsiteX49" fmla="*/ 597982 w 5734864"/>
              <a:gd name="connsiteY49" fmla="*/ 2402296 h 6858000"/>
              <a:gd name="connsiteX50" fmla="*/ 593150 w 5734864"/>
              <a:gd name="connsiteY50" fmla="*/ 2420015 h 6858000"/>
              <a:gd name="connsiteX51" fmla="*/ 592833 w 5734864"/>
              <a:gd name="connsiteY51" fmla="*/ 2422749 h 6858000"/>
              <a:gd name="connsiteX52" fmla="*/ 594479 w 5734864"/>
              <a:gd name="connsiteY52" fmla="*/ 2426002 h 6858000"/>
              <a:gd name="connsiteX53" fmla="*/ 591963 w 5734864"/>
              <a:gd name="connsiteY53" fmla="*/ 2431950 h 6858000"/>
              <a:gd name="connsiteX54" fmla="*/ 591544 w 5734864"/>
              <a:gd name="connsiteY54" fmla="*/ 2433897 h 6858000"/>
              <a:gd name="connsiteX55" fmla="*/ 589519 w 5734864"/>
              <a:gd name="connsiteY55" fmla="*/ 2451398 h 6858000"/>
              <a:gd name="connsiteX56" fmla="*/ 590037 w 5734864"/>
              <a:gd name="connsiteY56" fmla="*/ 2455536 h 6858000"/>
              <a:gd name="connsiteX57" fmla="*/ 588179 w 5734864"/>
              <a:gd name="connsiteY57" fmla="*/ 2462981 h 6858000"/>
              <a:gd name="connsiteX58" fmla="*/ 583434 w 5734864"/>
              <a:gd name="connsiteY58" fmla="*/ 2503991 h 6858000"/>
              <a:gd name="connsiteX59" fmla="*/ 567942 w 5734864"/>
              <a:gd name="connsiteY59" fmla="*/ 2652936 h 6858000"/>
              <a:gd name="connsiteX60" fmla="*/ 573869 w 5734864"/>
              <a:gd name="connsiteY60" fmla="*/ 2670188 h 6858000"/>
              <a:gd name="connsiteX61" fmla="*/ 575243 w 5734864"/>
              <a:gd name="connsiteY61" fmla="*/ 2688114 h 6858000"/>
              <a:gd name="connsiteX62" fmla="*/ 573824 w 5734864"/>
              <a:gd name="connsiteY62" fmla="*/ 2689856 h 6858000"/>
              <a:gd name="connsiteX63" fmla="*/ 570699 w 5734864"/>
              <a:gd name="connsiteY63" fmla="*/ 2709353 h 6858000"/>
              <a:gd name="connsiteX64" fmla="*/ 573192 w 5734864"/>
              <a:gd name="connsiteY64" fmla="*/ 2714527 h 6858000"/>
              <a:gd name="connsiteX65" fmla="*/ 572044 w 5734864"/>
              <a:gd name="connsiteY65" fmla="*/ 2728187 h 6858000"/>
              <a:gd name="connsiteX66" fmla="*/ 572465 w 5734864"/>
              <a:gd name="connsiteY66" fmla="*/ 2755863 h 6858000"/>
              <a:gd name="connsiteX67" fmla="*/ 570028 w 5734864"/>
              <a:gd name="connsiteY67" fmla="*/ 2760324 h 6858000"/>
              <a:gd name="connsiteX68" fmla="*/ 566748 w 5734864"/>
              <a:gd name="connsiteY68" fmla="*/ 2800948 h 6858000"/>
              <a:gd name="connsiteX69" fmla="*/ 565509 w 5734864"/>
              <a:gd name="connsiteY69" fmla="*/ 2801167 h 6858000"/>
              <a:gd name="connsiteX70" fmla="*/ 559367 w 5734864"/>
              <a:gd name="connsiteY70" fmla="*/ 2811129 h 6858000"/>
              <a:gd name="connsiteX71" fmla="*/ 550354 w 5734864"/>
              <a:gd name="connsiteY71" fmla="*/ 2830949 h 6858000"/>
              <a:gd name="connsiteX72" fmla="*/ 514795 w 5734864"/>
              <a:gd name="connsiteY72" fmla="*/ 2872433 h 6858000"/>
              <a:gd name="connsiteX73" fmla="*/ 509875 w 5734864"/>
              <a:gd name="connsiteY73" fmla="*/ 2923099 h 6858000"/>
              <a:gd name="connsiteX74" fmla="*/ 509577 w 5734864"/>
              <a:gd name="connsiteY74" fmla="*/ 2923197 h 6858000"/>
              <a:gd name="connsiteX75" fmla="*/ 507597 w 5734864"/>
              <a:gd name="connsiteY75" fmla="*/ 2931868 h 6858000"/>
              <a:gd name="connsiteX76" fmla="*/ 507379 w 5734864"/>
              <a:gd name="connsiteY76" fmla="*/ 2938322 h 6858000"/>
              <a:gd name="connsiteX77" fmla="*/ 504725 w 5734864"/>
              <a:gd name="connsiteY77" fmla="*/ 2954519 h 6858000"/>
              <a:gd name="connsiteX78" fmla="*/ 502018 w 5734864"/>
              <a:gd name="connsiteY78" fmla="*/ 2959643 h 6858000"/>
              <a:gd name="connsiteX79" fmla="*/ 498360 w 5734864"/>
              <a:gd name="connsiteY79" fmla="*/ 2961019 h 6858000"/>
              <a:gd name="connsiteX80" fmla="*/ 498483 w 5734864"/>
              <a:gd name="connsiteY80" fmla="*/ 2962590 h 6858000"/>
              <a:gd name="connsiteX81" fmla="*/ 484403 w 5734864"/>
              <a:gd name="connsiteY81" fmla="*/ 2990538 h 6858000"/>
              <a:gd name="connsiteX82" fmla="*/ 463075 w 5734864"/>
              <a:gd name="connsiteY82" fmla="*/ 3055956 h 6858000"/>
              <a:gd name="connsiteX83" fmla="*/ 455013 w 5734864"/>
              <a:gd name="connsiteY83" fmla="*/ 3094482 h 6858000"/>
              <a:gd name="connsiteX84" fmla="*/ 428391 w 5734864"/>
              <a:gd name="connsiteY84" fmla="*/ 3198850 h 6858000"/>
              <a:gd name="connsiteX85" fmla="*/ 401440 w 5734864"/>
              <a:gd name="connsiteY85" fmla="*/ 3307560 h 6858000"/>
              <a:gd name="connsiteX86" fmla="*/ 386076 w 5734864"/>
              <a:gd name="connsiteY86" fmla="*/ 3373943 h 6858000"/>
              <a:gd name="connsiteX87" fmla="*/ 374726 w 5734864"/>
              <a:gd name="connsiteY87" fmla="*/ 3381364 h 6858000"/>
              <a:gd name="connsiteX88" fmla="*/ 369145 w 5734864"/>
              <a:gd name="connsiteY88" fmla="*/ 3383729 h 6858000"/>
              <a:gd name="connsiteX89" fmla="*/ 364294 w 5734864"/>
              <a:gd name="connsiteY89" fmla="*/ 3414159 h 6858000"/>
              <a:gd name="connsiteX90" fmla="*/ 366450 w 5734864"/>
              <a:gd name="connsiteY90" fmla="*/ 3436925 h 6858000"/>
              <a:gd name="connsiteX91" fmla="*/ 351743 w 5734864"/>
              <a:gd name="connsiteY91" fmla="*/ 3521619 h 6858000"/>
              <a:gd name="connsiteX92" fmla="*/ 345784 w 5734864"/>
              <a:gd name="connsiteY92" fmla="*/ 3603757 h 6858000"/>
              <a:gd name="connsiteX93" fmla="*/ 344198 w 5734864"/>
              <a:gd name="connsiteY93" fmla="*/ 3652424 h 6858000"/>
              <a:gd name="connsiteX94" fmla="*/ 352450 w 5734864"/>
              <a:gd name="connsiteY94" fmla="*/ 3665222 h 6858000"/>
              <a:gd name="connsiteX95" fmla="*/ 342621 w 5734864"/>
              <a:gd name="connsiteY95" fmla="*/ 3700804 h 6858000"/>
              <a:gd name="connsiteX96" fmla="*/ 341514 w 5734864"/>
              <a:gd name="connsiteY96" fmla="*/ 3734774 h 6858000"/>
              <a:gd name="connsiteX97" fmla="*/ 340607 w 5734864"/>
              <a:gd name="connsiteY97" fmla="*/ 3785153 h 6858000"/>
              <a:gd name="connsiteX98" fmla="*/ 340707 w 5734864"/>
              <a:gd name="connsiteY98" fmla="*/ 3788177 h 6858000"/>
              <a:gd name="connsiteX99" fmla="*/ 340361 w 5734864"/>
              <a:gd name="connsiteY99" fmla="*/ 3798803 h 6858000"/>
              <a:gd name="connsiteX100" fmla="*/ 339642 w 5734864"/>
              <a:gd name="connsiteY100" fmla="*/ 3838750 h 6858000"/>
              <a:gd name="connsiteX101" fmla="*/ 360295 w 5734864"/>
              <a:gd name="connsiteY101" fmla="*/ 4015196 h 6858000"/>
              <a:gd name="connsiteX102" fmla="*/ 339043 w 5734864"/>
              <a:gd name="connsiteY102" fmla="*/ 4052778 h 6858000"/>
              <a:gd name="connsiteX103" fmla="*/ 339343 w 5734864"/>
              <a:gd name="connsiteY103" fmla="*/ 4096257 h 6858000"/>
              <a:gd name="connsiteX104" fmla="*/ 340786 w 5734864"/>
              <a:gd name="connsiteY104" fmla="*/ 4321136 h 6858000"/>
              <a:gd name="connsiteX105" fmla="*/ 343158 w 5734864"/>
              <a:gd name="connsiteY105" fmla="*/ 4429174 h 6858000"/>
              <a:gd name="connsiteX106" fmla="*/ 334599 w 5734864"/>
              <a:gd name="connsiteY106" fmla="*/ 4449938 h 6858000"/>
              <a:gd name="connsiteX107" fmla="*/ 332890 w 5734864"/>
              <a:gd name="connsiteY107" fmla="*/ 4453515 h 6858000"/>
              <a:gd name="connsiteX108" fmla="*/ 331105 w 5734864"/>
              <a:gd name="connsiteY108" fmla="*/ 4467941 h 6858000"/>
              <a:gd name="connsiteX109" fmla="*/ 324289 w 5734864"/>
              <a:gd name="connsiteY109" fmla="*/ 4471861 h 6858000"/>
              <a:gd name="connsiteX110" fmla="*/ 317079 w 5734864"/>
              <a:gd name="connsiteY110" fmla="*/ 4493468 h 6858000"/>
              <a:gd name="connsiteX111" fmla="*/ 315557 w 5734864"/>
              <a:gd name="connsiteY111" fmla="*/ 4520067 h 6858000"/>
              <a:gd name="connsiteX112" fmla="*/ 315240 w 5734864"/>
              <a:gd name="connsiteY112" fmla="*/ 4536872 h 6858000"/>
              <a:gd name="connsiteX113" fmla="*/ 316200 w 5734864"/>
              <a:gd name="connsiteY113" fmla="*/ 4538297 h 6858000"/>
              <a:gd name="connsiteX114" fmla="*/ 317507 w 5734864"/>
              <a:gd name="connsiteY114" fmla="*/ 4547582 h 6858000"/>
              <a:gd name="connsiteX115" fmla="*/ 323078 w 5734864"/>
              <a:gd name="connsiteY115" fmla="*/ 4592102 h 6858000"/>
              <a:gd name="connsiteX116" fmla="*/ 328722 w 5734864"/>
              <a:gd name="connsiteY116" fmla="*/ 4667914 h 6858000"/>
              <a:gd name="connsiteX117" fmla="*/ 335597 w 5734864"/>
              <a:gd name="connsiteY117" fmla="*/ 4695035 h 6858000"/>
              <a:gd name="connsiteX118" fmla="*/ 339485 w 5734864"/>
              <a:gd name="connsiteY118" fmla="*/ 4695979 h 6858000"/>
              <a:gd name="connsiteX119" fmla="*/ 341089 w 5734864"/>
              <a:gd name="connsiteY119" fmla="*/ 4704268 h 6858000"/>
              <a:gd name="connsiteX120" fmla="*/ 342177 w 5734864"/>
              <a:gd name="connsiteY120" fmla="*/ 4706060 h 6858000"/>
              <a:gd name="connsiteX121" fmla="*/ 347751 w 5734864"/>
              <a:gd name="connsiteY121" fmla="*/ 4716754 h 6858000"/>
              <a:gd name="connsiteX122" fmla="*/ 344125 w 5734864"/>
              <a:gd name="connsiteY122" fmla="*/ 4764669 h 6858000"/>
              <a:gd name="connsiteX123" fmla="*/ 340188 w 5734864"/>
              <a:gd name="connsiteY123" fmla="*/ 4779386 h 6858000"/>
              <a:gd name="connsiteX124" fmla="*/ 335146 w 5734864"/>
              <a:gd name="connsiteY124" fmla="*/ 4787491 h 6858000"/>
              <a:gd name="connsiteX125" fmla="*/ 319124 w 5734864"/>
              <a:gd name="connsiteY125" fmla="*/ 4843514 h 6858000"/>
              <a:gd name="connsiteX126" fmla="*/ 305956 w 5734864"/>
              <a:gd name="connsiteY126" fmla="*/ 4881505 h 6858000"/>
              <a:gd name="connsiteX127" fmla="*/ 301062 w 5734864"/>
              <a:gd name="connsiteY127" fmla="*/ 4889332 h 6858000"/>
              <a:gd name="connsiteX128" fmla="*/ 302141 w 5734864"/>
              <a:gd name="connsiteY128" fmla="*/ 4899400 h 6858000"/>
              <a:gd name="connsiteX129" fmla="*/ 304424 w 5734864"/>
              <a:gd name="connsiteY129" fmla="*/ 4902664 h 6858000"/>
              <a:gd name="connsiteX130" fmla="*/ 293123 w 5734864"/>
              <a:gd name="connsiteY130" fmla="*/ 4932769 h 6858000"/>
              <a:gd name="connsiteX131" fmla="*/ 292275 w 5734864"/>
              <a:gd name="connsiteY131" fmla="*/ 4936482 h 6858000"/>
              <a:gd name="connsiteX132" fmla="*/ 288304 w 5734864"/>
              <a:gd name="connsiteY132" fmla="*/ 4962325 h 6858000"/>
              <a:gd name="connsiteX133" fmla="*/ 287420 w 5734864"/>
              <a:gd name="connsiteY133" fmla="*/ 5042193 h 6858000"/>
              <a:gd name="connsiteX134" fmla="*/ 287020 w 5734864"/>
              <a:gd name="connsiteY134" fmla="*/ 5065655 h 6858000"/>
              <a:gd name="connsiteX135" fmla="*/ 288488 w 5734864"/>
              <a:gd name="connsiteY135" fmla="*/ 5082216 h 6858000"/>
              <a:gd name="connsiteX136" fmla="*/ 282763 w 5734864"/>
              <a:gd name="connsiteY136" fmla="*/ 5127114 h 6858000"/>
              <a:gd name="connsiteX137" fmla="*/ 269316 w 5734864"/>
              <a:gd name="connsiteY137" fmla="*/ 5202682 h 6858000"/>
              <a:gd name="connsiteX138" fmla="*/ 269174 w 5734864"/>
              <a:gd name="connsiteY138" fmla="*/ 5230835 h 6858000"/>
              <a:gd name="connsiteX139" fmla="*/ 272679 w 5734864"/>
              <a:gd name="connsiteY139" fmla="*/ 5232660 h 6858000"/>
              <a:gd name="connsiteX140" fmla="*/ 272160 w 5734864"/>
              <a:gd name="connsiteY140" fmla="*/ 5241150 h 6858000"/>
              <a:gd name="connsiteX141" fmla="*/ 272760 w 5734864"/>
              <a:gd name="connsiteY141" fmla="*/ 5243156 h 6858000"/>
              <a:gd name="connsiteX142" fmla="*/ 275462 w 5734864"/>
              <a:gd name="connsiteY142" fmla="*/ 5254919 h 6858000"/>
              <a:gd name="connsiteX143" fmla="*/ 262897 w 5734864"/>
              <a:gd name="connsiteY143" fmla="*/ 5286259 h 6858000"/>
              <a:gd name="connsiteX144" fmla="*/ 252761 w 5734864"/>
              <a:gd name="connsiteY144" fmla="*/ 5357801 h 6858000"/>
              <a:gd name="connsiteX145" fmla="*/ 242360 w 5734864"/>
              <a:gd name="connsiteY145" fmla="*/ 5460080 h 6858000"/>
              <a:gd name="connsiteX146" fmla="*/ 229880 w 5734864"/>
              <a:gd name="connsiteY146" fmla="*/ 5539714 h 6858000"/>
              <a:gd name="connsiteX147" fmla="*/ 204283 w 5734864"/>
              <a:gd name="connsiteY147" fmla="*/ 5639080 h 6858000"/>
              <a:gd name="connsiteX148" fmla="*/ 198948 w 5734864"/>
              <a:gd name="connsiteY148" fmla="*/ 5710958 h 6858000"/>
              <a:gd name="connsiteX149" fmla="*/ 192367 w 5734864"/>
              <a:gd name="connsiteY149" fmla="*/ 5719859 h 6858000"/>
              <a:gd name="connsiteX150" fmla="*/ 188035 w 5734864"/>
              <a:gd name="connsiteY150" fmla="*/ 5729935 h 6858000"/>
              <a:gd name="connsiteX151" fmla="*/ 188428 w 5734864"/>
              <a:gd name="connsiteY151" fmla="*/ 5731182 h 6858000"/>
              <a:gd name="connsiteX152" fmla="*/ 181635 w 5734864"/>
              <a:gd name="connsiteY152" fmla="*/ 5753538 h 6858000"/>
              <a:gd name="connsiteX153" fmla="*/ 169744 w 5734864"/>
              <a:gd name="connsiteY153" fmla="*/ 5796307 h 6858000"/>
              <a:gd name="connsiteX154" fmla="*/ 170351 w 5734864"/>
              <a:gd name="connsiteY154" fmla="*/ 5796644 h 6858000"/>
              <a:gd name="connsiteX155" fmla="*/ 171559 w 5734864"/>
              <a:gd name="connsiteY155" fmla="*/ 5803435 h 6858000"/>
              <a:gd name="connsiteX156" fmla="*/ 172284 w 5734864"/>
              <a:gd name="connsiteY156" fmla="*/ 5816391 h 6858000"/>
              <a:gd name="connsiteX157" fmla="*/ 182542 w 5734864"/>
              <a:gd name="connsiteY157" fmla="*/ 5846382 h 6858000"/>
              <a:gd name="connsiteX158" fmla="*/ 175877 w 5734864"/>
              <a:gd name="connsiteY158" fmla="*/ 5871336 h 6858000"/>
              <a:gd name="connsiteX159" fmla="*/ 174910 w 5734864"/>
              <a:gd name="connsiteY159" fmla="*/ 5876376 h 6858000"/>
              <a:gd name="connsiteX160" fmla="*/ 175047 w 5734864"/>
              <a:gd name="connsiteY160" fmla="*/ 5876483 h 6858000"/>
              <a:gd name="connsiteX161" fmla="*/ 174335 w 5734864"/>
              <a:gd name="connsiteY161" fmla="*/ 5881814 h 6858000"/>
              <a:gd name="connsiteX162" fmla="*/ 171273 w 5734864"/>
              <a:gd name="connsiteY162" fmla="*/ 5895339 h 6858000"/>
              <a:gd name="connsiteX163" fmla="*/ 171658 w 5734864"/>
              <a:gd name="connsiteY163" fmla="*/ 5898749 h 6858000"/>
              <a:gd name="connsiteX164" fmla="*/ 174658 w 5734864"/>
              <a:gd name="connsiteY164" fmla="*/ 5919558 h 6858000"/>
              <a:gd name="connsiteX165" fmla="*/ 169099 w 5734864"/>
              <a:gd name="connsiteY165" fmla="*/ 5984417 h 6858000"/>
              <a:gd name="connsiteX166" fmla="*/ 162007 w 5734864"/>
              <a:gd name="connsiteY166" fmla="*/ 6049043 h 6858000"/>
              <a:gd name="connsiteX167" fmla="*/ 156875 w 5734864"/>
              <a:gd name="connsiteY167" fmla="*/ 6114000 h 6858000"/>
              <a:gd name="connsiteX168" fmla="*/ 165441 w 5734864"/>
              <a:gd name="connsiteY168" fmla="*/ 6146938 h 6858000"/>
              <a:gd name="connsiteX169" fmla="*/ 165177 w 5734864"/>
              <a:gd name="connsiteY169" fmla="*/ 6150658 h 6858000"/>
              <a:gd name="connsiteX170" fmla="*/ 161772 w 5734864"/>
              <a:gd name="connsiteY170" fmla="*/ 6160011 h 6858000"/>
              <a:gd name="connsiteX171" fmla="*/ 160051 w 5734864"/>
              <a:gd name="connsiteY171" fmla="*/ 6163393 h 6858000"/>
              <a:gd name="connsiteX172" fmla="*/ 158473 w 5734864"/>
              <a:gd name="connsiteY172" fmla="*/ 6168628 h 6858000"/>
              <a:gd name="connsiteX173" fmla="*/ 158573 w 5734864"/>
              <a:gd name="connsiteY173" fmla="*/ 6168799 h 6858000"/>
              <a:gd name="connsiteX174" fmla="*/ 146463 w 5734864"/>
              <a:gd name="connsiteY174" fmla="*/ 6196671 h 6858000"/>
              <a:gd name="connsiteX175" fmla="*/ 150209 w 5734864"/>
              <a:gd name="connsiteY175" fmla="*/ 6232365 h 6858000"/>
              <a:gd name="connsiteX176" fmla="*/ 148544 w 5734864"/>
              <a:gd name="connsiteY176" fmla="*/ 6246162 h 6858000"/>
              <a:gd name="connsiteX177" fmla="*/ 148403 w 5734864"/>
              <a:gd name="connsiteY177" fmla="*/ 6253754 h 6858000"/>
              <a:gd name="connsiteX178" fmla="*/ 138880 w 5734864"/>
              <a:gd name="connsiteY178" fmla="*/ 6276449 h 6858000"/>
              <a:gd name="connsiteX179" fmla="*/ 138683 w 5734864"/>
              <a:gd name="connsiteY179" fmla="*/ 6279721 h 6858000"/>
              <a:gd name="connsiteX180" fmla="*/ 130721 w 5734864"/>
              <a:gd name="connsiteY180" fmla="*/ 6293675 h 6858000"/>
              <a:gd name="connsiteX181" fmla="*/ 120717 w 5734864"/>
              <a:gd name="connsiteY181" fmla="*/ 6313967 h 6858000"/>
              <a:gd name="connsiteX182" fmla="*/ 120841 w 5734864"/>
              <a:gd name="connsiteY182" fmla="*/ 6315437 h 6858000"/>
              <a:gd name="connsiteX183" fmla="*/ 115208 w 5734864"/>
              <a:gd name="connsiteY183" fmla="*/ 6324024 h 6858000"/>
              <a:gd name="connsiteX184" fmla="*/ 101217 w 5734864"/>
              <a:gd name="connsiteY184" fmla="*/ 6365923 h 6858000"/>
              <a:gd name="connsiteX185" fmla="*/ 74946 w 5734864"/>
              <a:gd name="connsiteY185" fmla="*/ 6556817 h 6858000"/>
              <a:gd name="connsiteX186" fmla="*/ 16001 w 5734864"/>
              <a:gd name="connsiteY186" fmla="*/ 6808678 h 6858000"/>
              <a:gd name="connsiteX187" fmla="*/ 0 w 5734864"/>
              <a:gd name="connsiteY187" fmla="*/ 6858000 h 6858000"/>
              <a:gd name="connsiteX188" fmla="*/ 5734864 w 5734864"/>
              <a:gd name="connsiteY188" fmla="*/ 6858000 h 6858000"/>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6695 w 5734864"/>
              <a:gd name="connsiteY13" fmla="*/ 1035077 h 6858000"/>
              <a:gd name="connsiteX14" fmla="*/ 847865 w 5734864"/>
              <a:gd name="connsiteY14" fmla="*/ 1070795 h 6858000"/>
              <a:gd name="connsiteX15" fmla="*/ 862786 w 5734864"/>
              <a:gd name="connsiteY15" fmla="*/ 1238994 h 6858000"/>
              <a:gd name="connsiteX16" fmla="*/ 859345 w 5734864"/>
              <a:gd name="connsiteY16" fmla="*/ 1380427 h 6858000"/>
              <a:gd name="connsiteX17" fmla="*/ 855172 w 5734864"/>
              <a:gd name="connsiteY17" fmla="*/ 1435262 h 6858000"/>
              <a:gd name="connsiteX18" fmla="*/ 860494 w 5734864"/>
              <a:gd name="connsiteY18" fmla="*/ 1453861 h 6858000"/>
              <a:gd name="connsiteX19" fmla="*/ 853731 w 5734864"/>
              <a:gd name="connsiteY19" fmla="*/ 1467047 h 6858000"/>
              <a:gd name="connsiteX20" fmla="*/ 845847 w 5734864"/>
              <a:gd name="connsiteY20" fmla="*/ 1502307 h 6858000"/>
              <a:gd name="connsiteX21" fmla="*/ 817613 w 5734864"/>
              <a:gd name="connsiteY21" fmla="*/ 1565166 h 6858000"/>
              <a:gd name="connsiteX22" fmla="*/ 804223 w 5734864"/>
              <a:gd name="connsiteY22" fmla="*/ 1601941 h 6858000"/>
              <a:gd name="connsiteX23" fmla="*/ 791773 w 5734864"/>
              <a:gd name="connsiteY23" fmla="*/ 1627005 h 6858000"/>
              <a:gd name="connsiteX24" fmla="*/ 774645 w 5734864"/>
              <a:gd name="connsiteY24" fmla="*/ 1699922 h 6858000"/>
              <a:gd name="connsiteX25" fmla="*/ 752343 w 5734864"/>
              <a:gd name="connsiteY25" fmla="*/ 1824604 h 6858000"/>
              <a:gd name="connsiteX26" fmla="*/ 746254 w 5734864"/>
              <a:gd name="connsiteY26" fmla="*/ 1850222 h 6858000"/>
              <a:gd name="connsiteX27" fmla="*/ 728600 w 5734864"/>
              <a:gd name="connsiteY27" fmla="*/ 1869603 h 6858000"/>
              <a:gd name="connsiteX28" fmla="*/ 724396 w 5734864"/>
              <a:gd name="connsiteY28" fmla="*/ 1883104 h 6858000"/>
              <a:gd name="connsiteX29" fmla="*/ 722165 w 5734864"/>
              <a:gd name="connsiteY29" fmla="*/ 1885924 h 6858000"/>
              <a:gd name="connsiteX30" fmla="*/ 721338 w 5734864"/>
              <a:gd name="connsiteY30" fmla="*/ 1887123 h 6858000"/>
              <a:gd name="connsiteX31" fmla="*/ 714840 w 5734864"/>
              <a:gd name="connsiteY31" fmla="*/ 1902274 h 6858000"/>
              <a:gd name="connsiteX32" fmla="*/ 722847 w 5734864"/>
              <a:gd name="connsiteY32" fmla="*/ 1929891 h 6858000"/>
              <a:gd name="connsiteX33" fmla="*/ 714660 w 5734864"/>
              <a:gd name="connsiteY33" fmla="*/ 1982709 h 6858000"/>
              <a:gd name="connsiteX34" fmla="*/ 710759 w 5734864"/>
              <a:gd name="connsiteY34" fmla="*/ 2013010 h 6858000"/>
              <a:gd name="connsiteX35" fmla="*/ 697927 w 5734864"/>
              <a:gd name="connsiteY35" fmla="*/ 2069833 h 6858000"/>
              <a:gd name="connsiteX36" fmla="*/ 693594 w 5734864"/>
              <a:gd name="connsiteY36" fmla="*/ 2103731 h 6858000"/>
              <a:gd name="connsiteX37" fmla="*/ 691109 w 5734864"/>
              <a:gd name="connsiteY37" fmla="*/ 2124027 h 6858000"/>
              <a:gd name="connsiteX38" fmla="*/ 676593 w 5734864"/>
              <a:gd name="connsiteY38" fmla="*/ 2176182 h 6858000"/>
              <a:gd name="connsiteX39" fmla="*/ 633227 w 5734864"/>
              <a:gd name="connsiteY39" fmla="*/ 2258036 h 6858000"/>
              <a:gd name="connsiteX40" fmla="*/ 625564 w 5734864"/>
              <a:gd name="connsiteY40" fmla="*/ 2284567 h 6858000"/>
              <a:gd name="connsiteX41" fmla="*/ 627074 w 5734864"/>
              <a:gd name="connsiteY41" fmla="*/ 2289605 h 6858000"/>
              <a:gd name="connsiteX42" fmla="*/ 614574 w 5734864"/>
              <a:gd name="connsiteY42" fmla="*/ 2308717 h 6858000"/>
              <a:gd name="connsiteX43" fmla="*/ 606890 w 5734864"/>
              <a:gd name="connsiteY43" fmla="*/ 2320662 h 6858000"/>
              <a:gd name="connsiteX44" fmla="*/ 605558 w 5734864"/>
              <a:gd name="connsiteY44" fmla="*/ 2327897 h 6858000"/>
              <a:gd name="connsiteX45" fmla="*/ 602202 w 5734864"/>
              <a:gd name="connsiteY45" fmla="*/ 2357749 h 6858000"/>
              <a:gd name="connsiteX46" fmla="*/ 600213 w 5734864"/>
              <a:gd name="connsiteY46" fmla="*/ 2364905 h 6858000"/>
              <a:gd name="connsiteX47" fmla="*/ 597160 w 5734864"/>
              <a:gd name="connsiteY47" fmla="*/ 2388351 h 6858000"/>
              <a:gd name="connsiteX48" fmla="*/ 597982 w 5734864"/>
              <a:gd name="connsiteY48" fmla="*/ 2402296 h 6858000"/>
              <a:gd name="connsiteX49" fmla="*/ 593150 w 5734864"/>
              <a:gd name="connsiteY49" fmla="*/ 2420015 h 6858000"/>
              <a:gd name="connsiteX50" fmla="*/ 592833 w 5734864"/>
              <a:gd name="connsiteY50" fmla="*/ 2422749 h 6858000"/>
              <a:gd name="connsiteX51" fmla="*/ 594479 w 5734864"/>
              <a:gd name="connsiteY51" fmla="*/ 2426002 h 6858000"/>
              <a:gd name="connsiteX52" fmla="*/ 591963 w 5734864"/>
              <a:gd name="connsiteY52" fmla="*/ 2431950 h 6858000"/>
              <a:gd name="connsiteX53" fmla="*/ 591544 w 5734864"/>
              <a:gd name="connsiteY53" fmla="*/ 2433897 h 6858000"/>
              <a:gd name="connsiteX54" fmla="*/ 589519 w 5734864"/>
              <a:gd name="connsiteY54" fmla="*/ 2451398 h 6858000"/>
              <a:gd name="connsiteX55" fmla="*/ 590037 w 5734864"/>
              <a:gd name="connsiteY55" fmla="*/ 2455536 h 6858000"/>
              <a:gd name="connsiteX56" fmla="*/ 588179 w 5734864"/>
              <a:gd name="connsiteY56" fmla="*/ 2462981 h 6858000"/>
              <a:gd name="connsiteX57" fmla="*/ 583434 w 5734864"/>
              <a:gd name="connsiteY57" fmla="*/ 2503991 h 6858000"/>
              <a:gd name="connsiteX58" fmla="*/ 567942 w 5734864"/>
              <a:gd name="connsiteY58" fmla="*/ 2652936 h 6858000"/>
              <a:gd name="connsiteX59" fmla="*/ 573869 w 5734864"/>
              <a:gd name="connsiteY59" fmla="*/ 2670188 h 6858000"/>
              <a:gd name="connsiteX60" fmla="*/ 575243 w 5734864"/>
              <a:gd name="connsiteY60" fmla="*/ 2688114 h 6858000"/>
              <a:gd name="connsiteX61" fmla="*/ 573824 w 5734864"/>
              <a:gd name="connsiteY61" fmla="*/ 2689856 h 6858000"/>
              <a:gd name="connsiteX62" fmla="*/ 570699 w 5734864"/>
              <a:gd name="connsiteY62" fmla="*/ 2709353 h 6858000"/>
              <a:gd name="connsiteX63" fmla="*/ 573192 w 5734864"/>
              <a:gd name="connsiteY63" fmla="*/ 2714527 h 6858000"/>
              <a:gd name="connsiteX64" fmla="*/ 572044 w 5734864"/>
              <a:gd name="connsiteY64" fmla="*/ 2728187 h 6858000"/>
              <a:gd name="connsiteX65" fmla="*/ 572465 w 5734864"/>
              <a:gd name="connsiteY65" fmla="*/ 2755863 h 6858000"/>
              <a:gd name="connsiteX66" fmla="*/ 570028 w 5734864"/>
              <a:gd name="connsiteY66" fmla="*/ 2760324 h 6858000"/>
              <a:gd name="connsiteX67" fmla="*/ 566748 w 5734864"/>
              <a:gd name="connsiteY67" fmla="*/ 2800948 h 6858000"/>
              <a:gd name="connsiteX68" fmla="*/ 565509 w 5734864"/>
              <a:gd name="connsiteY68" fmla="*/ 2801167 h 6858000"/>
              <a:gd name="connsiteX69" fmla="*/ 559367 w 5734864"/>
              <a:gd name="connsiteY69" fmla="*/ 2811129 h 6858000"/>
              <a:gd name="connsiteX70" fmla="*/ 550354 w 5734864"/>
              <a:gd name="connsiteY70" fmla="*/ 2830949 h 6858000"/>
              <a:gd name="connsiteX71" fmla="*/ 514795 w 5734864"/>
              <a:gd name="connsiteY71" fmla="*/ 2872433 h 6858000"/>
              <a:gd name="connsiteX72" fmla="*/ 509875 w 5734864"/>
              <a:gd name="connsiteY72" fmla="*/ 2923099 h 6858000"/>
              <a:gd name="connsiteX73" fmla="*/ 509577 w 5734864"/>
              <a:gd name="connsiteY73" fmla="*/ 2923197 h 6858000"/>
              <a:gd name="connsiteX74" fmla="*/ 507597 w 5734864"/>
              <a:gd name="connsiteY74" fmla="*/ 2931868 h 6858000"/>
              <a:gd name="connsiteX75" fmla="*/ 507379 w 5734864"/>
              <a:gd name="connsiteY75" fmla="*/ 2938322 h 6858000"/>
              <a:gd name="connsiteX76" fmla="*/ 504725 w 5734864"/>
              <a:gd name="connsiteY76" fmla="*/ 2954519 h 6858000"/>
              <a:gd name="connsiteX77" fmla="*/ 502018 w 5734864"/>
              <a:gd name="connsiteY77" fmla="*/ 2959643 h 6858000"/>
              <a:gd name="connsiteX78" fmla="*/ 498360 w 5734864"/>
              <a:gd name="connsiteY78" fmla="*/ 2961019 h 6858000"/>
              <a:gd name="connsiteX79" fmla="*/ 498483 w 5734864"/>
              <a:gd name="connsiteY79" fmla="*/ 2962590 h 6858000"/>
              <a:gd name="connsiteX80" fmla="*/ 484403 w 5734864"/>
              <a:gd name="connsiteY80" fmla="*/ 2990538 h 6858000"/>
              <a:gd name="connsiteX81" fmla="*/ 463075 w 5734864"/>
              <a:gd name="connsiteY81" fmla="*/ 3055956 h 6858000"/>
              <a:gd name="connsiteX82" fmla="*/ 455013 w 5734864"/>
              <a:gd name="connsiteY82" fmla="*/ 3094482 h 6858000"/>
              <a:gd name="connsiteX83" fmla="*/ 428391 w 5734864"/>
              <a:gd name="connsiteY83" fmla="*/ 3198850 h 6858000"/>
              <a:gd name="connsiteX84" fmla="*/ 401440 w 5734864"/>
              <a:gd name="connsiteY84" fmla="*/ 3307560 h 6858000"/>
              <a:gd name="connsiteX85" fmla="*/ 386076 w 5734864"/>
              <a:gd name="connsiteY85" fmla="*/ 3373943 h 6858000"/>
              <a:gd name="connsiteX86" fmla="*/ 374726 w 5734864"/>
              <a:gd name="connsiteY86" fmla="*/ 3381364 h 6858000"/>
              <a:gd name="connsiteX87" fmla="*/ 369145 w 5734864"/>
              <a:gd name="connsiteY87" fmla="*/ 3383729 h 6858000"/>
              <a:gd name="connsiteX88" fmla="*/ 364294 w 5734864"/>
              <a:gd name="connsiteY88" fmla="*/ 3414159 h 6858000"/>
              <a:gd name="connsiteX89" fmla="*/ 366450 w 5734864"/>
              <a:gd name="connsiteY89" fmla="*/ 3436925 h 6858000"/>
              <a:gd name="connsiteX90" fmla="*/ 351743 w 5734864"/>
              <a:gd name="connsiteY90" fmla="*/ 3521619 h 6858000"/>
              <a:gd name="connsiteX91" fmla="*/ 345784 w 5734864"/>
              <a:gd name="connsiteY91" fmla="*/ 3603757 h 6858000"/>
              <a:gd name="connsiteX92" fmla="*/ 344198 w 5734864"/>
              <a:gd name="connsiteY92" fmla="*/ 3652424 h 6858000"/>
              <a:gd name="connsiteX93" fmla="*/ 352450 w 5734864"/>
              <a:gd name="connsiteY93" fmla="*/ 3665222 h 6858000"/>
              <a:gd name="connsiteX94" fmla="*/ 342621 w 5734864"/>
              <a:gd name="connsiteY94" fmla="*/ 3700804 h 6858000"/>
              <a:gd name="connsiteX95" fmla="*/ 341514 w 5734864"/>
              <a:gd name="connsiteY95" fmla="*/ 3734774 h 6858000"/>
              <a:gd name="connsiteX96" fmla="*/ 340607 w 5734864"/>
              <a:gd name="connsiteY96" fmla="*/ 3785153 h 6858000"/>
              <a:gd name="connsiteX97" fmla="*/ 340707 w 5734864"/>
              <a:gd name="connsiteY97" fmla="*/ 3788177 h 6858000"/>
              <a:gd name="connsiteX98" fmla="*/ 340361 w 5734864"/>
              <a:gd name="connsiteY98" fmla="*/ 3798803 h 6858000"/>
              <a:gd name="connsiteX99" fmla="*/ 339642 w 5734864"/>
              <a:gd name="connsiteY99" fmla="*/ 3838750 h 6858000"/>
              <a:gd name="connsiteX100" fmla="*/ 360295 w 5734864"/>
              <a:gd name="connsiteY100" fmla="*/ 4015196 h 6858000"/>
              <a:gd name="connsiteX101" fmla="*/ 339043 w 5734864"/>
              <a:gd name="connsiteY101" fmla="*/ 4052778 h 6858000"/>
              <a:gd name="connsiteX102" fmla="*/ 339343 w 5734864"/>
              <a:gd name="connsiteY102" fmla="*/ 4096257 h 6858000"/>
              <a:gd name="connsiteX103" fmla="*/ 340786 w 5734864"/>
              <a:gd name="connsiteY103" fmla="*/ 4321136 h 6858000"/>
              <a:gd name="connsiteX104" fmla="*/ 343158 w 5734864"/>
              <a:gd name="connsiteY104" fmla="*/ 4429174 h 6858000"/>
              <a:gd name="connsiteX105" fmla="*/ 334599 w 5734864"/>
              <a:gd name="connsiteY105" fmla="*/ 4449938 h 6858000"/>
              <a:gd name="connsiteX106" fmla="*/ 332890 w 5734864"/>
              <a:gd name="connsiteY106" fmla="*/ 4453515 h 6858000"/>
              <a:gd name="connsiteX107" fmla="*/ 331105 w 5734864"/>
              <a:gd name="connsiteY107" fmla="*/ 4467941 h 6858000"/>
              <a:gd name="connsiteX108" fmla="*/ 324289 w 5734864"/>
              <a:gd name="connsiteY108" fmla="*/ 4471861 h 6858000"/>
              <a:gd name="connsiteX109" fmla="*/ 317079 w 5734864"/>
              <a:gd name="connsiteY109" fmla="*/ 4493468 h 6858000"/>
              <a:gd name="connsiteX110" fmla="*/ 315557 w 5734864"/>
              <a:gd name="connsiteY110" fmla="*/ 4520067 h 6858000"/>
              <a:gd name="connsiteX111" fmla="*/ 315240 w 5734864"/>
              <a:gd name="connsiteY111" fmla="*/ 4536872 h 6858000"/>
              <a:gd name="connsiteX112" fmla="*/ 316200 w 5734864"/>
              <a:gd name="connsiteY112" fmla="*/ 4538297 h 6858000"/>
              <a:gd name="connsiteX113" fmla="*/ 317507 w 5734864"/>
              <a:gd name="connsiteY113" fmla="*/ 4547582 h 6858000"/>
              <a:gd name="connsiteX114" fmla="*/ 323078 w 5734864"/>
              <a:gd name="connsiteY114" fmla="*/ 4592102 h 6858000"/>
              <a:gd name="connsiteX115" fmla="*/ 328722 w 5734864"/>
              <a:gd name="connsiteY115" fmla="*/ 4667914 h 6858000"/>
              <a:gd name="connsiteX116" fmla="*/ 335597 w 5734864"/>
              <a:gd name="connsiteY116" fmla="*/ 4695035 h 6858000"/>
              <a:gd name="connsiteX117" fmla="*/ 339485 w 5734864"/>
              <a:gd name="connsiteY117" fmla="*/ 4695979 h 6858000"/>
              <a:gd name="connsiteX118" fmla="*/ 341089 w 5734864"/>
              <a:gd name="connsiteY118" fmla="*/ 4704268 h 6858000"/>
              <a:gd name="connsiteX119" fmla="*/ 342177 w 5734864"/>
              <a:gd name="connsiteY119" fmla="*/ 4706060 h 6858000"/>
              <a:gd name="connsiteX120" fmla="*/ 347751 w 5734864"/>
              <a:gd name="connsiteY120" fmla="*/ 4716754 h 6858000"/>
              <a:gd name="connsiteX121" fmla="*/ 344125 w 5734864"/>
              <a:gd name="connsiteY121" fmla="*/ 4764669 h 6858000"/>
              <a:gd name="connsiteX122" fmla="*/ 340188 w 5734864"/>
              <a:gd name="connsiteY122" fmla="*/ 4779386 h 6858000"/>
              <a:gd name="connsiteX123" fmla="*/ 335146 w 5734864"/>
              <a:gd name="connsiteY123" fmla="*/ 4787491 h 6858000"/>
              <a:gd name="connsiteX124" fmla="*/ 319124 w 5734864"/>
              <a:gd name="connsiteY124" fmla="*/ 4843514 h 6858000"/>
              <a:gd name="connsiteX125" fmla="*/ 305956 w 5734864"/>
              <a:gd name="connsiteY125" fmla="*/ 4881505 h 6858000"/>
              <a:gd name="connsiteX126" fmla="*/ 301062 w 5734864"/>
              <a:gd name="connsiteY126" fmla="*/ 4889332 h 6858000"/>
              <a:gd name="connsiteX127" fmla="*/ 302141 w 5734864"/>
              <a:gd name="connsiteY127" fmla="*/ 4899400 h 6858000"/>
              <a:gd name="connsiteX128" fmla="*/ 304424 w 5734864"/>
              <a:gd name="connsiteY128" fmla="*/ 4902664 h 6858000"/>
              <a:gd name="connsiteX129" fmla="*/ 293123 w 5734864"/>
              <a:gd name="connsiteY129" fmla="*/ 4932769 h 6858000"/>
              <a:gd name="connsiteX130" fmla="*/ 292275 w 5734864"/>
              <a:gd name="connsiteY130" fmla="*/ 4936482 h 6858000"/>
              <a:gd name="connsiteX131" fmla="*/ 288304 w 5734864"/>
              <a:gd name="connsiteY131" fmla="*/ 4962325 h 6858000"/>
              <a:gd name="connsiteX132" fmla="*/ 287420 w 5734864"/>
              <a:gd name="connsiteY132" fmla="*/ 5042193 h 6858000"/>
              <a:gd name="connsiteX133" fmla="*/ 287020 w 5734864"/>
              <a:gd name="connsiteY133" fmla="*/ 5065655 h 6858000"/>
              <a:gd name="connsiteX134" fmla="*/ 288488 w 5734864"/>
              <a:gd name="connsiteY134" fmla="*/ 5082216 h 6858000"/>
              <a:gd name="connsiteX135" fmla="*/ 282763 w 5734864"/>
              <a:gd name="connsiteY135" fmla="*/ 5127114 h 6858000"/>
              <a:gd name="connsiteX136" fmla="*/ 269316 w 5734864"/>
              <a:gd name="connsiteY136" fmla="*/ 5202682 h 6858000"/>
              <a:gd name="connsiteX137" fmla="*/ 269174 w 5734864"/>
              <a:gd name="connsiteY137" fmla="*/ 5230835 h 6858000"/>
              <a:gd name="connsiteX138" fmla="*/ 272679 w 5734864"/>
              <a:gd name="connsiteY138" fmla="*/ 5232660 h 6858000"/>
              <a:gd name="connsiteX139" fmla="*/ 272160 w 5734864"/>
              <a:gd name="connsiteY139" fmla="*/ 5241150 h 6858000"/>
              <a:gd name="connsiteX140" fmla="*/ 272760 w 5734864"/>
              <a:gd name="connsiteY140" fmla="*/ 5243156 h 6858000"/>
              <a:gd name="connsiteX141" fmla="*/ 275462 w 5734864"/>
              <a:gd name="connsiteY141" fmla="*/ 5254919 h 6858000"/>
              <a:gd name="connsiteX142" fmla="*/ 262897 w 5734864"/>
              <a:gd name="connsiteY142" fmla="*/ 5286259 h 6858000"/>
              <a:gd name="connsiteX143" fmla="*/ 252761 w 5734864"/>
              <a:gd name="connsiteY143" fmla="*/ 5357801 h 6858000"/>
              <a:gd name="connsiteX144" fmla="*/ 242360 w 5734864"/>
              <a:gd name="connsiteY144" fmla="*/ 5460080 h 6858000"/>
              <a:gd name="connsiteX145" fmla="*/ 229880 w 5734864"/>
              <a:gd name="connsiteY145" fmla="*/ 5539714 h 6858000"/>
              <a:gd name="connsiteX146" fmla="*/ 204283 w 5734864"/>
              <a:gd name="connsiteY146" fmla="*/ 5639080 h 6858000"/>
              <a:gd name="connsiteX147" fmla="*/ 198948 w 5734864"/>
              <a:gd name="connsiteY147" fmla="*/ 5710958 h 6858000"/>
              <a:gd name="connsiteX148" fmla="*/ 192367 w 5734864"/>
              <a:gd name="connsiteY148" fmla="*/ 5719859 h 6858000"/>
              <a:gd name="connsiteX149" fmla="*/ 188035 w 5734864"/>
              <a:gd name="connsiteY149" fmla="*/ 5729935 h 6858000"/>
              <a:gd name="connsiteX150" fmla="*/ 188428 w 5734864"/>
              <a:gd name="connsiteY150" fmla="*/ 5731182 h 6858000"/>
              <a:gd name="connsiteX151" fmla="*/ 181635 w 5734864"/>
              <a:gd name="connsiteY151" fmla="*/ 5753538 h 6858000"/>
              <a:gd name="connsiteX152" fmla="*/ 169744 w 5734864"/>
              <a:gd name="connsiteY152" fmla="*/ 5796307 h 6858000"/>
              <a:gd name="connsiteX153" fmla="*/ 170351 w 5734864"/>
              <a:gd name="connsiteY153" fmla="*/ 5796644 h 6858000"/>
              <a:gd name="connsiteX154" fmla="*/ 171559 w 5734864"/>
              <a:gd name="connsiteY154" fmla="*/ 5803435 h 6858000"/>
              <a:gd name="connsiteX155" fmla="*/ 172284 w 5734864"/>
              <a:gd name="connsiteY155" fmla="*/ 5816391 h 6858000"/>
              <a:gd name="connsiteX156" fmla="*/ 182542 w 5734864"/>
              <a:gd name="connsiteY156" fmla="*/ 5846382 h 6858000"/>
              <a:gd name="connsiteX157" fmla="*/ 175877 w 5734864"/>
              <a:gd name="connsiteY157" fmla="*/ 5871336 h 6858000"/>
              <a:gd name="connsiteX158" fmla="*/ 174910 w 5734864"/>
              <a:gd name="connsiteY158" fmla="*/ 5876376 h 6858000"/>
              <a:gd name="connsiteX159" fmla="*/ 175047 w 5734864"/>
              <a:gd name="connsiteY159" fmla="*/ 5876483 h 6858000"/>
              <a:gd name="connsiteX160" fmla="*/ 174335 w 5734864"/>
              <a:gd name="connsiteY160" fmla="*/ 5881814 h 6858000"/>
              <a:gd name="connsiteX161" fmla="*/ 171273 w 5734864"/>
              <a:gd name="connsiteY161" fmla="*/ 5895339 h 6858000"/>
              <a:gd name="connsiteX162" fmla="*/ 171658 w 5734864"/>
              <a:gd name="connsiteY162" fmla="*/ 5898749 h 6858000"/>
              <a:gd name="connsiteX163" fmla="*/ 174658 w 5734864"/>
              <a:gd name="connsiteY163" fmla="*/ 5919558 h 6858000"/>
              <a:gd name="connsiteX164" fmla="*/ 169099 w 5734864"/>
              <a:gd name="connsiteY164" fmla="*/ 5984417 h 6858000"/>
              <a:gd name="connsiteX165" fmla="*/ 162007 w 5734864"/>
              <a:gd name="connsiteY165" fmla="*/ 6049043 h 6858000"/>
              <a:gd name="connsiteX166" fmla="*/ 156875 w 5734864"/>
              <a:gd name="connsiteY166" fmla="*/ 6114000 h 6858000"/>
              <a:gd name="connsiteX167" fmla="*/ 165441 w 5734864"/>
              <a:gd name="connsiteY167" fmla="*/ 6146938 h 6858000"/>
              <a:gd name="connsiteX168" fmla="*/ 165177 w 5734864"/>
              <a:gd name="connsiteY168" fmla="*/ 6150658 h 6858000"/>
              <a:gd name="connsiteX169" fmla="*/ 161772 w 5734864"/>
              <a:gd name="connsiteY169" fmla="*/ 6160011 h 6858000"/>
              <a:gd name="connsiteX170" fmla="*/ 160051 w 5734864"/>
              <a:gd name="connsiteY170" fmla="*/ 6163393 h 6858000"/>
              <a:gd name="connsiteX171" fmla="*/ 158473 w 5734864"/>
              <a:gd name="connsiteY171" fmla="*/ 6168628 h 6858000"/>
              <a:gd name="connsiteX172" fmla="*/ 158573 w 5734864"/>
              <a:gd name="connsiteY172" fmla="*/ 6168799 h 6858000"/>
              <a:gd name="connsiteX173" fmla="*/ 146463 w 5734864"/>
              <a:gd name="connsiteY173" fmla="*/ 6196671 h 6858000"/>
              <a:gd name="connsiteX174" fmla="*/ 150209 w 5734864"/>
              <a:gd name="connsiteY174" fmla="*/ 6232365 h 6858000"/>
              <a:gd name="connsiteX175" fmla="*/ 148544 w 5734864"/>
              <a:gd name="connsiteY175" fmla="*/ 6246162 h 6858000"/>
              <a:gd name="connsiteX176" fmla="*/ 148403 w 5734864"/>
              <a:gd name="connsiteY176" fmla="*/ 6253754 h 6858000"/>
              <a:gd name="connsiteX177" fmla="*/ 138880 w 5734864"/>
              <a:gd name="connsiteY177" fmla="*/ 6276449 h 6858000"/>
              <a:gd name="connsiteX178" fmla="*/ 138683 w 5734864"/>
              <a:gd name="connsiteY178" fmla="*/ 6279721 h 6858000"/>
              <a:gd name="connsiteX179" fmla="*/ 130721 w 5734864"/>
              <a:gd name="connsiteY179" fmla="*/ 6293675 h 6858000"/>
              <a:gd name="connsiteX180" fmla="*/ 120717 w 5734864"/>
              <a:gd name="connsiteY180" fmla="*/ 6313967 h 6858000"/>
              <a:gd name="connsiteX181" fmla="*/ 120841 w 5734864"/>
              <a:gd name="connsiteY181" fmla="*/ 6315437 h 6858000"/>
              <a:gd name="connsiteX182" fmla="*/ 115208 w 5734864"/>
              <a:gd name="connsiteY182" fmla="*/ 6324024 h 6858000"/>
              <a:gd name="connsiteX183" fmla="*/ 101217 w 5734864"/>
              <a:gd name="connsiteY183" fmla="*/ 6365923 h 6858000"/>
              <a:gd name="connsiteX184" fmla="*/ 74946 w 5734864"/>
              <a:gd name="connsiteY184" fmla="*/ 6556817 h 6858000"/>
              <a:gd name="connsiteX185" fmla="*/ 16001 w 5734864"/>
              <a:gd name="connsiteY185" fmla="*/ 6808678 h 6858000"/>
              <a:gd name="connsiteX186" fmla="*/ 0 w 5734864"/>
              <a:gd name="connsiteY186" fmla="*/ 6858000 h 6858000"/>
              <a:gd name="connsiteX187" fmla="*/ 5734864 w 5734864"/>
              <a:gd name="connsiteY187" fmla="*/ 6858000 h 6858000"/>
              <a:gd name="connsiteX188" fmla="*/ 5734864 w 5734864"/>
              <a:gd name="connsiteY188" fmla="*/ 0 h 6858000"/>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7865 w 5734864"/>
              <a:gd name="connsiteY13" fmla="*/ 1070795 h 6858000"/>
              <a:gd name="connsiteX14" fmla="*/ 862786 w 5734864"/>
              <a:gd name="connsiteY14" fmla="*/ 1238994 h 6858000"/>
              <a:gd name="connsiteX15" fmla="*/ 859345 w 5734864"/>
              <a:gd name="connsiteY15" fmla="*/ 1380427 h 6858000"/>
              <a:gd name="connsiteX16" fmla="*/ 855172 w 5734864"/>
              <a:gd name="connsiteY16" fmla="*/ 1435262 h 6858000"/>
              <a:gd name="connsiteX17" fmla="*/ 860494 w 5734864"/>
              <a:gd name="connsiteY17" fmla="*/ 1453861 h 6858000"/>
              <a:gd name="connsiteX18" fmla="*/ 853731 w 5734864"/>
              <a:gd name="connsiteY18" fmla="*/ 1467047 h 6858000"/>
              <a:gd name="connsiteX19" fmla="*/ 845847 w 5734864"/>
              <a:gd name="connsiteY19" fmla="*/ 1502307 h 6858000"/>
              <a:gd name="connsiteX20" fmla="*/ 817613 w 5734864"/>
              <a:gd name="connsiteY20" fmla="*/ 1565166 h 6858000"/>
              <a:gd name="connsiteX21" fmla="*/ 804223 w 5734864"/>
              <a:gd name="connsiteY21" fmla="*/ 1601941 h 6858000"/>
              <a:gd name="connsiteX22" fmla="*/ 791773 w 5734864"/>
              <a:gd name="connsiteY22" fmla="*/ 1627005 h 6858000"/>
              <a:gd name="connsiteX23" fmla="*/ 774645 w 5734864"/>
              <a:gd name="connsiteY23" fmla="*/ 1699922 h 6858000"/>
              <a:gd name="connsiteX24" fmla="*/ 752343 w 5734864"/>
              <a:gd name="connsiteY24" fmla="*/ 1824604 h 6858000"/>
              <a:gd name="connsiteX25" fmla="*/ 746254 w 5734864"/>
              <a:gd name="connsiteY25" fmla="*/ 1850222 h 6858000"/>
              <a:gd name="connsiteX26" fmla="*/ 728600 w 5734864"/>
              <a:gd name="connsiteY26" fmla="*/ 1869603 h 6858000"/>
              <a:gd name="connsiteX27" fmla="*/ 724396 w 5734864"/>
              <a:gd name="connsiteY27" fmla="*/ 1883104 h 6858000"/>
              <a:gd name="connsiteX28" fmla="*/ 722165 w 5734864"/>
              <a:gd name="connsiteY28" fmla="*/ 1885924 h 6858000"/>
              <a:gd name="connsiteX29" fmla="*/ 721338 w 5734864"/>
              <a:gd name="connsiteY29" fmla="*/ 1887123 h 6858000"/>
              <a:gd name="connsiteX30" fmla="*/ 714840 w 5734864"/>
              <a:gd name="connsiteY30" fmla="*/ 1902274 h 6858000"/>
              <a:gd name="connsiteX31" fmla="*/ 722847 w 5734864"/>
              <a:gd name="connsiteY31" fmla="*/ 1929891 h 6858000"/>
              <a:gd name="connsiteX32" fmla="*/ 714660 w 5734864"/>
              <a:gd name="connsiteY32" fmla="*/ 1982709 h 6858000"/>
              <a:gd name="connsiteX33" fmla="*/ 710759 w 5734864"/>
              <a:gd name="connsiteY33" fmla="*/ 2013010 h 6858000"/>
              <a:gd name="connsiteX34" fmla="*/ 697927 w 5734864"/>
              <a:gd name="connsiteY34" fmla="*/ 2069833 h 6858000"/>
              <a:gd name="connsiteX35" fmla="*/ 693594 w 5734864"/>
              <a:gd name="connsiteY35" fmla="*/ 2103731 h 6858000"/>
              <a:gd name="connsiteX36" fmla="*/ 691109 w 5734864"/>
              <a:gd name="connsiteY36" fmla="*/ 2124027 h 6858000"/>
              <a:gd name="connsiteX37" fmla="*/ 676593 w 5734864"/>
              <a:gd name="connsiteY37" fmla="*/ 2176182 h 6858000"/>
              <a:gd name="connsiteX38" fmla="*/ 633227 w 5734864"/>
              <a:gd name="connsiteY38" fmla="*/ 2258036 h 6858000"/>
              <a:gd name="connsiteX39" fmla="*/ 625564 w 5734864"/>
              <a:gd name="connsiteY39" fmla="*/ 2284567 h 6858000"/>
              <a:gd name="connsiteX40" fmla="*/ 627074 w 5734864"/>
              <a:gd name="connsiteY40" fmla="*/ 2289605 h 6858000"/>
              <a:gd name="connsiteX41" fmla="*/ 614574 w 5734864"/>
              <a:gd name="connsiteY41" fmla="*/ 2308717 h 6858000"/>
              <a:gd name="connsiteX42" fmla="*/ 606890 w 5734864"/>
              <a:gd name="connsiteY42" fmla="*/ 2320662 h 6858000"/>
              <a:gd name="connsiteX43" fmla="*/ 605558 w 5734864"/>
              <a:gd name="connsiteY43" fmla="*/ 2327897 h 6858000"/>
              <a:gd name="connsiteX44" fmla="*/ 602202 w 5734864"/>
              <a:gd name="connsiteY44" fmla="*/ 2357749 h 6858000"/>
              <a:gd name="connsiteX45" fmla="*/ 600213 w 5734864"/>
              <a:gd name="connsiteY45" fmla="*/ 2364905 h 6858000"/>
              <a:gd name="connsiteX46" fmla="*/ 597160 w 5734864"/>
              <a:gd name="connsiteY46" fmla="*/ 2388351 h 6858000"/>
              <a:gd name="connsiteX47" fmla="*/ 597982 w 5734864"/>
              <a:gd name="connsiteY47" fmla="*/ 2402296 h 6858000"/>
              <a:gd name="connsiteX48" fmla="*/ 593150 w 5734864"/>
              <a:gd name="connsiteY48" fmla="*/ 2420015 h 6858000"/>
              <a:gd name="connsiteX49" fmla="*/ 592833 w 5734864"/>
              <a:gd name="connsiteY49" fmla="*/ 2422749 h 6858000"/>
              <a:gd name="connsiteX50" fmla="*/ 594479 w 5734864"/>
              <a:gd name="connsiteY50" fmla="*/ 2426002 h 6858000"/>
              <a:gd name="connsiteX51" fmla="*/ 591963 w 5734864"/>
              <a:gd name="connsiteY51" fmla="*/ 2431950 h 6858000"/>
              <a:gd name="connsiteX52" fmla="*/ 591544 w 5734864"/>
              <a:gd name="connsiteY52" fmla="*/ 2433897 h 6858000"/>
              <a:gd name="connsiteX53" fmla="*/ 589519 w 5734864"/>
              <a:gd name="connsiteY53" fmla="*/ 2451398 h 6858000"/>
              <a:gd name="connsiteX54" fmla="*/ 590037 w 5734864"/>
              <a:gd name="connsiteY54" fmla="*/ 2455536 h 6858000"/>
              <a:gd name="connsiteX55" fmla="*/ 588179 w 5734864"/>
              <a:gd name="connsiteY55" fmla="*/ 2462981 h 6858000"/>
              <a:gd name="connsiteX56" fmla="*/ 583434 w 5734864"/>
              <a:gd name="connsiteY56" fmla="*/ 2503991 h 6858000"/>
              <a:gd name="connsiteX57" fmla="*/ 567942 w 5734864"/>
              <a:gd name="connsiteY57" fmla="*/ 2652936 h 6858000"/>
              <a:gd name="connsiteX58" fmla="*/ 573869 w 5734864"/>
              <a:gd name="connsiteY58" fmla="*/ 2670188 h 6858000"/>
              <a:gd name="connsiteX59" fmla="*/ 575243 w 5734864"/>
              <a:gd name="connsiteY59" fmla="*/ 2688114 h 6858000"/>
              <a:gd name="connsiteX60" fmla="*/ 573824 w 5734864"/>
              <a:gd name="connsiteY60" fmla="*/ 2689856 h 6858000"/>
              <a:gd name="connsiteX61" fmla="*/ 570699 w 5734864"/>
              <a:gd name="connsiteY61" fmla="*/ 2709353 h 6858000"/>
              <a:gd name="connsiteX62" fmla="*/ 573192 w 5734864"/>
              <a:gd name="connsiteY62" fmla="*/ 2714527 h 6858000"/>
              <a:gd name="connsiteX63" fmla="*/ 572044 w 5734864"/>
              <a:gd name="connsiteY63" fmla="*/ 2728187 h 6858000"/>
              <a:gd name="connsiteX64" fmla="*/ 572465 w 5734864"/>
              <a:gd name="connsiteY64" fmla="*/ 2755863 h 6858000"/>
              <a:gd name="connsiteX65" fmla="*/ 570028 w 5734864"/>
              <a:gd name="connsiteY65" fmla="*/ 2760324 h 6858000"/>
              <a:gd name="connsiteX66" fmla="*/ 566748 w 5734864"/>
              <a:gd name="connsiteY66" fmla="*/ 2800948 h 6858000"/>
              <a:gd name="connsiteX67" fmla="*/ 565509 w 5734864"/>
              <a:gd name="connsiteY67" fmla="*/ 2801167 h 6858000"/>
              <a:gd name="connsiteX68" fmla="*/ 559367 w 5734864"/>
              <a:gd name="connsiteY68" fmla="*/ 2811129 h 6858000"/>
              <a:gd name="connsiteX69" fmla="*/ 550354 w 5734864"/>
              <a:gd name="connsiteY69" fmla="*/ 2830949 h 6858000"/>
              <a:gd name="connsiteX70" fmla="*/ 514795 w 5734864"/>
              <a:gd name="connsiteY70" fmla="*/ 2872433 h 6858000"/>
              <a:gd name="connsiteX71" fmla="*/ 509875 w 5734864"/>
              <a:gd name="connsiteY71" fmla="*/ 2923099 h 6858000"/>
              <a:gd name="connsiteX72" fmla="*/ 509577 w 5734864"/>
              <a:gd name="connsiteY72" fmla="*/ 2923197 h 6858000"/>
              <a:gd name="connsiteX73" fmla="*/ 507597 w 5734864"/>
              <a:gd name="connsiteY73" fmla="*/ 2931868 h 6858000"/>
              <a:gd name="connsiteX74" fmla="*/ 507379 w 5734864"/>
              <a:gd name="connsiteY74" fmla="*/ 2938322 h 6858000"/>
              <a:gd name="connsiteX75" fmla="*/ 504725 w 5734864"/>
              <a:gd name="connsiteY75" fmla="*/ 2954519 h 6858000"/>
              <a:gd name="connsiteX76" fmla="*/ 502018 w 5734864"/>
              <a:gd name="connsiteY76" fmla="*/ 2959643 h 6858000"/>
              <a:gd name="connsiteX77" fmla="*/ 498360 w 5734864"/>
              <a:gd name="connsiteY77" fmla="*/ 2961019 h 6858000"/>
              <a:gd name="connsiteX78" fmla="*/ 498483 w 5734864"/>
              <a:gd name="connsiteY78" fmla="*/ 2962590 h 6858000"/>
              <a:gd name="connsiteX79" fmla="*/ 484403 w 5734864"/>
              <a:gd name="connsiteY79" fmla="*/ 2990538 h 6858000"/>
              <a:gd name="connsiteX80" fmla="*/ 463075 w 5734864"/>
              <a:gd name="connsiteY80" fmla="*/ 3055956 h 6858000"/>
              <a:gd name="connsiteX81" fmla="*/ 455013 w 5734864"/>
              <a:gd name="connsiteY81" fmla="*/ 3094482 h 6858000"/>
              <a:gd name="connsiteX82" fmla="*/ 428391 w 5734864"/>
              <a:gd name="connsiteY82" fmla="*/ 3198850 h 6858000"/>
              <a:gd name="connsiteX83" fmla="*/ 401440 w 5734864"/>
              <a:gd name="connsiteY83" fmla="*/ 3307560 h 6858000"/>
              <a:gd name="connsiteX84" fmla="*/ 386076 w 5734864"/>
              <a:gd name="connsiteY84" fmla="*/ 3373943 h 6858000"/>
              <a:gd name="connsiteX85" fmla="*/ 374726 w 5734864"/>
              <a:gd name="connsiteY85" fmla="*/ 3381364 h 6858000"/>
              <a:gd name="connsiteX86" fmla="*/ 369145 w 5734864"/>
              <a:gd name="connsiteY86" fmla="*/ 3383729 h 6858000"/>
              <a:gd name="connsiteX87" fmla="*/ 364294 w 5734864"/>
              <a:gd name="connsiteY87" fmla="*/ 3414159 h 6858000"/>
              <a:gd name="connsiteX88" fmla="*/ 366450 w 5734864"/>
              <a:gd name="connsiteY88" fmla="*/ 3436925 h 6858000"/>
              <a:gd name="connsiteX89" fmla="*/ 351743 w 5734864"/>
              <a:gd name="connsiteY89" fmla="*/ 3521619 h 6858000"/>
              <a:gd name="connsiteX90" fmla="*/ 345784 w 5734864"/>
              <a:gd name="connsiteY90" fmla="*/ 3603757 h 6858000"/>
              <a:gd name="connsiteX91" fmla="*/ 344198 w 5734864"/>
              <a:gd name="connsiteY91" fmla="*/ 3652424 h 6858000"/>
              <a:gd name="connsiteX92" fmla="*/ 352450 w 5734864"/>
              <a:gd name="connsiteY92" fmla="*/ 3665222 h 6858000"/>
              <a:gd name="connsiteX93" fmla="*/ 342621 w 5734864"/>
              <a:gd name="connsiteY93" fmla="*/ 3700804 h 6858000"/>
              <a:gd name="connsiteX94" fmla="*/ 341514 w 5734864"/>
              <a:gd name="connsiteY94" fmla="*/ 3734774 h 6858000"/>
              <a:gd name="connsiteX95" fmla="*/ 340607 w 5734864"/>
              <a:gd name="connsiteY95" fmla="*/ 3785153 h 6858000"/>
              <a:gd name="connsiteX96" fmla="*/ 340707 w 5734864"/>
              <a:gd name="connsiteY96" fmla="*/ 3788177 h 6858000"/>
              <a:gd name="connsiteX97" fmla="*/ 340361 w 5734864"/>
              <a:gd name="connsiteY97" fmla="*/ 3798803 h 6858000"/>
              <a:gd name="connsiteX98" fmla="*/ 339642 w 5734864"/>
              <a:gd name="connsiteY98" fmla="*/ 3838750 h 6858000"/>
              <a:gd name="connsiteX99" fmla="*/ 360295 w 5734864"/>
              <a:gd name="connsiteY99" fmla="*/ 4015196 h 6858000"/>
              <a:gd name="connsiteX100" fmla="*/ 339043 w 5734864"/>
              <a:gd name="connsiteY100" fmla="*/ 4052778 h 6858000"/>
              <a:gd name="connsiteX101" fmla="*/ 339343 w 5734864"/>
              <a:gd name="connsiteY101" fmla="*/ 4096257 h 6858000"/>
              <a:gd name="connsiteX102" fmla="*/ 340786 w 5734864"/>
              <a:gd name="connsiteY102" fmla="*/ 4321136 h 6858000"/>
              <a:gd name="connsiteX103" fmla="*/ 343158 w 5734864"/>
              <a:gd name="connsiteY103" fmla="*/ 4429174 h 6858000"/>
              <a:gd name="connsiteX104" fmla="*/ 334599 w 5734864"/>
              <a:gd name="connsiteY104" fmla="*/ 4449938 h 6858000"/>
              <a:gd name="connsiteX105" fmla="*/ 332890 w 5734864"/>
              <a:gd name="connsiteY105" fmla="*/ 4453515 h 6858000"/>
              <a:gd name="connsiteX106" fmla="*/ 331105 w 5734864"/>
              <a:gd name="connsiteY106" fmla="*/ 4467941 h 6858000"/>
              <a:gd name="connsiteX107" fmla="*/ 324289 w 5734864"/>
              <a:gd name="connsiteY107" fmla="*/ 4471861 h 6858000"/>
              <a:gd name="connsiteX108" fmla="*/ 317079 w 5734864"/>
              <a:gd name="connsiteY108" fmla="*/ 4493468 h 6858000"/>
              <a:gd name="connsiteX109" fmla="*/ 315557 w 5734864"/>
              <a:gd name="connsiteY109" fmla="*/ 4520067 h 6858000"/>
              <a:gd name="connsiteX110" fmla="*/ 315240 w 5734864"/>
              <a:gd name="connsiteY110" fmla="*/ 4536872 h 6858000"/>
              <a:gd name="connsiteX111" fmla="*/ 316200 w 5734864"/>
              <a:gd name="connsiteY111" fmla="*/ 4538297 h 6858000"/>
              <a:gd name="connsiteX112" fmla="*/ 317507 w 5734864"/>
              <a:gd name="connsiteY112" fmla="*/ 4547582 h 6858000"/>
              <a:gd name="connsiteX113" fmla="*/ 323078 w 5734864"/>
              <a:gd name="connsiteY113" fmla="*/ 4592102 h 6858000"/>
              <a:gd name="connsiteX114" fmla="*/ 328722 w 5734864"/>
              <a:gd name="connsiteY114" fmla="*/ 4667914 h 6858000"/>
              <a:gd name="connsiteX115" fmla="*/ 335597 w 5734864"/>
              <a:gd name="connsiteY115" fmla="*/ 4695035 h 6858000"/>
              <a:gd name="connsiteX116" fmla="*/ 339485 w 5734864"/>
              <a:gd name="connsiteY116" fmla="*/ 4695979 h 6858000"/>
              <a:gd name="connsiteX117" fmla="*/ 341089 w 5734864"/>
              <a:gd name="connsiteY117" fmla="*/ 4704268 h 6858000"/>
              <a:gd name="connsiteX118" fmla="*/ 342177 w 5734864"/>
              <a:gd name="connsiteY118" fmla="*/ 4706060 h 6858000"/>
              <a:gd name="connsiteX119" fmla="*/ 347751 w 5734864"/>
              <a:gd name="connsiteY119" fmla="*/ 4716754 h 6858000"/>
              <a:gd name="connsiteX120" fmla="*/ 344125 w 5734864"/>
              <a:gd name="connsiteY120" fmla="*/ 4764669 h 6858000"/>
              <a:gd name="connsiteX121" fmla="*/ 340188 w 5734864"/>
              <a:gd name="connsiteY121" fmla="*/ 4779386 h 6858000"/>
              <a:gd name="connsiteX122" fmla="*/ 335146 w 5734864"/>
              <a:gd name="connsiteY122" fmla="*/ 4787491 h 6858000"/>
              <a:gd name="connsiteX123" fmla="*/ 319124 w 5734864"/>
              <a:gd name="connsiteY123" fmla="*/ 4843514 h 6858000"/>
              <a:gd name="connsiteX124" fmla="*/ 305956 w 5734864"/>
              <a:gd name="connsiteY124" fmla="*/ 4881505 h 6858000"/>
              <a:gd name="connsiteX125" fmla="*/ 301062 w 5734864"/>
              <a:gd name="connsiteY125" fmla="*/ 4889332 h 6858000"/>
              <a:gd name="connsiteX126" fmla="*/ 302141 w 5734864"/>
              <a:gd name="connsiteY126" fmla="*/ 4899400 h 6858000"/>
              <a:gd name="connsiteX127" fmla="*/ 304424 w 5734864"/>
              <a:gd name="connsiteY127" fmla="*/ 4902664 h 6858000"/>
              <a:gd name="connsiteX128" fmla="*/ 293123 w 5734864"/>
              <a:gd name="connsiteY128" fmla="*/ 4932769 h 6858000"/>
              <a:gd name="connsiteX129" fmla="*/ 292275 w 5734864"/>
              <a:gd name="connsiteY129" fmla="*/ 4936482 h 6858000"/>
              <a:gd name="connsiteX130" fmla="*/ 288304 w 5734864"/>
              <a:gd name="connsiteY130" fmla="*/ 4962325 h 6858000"/>
              <a:gd name="connsiteX131" fmla="*/ 287420 w 5734864"/>
              <a:gd name="connsiteY131" fmla="*/ 5042193 h 6858000"/>
              <a:gd name="connsiteX132" fmla="*/ 287020 w 5734864"/>
              <a:gd name="connsiteY132" fmla="*/ 5065655 h 6858000"/>
              <a:gd name="connsiteX133" fmla="*/ 288488 w 5734864"/>
              <a:gd name="connsiteY133" fmla="*/ 5082216 h 6858000"/>
              <a:gd name="connsiteX134" fmla="*/ 282763 w 5734864"/>
              <a:gd name="connsiteY134" fmla="*/ 5127114 h 6858000"/>
              <a:gd name="connsiteX135" fmla="*/ 269316 w 5734864"/>
              <a:gd name="connsiteY135" fmla="*/ 5202682 h 6858000"/>
              <a:gd name="connsiteX136" fmla="*/ 269174 w 5734864"/>
              <a:gd name="connsiteY136" fmla="*/ 5230835 h 6858000"/>
              <a:gd name="connsiteX137" fmla="*/ 272679 w 5734864"/>
              <a:gd name="connsiteY137" fmla="*/ 5232660 h 6858000"/>
              <a:gd name="connsiteX138" fmla="*/ 272160 w 5734864"/>
              <a:gd name="connsiteY138" fmla="*/ 5241150 h 6858000"/>
              <a:gd name="connsiteX139" fmla="*/ 272760 w 5734864"/>
              <a:gd name="connsiteY139" fmla="*/ 5243156 h 6858000"/>
              <a:gd name="connsiteX140" fmla="*/ 275462 w 5734864"/>
              <a:gd name="connsiteY140" fmla="*/ 5254919 h 6858000"/>
              <a:gd name="connsiteX141" fmla="*/ 262897 w 5734864"/>
              <a:gd name="connsiteY141" fmla="*/ 5286259 h 6858000"/>
              <a:gd name="connsiteX142" fmla="*/ 252761 w 5734864"/>
              <a:gd name="connsiteY142" fmla="*/ 5357801 h 6858000"/>
              <a:gd name="connsiteX143" fmla="*/ 242360 w 5734864"/>
              <a:gd name="connsiteY143" fmla="*/ 5460080 h 6858000"/>
              <a:gd name="connsiteX144" fmla="*/ 229880 w 5734864"/>
              <a:gd name="connsiteY144" fmla="*/ 5539714 h 6858000"/>
              <a:gd name="connsiteX145" fmla="*/ 204283 w 5734864"/>
              <a:gd name="connsiteY145" fmla="*/ 5639080 h 6858000"/>
              <a:gd name="connsiteX146" fmla="*/ 198948 w 5734864"/>
              <a:gd name="connsiteY146" fmla="*/ 5710958 h 6858000"/>
              <a:gd name="connsiteX147" fmla="*/ 192367 w 5734864"/>
              <a:gd name="connsiteY147" fmla="*/ 5719859 h 6858000"/>
              <a:gd name="connsiteX148" fmla="*/ 188035 w 5734864"/>
              <a:gd name="connsiteY148" fmla="*/ 5729935 h 6858000"/>
              <a:gd name="connsiteX149" fmla="*/ 188428 w 5734864"/>
              <a:gd name="connsiteY149" fmla="*/ 5731182 h 6858000"/>
              <a:gd name="connsiteX150" fmla="*/ 181635 w 5734864"/>
              <a:gd name="connsiteY150" fmla="*/ 5753538 h 6858000"/>
              <a:gd name="connsiteX151" fmla="*/ 169744 w 5734864"/>
              <a:gd name="connsiteY151" fmla="*/ 5796307 h 6858000"/>
              <a:gd name="connsiteX152" fmla="*/ 170351 w 5734864"/>
              <a:gd name="connsiteY152" fmla="*/ 5796644 h 6858000"/>
              <a:gd name="connsiteX153" fmla="*/ 171559 w 5734864"/>
              <a:gd name="connsiteY153" fmla="*/ 5803435 h 6858000"/>
              <a:gd name="connsiteX154" fmla="*/ 172284 w 5734864"/>
              <a:gd name="connsiteY154" fmla="*/ 5816391 h 6858000"/>
              <a:gd name="connsiteX155" fmla="*/ 182542 w 5734864"/>
              <a:gd name="connsiteY155" fmla="*/ 5846382 h 6858000"/>
              <a:gd name="connsiteX156" fmla="*/ 175877 w 5734864"/>
              <a:gd name="connsiteY156" fmla="*/ 5871336 h 6858000"/>
              <a:gd name="connsiteX157" fmla="*/ 174910 w 5734864"/>
              <a:gd name="connsiteY157" fmla="*/ 5876376 h 6858000"/>
              <a:gd name="connsiteX158" fmla="*/ 175047 w 5734864"/>
              <a:gd name="connsiteY158" fmla="*/ 5876483 h 6858000"/>
              <a:gd name="connsiteX159" fmla="*/ 174335 w 5734864"/>
              <a:gd name="connsiteY159" fmla="*/ 5881814 h 6858000"/>
              <a:gd name="connsiteX160" fmla="*/ 171273 w 5734864"/>
              <a:gd name="connsiteY160" fmla="*/ 5895339 h 6858000"/>
              <a:gd name="connsiteX161" fmla="*/ 171658 w 5734864"/>
              <a:gd name="connsiteY161" fmla="*/ 5898749 h 6858000"/>
              <a:gd name="connsiteX162" fmla="*/ 174658 w 5734864"/>
              <a:gd name="connsiteY162" fmla="*/ 5919558 h 6858000"/>
              <a:gd name="connsiteX163" fmla="*/ 169099 w 5734864"/>
              <a:gd name="connsiteY163" fmla="*/ 5984417 h 6858000"/>
              <a:gd name="connsiteX164" fmla="*/ 162007 w 5734864"/>
              <a:gd name="connsiteY164" fmla="*/ 6049043 h 6858000"/>
              <a:gd name="connsiteX165" fmla="*/ 156875 w 5734864"/>
              <a:gd name="connsiteY165" fmla="*/ 6114000 h 6858000"/>
              <a:gd name="connsiteX166" fmla="*/ 165441 w 5734864"/>
              <a:gd name="connsiteY166" fmla="*/ 6146938 h 6858000"/>
              <a:gd name="connsiteX167" fmla="*/ 165177 w 5734864"/>
              <a:gd name="connsiteY167" fmla="*/ 6150658 h 6858000"/>
              <a:gd name="connsiteX168" fmla="*/ 161772 w 5734864"/>
              <a:gd name="connsiteY168" fmla="*/ 6160011 h 6858000"/>
              <a:gd name="connsiteX169" fmla="*/ 160051 w 5734864"/>
              <a:gd name="connsiteY169" fmla="*/ 6163393 h 6858000"/>
              <a:gd name="connsiteX170" fmla="*/ 158473 w 5734864"/>
              <a:gd name="connsiteY170" fmla="*/ 6168628 h 6858000"/>
              <a:gd name="connsiteX171" fmla="*/ 158573 w 5734864"/>
              <a:gd name="connsiteY171" fmla="*/ 6168799 h 6858000"/>
              <a:gd name="connsiteX172" fmla="*/ 146463 w 5734864"/>
              <a:gd name="connsiteY172" fmla="*/ 6196671 h 6858000"/>
              <a:gd name="connsiteX173" fmla="*/ 150209 w 5734864"/>
              <a:gd name="connsiteY173" fmla="*/ 6232365 h 6858000"/>
              <a:gd name="connsiteX174" fmla="*/ 148544 w 5734864"/>
              <a:gd name="connsiteY174" fmla="*/ 6246162 h 6858000"/>
              <a:gd name="connsiteX175" fmla="*/ 148403 w 5734864"/>
              <a:gd name="connsiteY175" fmla="*/ 6253754 h 6858000"/>
              <a:gd name="connsiteX176" fmla="*/ 138880 w 5734864"/>
              <a:gd name="connsiteY176" fmla="*/ 6276449 h 6858000"/>
              <a:gd name="connsiteX177" fmla="*/ 138683 w 5734864"/>
              <a:gd name="connsiteY177" fmla="*/ 6279721 h 6858000"/>
              <a:gd name="connsiteX178" fmla="*/ 130721 w 5734864"/>
              <a:gd name="connsiteY178" fmla="*/ 6293675 h 6858000"/>
              <a:gd name="connsiteX179" fmla="*/ 120717 w 5734864"/>
              <a:gd name="connsiteY179" fmla="*/ 6313967 h 6858000"/>
              <a:gd name="connsiteX180" fmla="*/ 120841 w 5734864"/>
              <a:gd name="connsiteY180" fmla="*/ 6315437 h 6858000"/>
              <a:gd name="connsiteX181" fmla="*/ 115208 w 5734864"/>
              <a:gd name="connsiteY181" fmla="*/ 6324024 h 6858000"/>
              <a:gd name="connsiteX182" fmla="*/ 101217 w 5734864"/>
              <a:gd name="connsiteY182" fmla="*/ 6365923 h 6858000"/>
              <a:gd name="connsiteX183" fmla="*/ 74946 w 5734864"/>
              <a:gd name="connsiteY183" fmla="*/ 6556817 h 6858000"/>
              <a:gd name="connsiteX184" fmla="*/ 16001 w 5734864"/>
              <a:gd name="connsiteY184" fmla="*/ 6808678 h 6858000"/>
              <a:gd name="connsiteX185" fmla="*/ 0 w 5734864"/>
              <a:gd name="connsiteY185" fmla="*/ 6858000 h 6858000"/>
              <a:gd name="connsiteX186" fmla="*/ 5734864 w 5734864"/>
              <a:gd name="connsiteY186" fmla="*/ 6858000 h 6858000"/>
              <a:gd name="connsiteX187" fmla="*/ 5734864 w 5734864"/>
              <a:gd name="connsiteY18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Lst>
            <a:rect l="l" t="t" r="r" b="b"/>
            <a:pathLst>
              <a:path w="5734864" h="6858000">
                <a:moveTo>
                  <a:pt x="5734864" y="0"/>
                </a:moveTo>
                <a:lnTo>
                  <a:pt x="771611" y="0"/>
                </a:lnTo>
                <a:cubicBezTo>
                  <a:pt x="771634" y="16369"/>
                  <a:pt x="771656" y="32739"/>
                  <a:pt x="771679" y="49108"/>
                </a:cubicBezTo>
                <a:cubicBezTo>
                  <a:pt x="775201" y="55622"/>
                  <a:pt x="788724" y="196721"/>
                  <a:pt x="794248" y="200968"/>
                </a:cubicBezTo>
                <a:lnTo>
                  <a:pt x="801749" y="414071"/>
                </a:lnTo>
                <a:cubicBezTo>
                  <a:pt x="807329" y="440933"/>
                  <a:pt x="835107" y="598697"/>
                  <a:pt x="818548" y="585467"/>
                </a:cubicBezTo>
                <a:cubicBezTo>
                  <a:pt x="856197" y="664140"/>
                  <a:pt x="837895" y="708473"/>
                  <a:pt x="857476" y="800623"/>
                </a:cubicBezTo>
                <a:cubicBezTo>
                  <a:pt x="822401" y="857344"/>
                  <a:pt x="855723" y="824571"/>
                  <a:pt x="851083" y="878903"/>
                </a:cubicBezTo>
                <a:cubicBezTo>
                  <a:pt x="884811" y="859448"/>
                  <a:pt x="834648" y="946397"/>
                  <a:pt x="873564" y="943826"/>
                </a:cubicBezTo>
                <a:cubicBezTo>
                  <a:pt x="871487" y="953795"/>
                  <a:pt x="868248" y="963533"/>
                  <a:pt x="864705" y="973328"/>
                </a:cubicBezTo>
                <a:lnTo>
                  <a:pt x="862869" y="978457"/>
                </a:lnTo>
                <a:lnTo>
                  <a:pt x="862233" y="998041"/>
                </a:lnTo>
                <a:lnTo>
                  <a:pt x="853665" y="1004750"/>
                </a:lnTo>
                <a:lnTo>
                  <a:pt x="847865" y="1070795"/>
                </a:lnTo>
                <a:cubicBezTo>
                  <a:pt x="870234" y="1110486"/>
                  <a:pt x="833172" y="1190441"/>
                  <a:pt x="862786" y="1238994"/>
                </a:cubicBezTo>
                <a:cubicBezTo>
                  <a:pt x="864699" y="1290599"/>
                  <a:pt x="860615" y="1347716"/>
                  <a:pt x="859345" y="1380427"/>
                </a:cubicBezTo>
                <a:cubicBezTo>
                  <a:pt x="845703" y="1396391"/>
                  <a:pt x="873184" y="1435525"/>
                  <a:pt x="855172" y="1435262"/>
                </a:cubicBezTo>
                <a:lnTo>
                  <a:pt x="860494" y="1453861"/>
                </a:lnTo>
                <a:lnTo>
                  <a:pt x="853731" y="1467047"/>
                </a:lnTo>
                <a:cubicBezTo>
                  <a:pt x="846549" y="1480528"/>
                  <a:pt x="841728" y="1491093"/>
                  <a:pt x="845847" y="1502307"/>
                </a:cubicBezTo>
                <a:lnTo>
                  <a:pt x="817613" y="1565166"/>
                </a:lnTo>
                <a:cubicBezTo>
                  <a:pt x="805468" y="1557258"/>
                  <a:pt x="816534" y="1596564"/>
                  <a:pt x="804223" y="1601941"/>
                </a:cubicBezTo>
                <a:cubicBezTo>
                  <a:pt x="794287" y="1604654"/>
                  <a:pt x="795328" y="1617209"/>
                  <a:pt x="791773" y="1627005"/>
                </a:cubicBezTo>
                <a:cubicBezTo>
                  <a:pt x="781684" y="1634393"/>
                  <a:pt x="772978" y="1683187"/>
                  <a:pt x="774645" y="1699922"/>
                </a:cubicBezTo>
                <a:cubicBezTo>
                  <a:pt x="785341" y="1746767"/>
                  <a:pt x="744845" y="1787099"/>
                  <a:pt x="752343" y="1824604"/>
                </a:cubicBezTo>
                <a:cubicBezTo>
                  <a:pt x="751502" y="1834578"/>
                  <a:pt x="749297" y="1842929"/>
                  <a:pt x="746254" y="1850222"/>
                </a:cubicBezTo>
                <a:lnTo>
                  <a:pt x="728600" y="1869603"/>
                </a:lnTo>
                <a:lnTo>
                  <a:pt x="724396" y="1883104"/>
                </a:lnTo>
                <a:lnTo>
                  <a:pt x="722165" y="1885924"/>
                </a:lnTo>
                <a:lnTo>
                  <a:pt x="721338" y="1887123"/>
                </a:lnTo>
                <a:lnTo>
                  <a:pt x="714840" y="1902274"/>
                </a:lnTo>
                <a:lnTo>
                  <a:pt x="722847" y="1929891"/>
                </a:lnTo>
                <a:lnTo>
                  <a:pt x="714660" y="1982709"/>
                </a:lnTo>
                <a:cubicBezTo>
                  <a:pt x="727725" y="2006201"/>
                  <a:pt x="714739" y="1997091"/>
                  <a:pt x="710759" y="2013010"/>
                </a:cubicBezTo>
                <a:cubicBezTo>
                  <a:pt x="707970" y="2027531"/>
                  <a:pt x="700788" y="2054714"/>
                  <a:pt x="697927" y="2069833"/>
                </a:cubicBezTo>
                <a:cubicBezTo>
                  <a:pt x="685211" y="2080229"/>
                  <a:pt x="698762" y="2088241"/>
                  <a:pt x="693594" y="2103731"/>
                </a:cubicBezTo>
                <a:cubicBezTo>
                  <a:pt x="688481" y="2110649"/>
                  <a:pt x="687183" y="2115973"/>
                  <a:pt x="691109" y="2124027"/>
                </a:cubicBezTo>
                <a:cubicBezTo>
                  <a:pt x="666413" y="2155740"/>
                  <a:pt x="688031" y="2144874"/>
                  <a:pt x="676593" y="2176182"/>
                </a:cubicBezTo>
                <a:cubicBezTo>
                  <a:pt x="665190" y="2202944"/>
                  <a:pt x="656416" y="2233857"/>
                  <a:pt x="633227" y="2258036"/>
                </a:cubicBezTo>
                <a:cubicBezTo>
                  <a:pt x="626930" y="2262191"/>
                  <a:pt x="623498" y="2274069"/>
                  <a:pt x="625564" y="2284567"/>
                </a:cubicBezTo>
                <a:cubicBezTo>
                  <a:pt x="625918" y="2286374"/>
                  <a:pt x="626427" y="2288071"/>
                  <a:pt x="627074" y="2289605"/>
                </a:cubicBezTo>
                <a:cubicBezTo>
                  <a:pt x="619029" y="2296628"/>
                  <a:pt x="616453" y="2303188"/>
                  <a:pt x="614574" y="2308717"/>
                </a:cubicBezTo>
                <a:lnTo>
                  <a:pt x="606890" y="2320662"/>
                </a:lnTo>
                <a:lnTo>
                  <a:pt x="605558" y="2327897"/>
                </a:lnTo>
                <a:lnTo>
                  <a:pt x="602202" y="2357749"/>
                </a:lnTo>
                <a:lnTo>
                  <a:pt x="600213" y="2364905"/>
                </a:lnTo>
                <a:lnTo>
                  <a:pt x="597160" y="2388351"/>
                </a:lnTo>
                <a:lnTo>
                  <a:pt x="597982" y="2402296"/>
                </a:lnTo>
                <a:lnTo>
                  <a:pt x="593150" y="2420015"/>
                </a:lnTo>
                <a:cubicBezTo>
                  <a:pt x="593044" y="2420926"/>
                  <a:pt x="592939" y="2421838"/>
                  <a:pt x="592833" y="2422749"/>
                </a:cubicBezTo>
                <a:lnTo>
                  <a:pt x="594479" y="2426002"/>
                </a:lnTo>
                <a:cubicBezTo>
                  <a:pt x="594168" y="2427683"/>
                  <a:pt x="593118" y="2429721"/>
                  <a:pt x="591963" y="2431950"/>
                </a:cubicBezTo>
                <a:cubicBezTo>
                  <a:pt x="591823" y="2432599"/>
                  <a:pt x="591684" y="2433248"/>
                  <a:pt x="591544" y="2433897"/>
                </a:cubicBezTo>
                <a:lnTo>
                  <a:pt x="589519" y="2451398"/>
                </a:lnTo>
                <a:cubicBezTo>
                  <a:pt x="589692" y="2452777"/>
                  <a:pt x="589864" y="2454157"/>
                  <a:pt x="590037" y="2455536"/>
                </a:cubicBezTo>
                <a:lnTo>
                  <a:pt x="588179" y="2462981"/>
                </a:lnTo>
                <a:lnTo>
                  <a:pt x="583434" y="2503991"/>
                </a:lnTo>
                <a:cubicBezTo>
                  <a:pt x="576530" y="2566058"/>
                  <a:pt x="570433" y="2625224"/>
                  <a:pt x="567942" y="2652936"/>
                </a:cubicBezTo>
                <a:cubicBezTo>
                  <a:pt x="570864" y="2658290"/>
                  <a:pt x="572739" y="2664095"/>
                  <a:pt x="573869" y="2670188"/>
                </a:cubicBezTo>
                <a:lnTo>
                  <a:pt x="575243" y="2688114"/>
                </a:lnTo>
                <a:lnTo>
                  <a:pt x="573824" y="2689856"/>
                </a:lnTo>
                <a:cubicBezTo>
                  <a:pt x="569972" y="2698471"/>
                  <a:pt x="569572" y="2704494"/>
                  <a:pt x="570699" y="2709353"/>
                </a:cubicBezTo>
                <a:lnTo>
                  <a:pt x="573192" y="2714527"/>
                </a:lnTo>
                <a:cubicBezTo>
                  <a:pt x="572809" y="2719080"/>
                  <a:pt x="572427" y="2723634"/>
                  <a:pt x="572044" y="2728187"/>
                </a:cubicBezTo>
                <a:cubicBezTo>
                  <a:pt x="572184" y="2737412"/>
                  <a:pt x="572325" y="2746638"/>
                  <a:pt x="572465" y="2755863"/>
                </a:cubicBezTo>
                <a:lnTo>
                  <a:pt x="570028" y="2760324"/>
                </a:lnTo>
                <a:lnTo>
                  <a:pt x="566748" y="2800948"/>
                </a:lnTo>
                <a:lnTo>
                  <a:pt x="565509" y="2801167"/>
                </a:lnTo>
                <a:cubicBezTo>
                  <a:pt x="562655" y="2802587"/>
                  <a:pt x="560408" y="2805381"/>
                  <a:pt x="559367" y="2811129"/>
                </a:cubicBezTo>
                <a:cubicBezTo>
                  <a:pt x="543471" y="2797318"/>
                  <a:pt x="552020" y="2812773"/>
                  <a:pt x="550354" y="2830949"/>
                </a:cubicBezTo>
                <a:cubicBezTo>
                  <a:pt x="525292" y="2813553"/>
                  <a:pt x="531129" y="2868192"/>
                  <a:pt x="514795" y="2872433"/>
                </a:cubicBezTo>
                <a:lnTo>
                  <a:pt x="509875" y="2923099"/>
                </a:lnTo>
                <a:lnTo>
                  <a:pt x="509577" y="2923197"/>
                </a:lnTo>
                <a:cubicBezTo>
                  <a:pt x="508704" y="2924865"/>
                  <a:pt x="508038" y="2927556"/>
                  <a:pt x="507597" y="2931868"/>
                </a:cubicBezTo>
                <a:cubicBezTo>
                  <a:pt x="507524" y="2934019"/>
                  <a:pt x="507452" y="2936171"/>
                  <a:pt x="507379" y="2938322"/>
                </a:cubicBezTo>
                <a:lnTo>
                  <a:pt x="504725" y="2954519"/>
                </a:lnTo>
                <a:lnTo>
                  <a:pt x="502018" y="2959643"/>
                </a:lnTo>
                <a:lnTo>
                  <a:pt x="498360" y="2961019"/>
                </a:lnTo>
                <a:lnTo>
                  <a:pt x="498483" y="2962590"/>
                </a:lnTo>
                <a:cubicBezTo>
                  <a:pt x="502388" y="2975027"/>
                  <a:pt x="510202" y="2980016"/>
                  <a:pt x="484403" y="2990538"/>
                </a:cubicBezTo>
                <a:cubicBezTo>
                  <a:pt x="489425" y="3018352"/>
                  <a:pt x="474337" y="3021029"/>
                  <a:pt x="463075" y="3055956"/>
                </a:cubicBezTo>
                <a:cubicBezTo>
                  <a:pt x="469487" y="3072485"/>
                  <a:pt x="464165" y="3083955"/>
                  <a:pt x="455013" y="3094482"/>
                </a:cubicBezTo>
                <a:cubicBezTo>
                  <a:pt x="453131" y="3130054"/>
                  <a:pt x="437643" y="3160106"/>
                  <a:pt x="428391" y="3198850"/>
                </a:cubicBezTo>
                <a:lnTo>
                  <a:pt x="401440" y="3307560"/>
                </a:lnTo>
                <a:lnTo>
                  <a:pt x="386076" y="3373943"/>
                </a:lnTo>
                <a:cubicBezTo>
                  <a:pt x="386236" y="3376061"/>
                  <a:pt x="380537" y="3378856"/>
                  <a:pt x="374726" y="3381364"/>
                </a:cubicBezTo>
                <a:lnTo>
                  <a:pt x="369145" y="3383729"/>
                </a:lnTo>
                <a:lnTo>
                  <a:pt x="364294" y="3414159"/>
                </a:lnTo>
                <a:lnTo>
                  <a:pt x="366450" y="3436925"/>
                </a:lnTo>
                <a:lnTo>
                  <a:pt x="351743" y="3521619"/>
                </a:lnTo>
                <a:lnTo>
                  <a:pt x="345784" y="3603757"/>
                </a:lnTo>
                <a:cubicBezTo>
                  <a:pt x="345255" y="3619979"/>
                  <a:pt x="344727" y="3636202"/>
                  <a:pt x="344198" y="3652424"/>
                </a:cubicBezTo>
                <a:lnTo>
                  <a:pt x="352450" y="3665222"/>
                </a:lnTo>
                <a:lnTo>
                  <a:pt x="342621" y="3700804"/>
                </a:lnTo>
                <a:lnTo>
                  <a:pt x="341514" y="3734774"/>
                </a:lnTo>
                <a:cubicBezTo>
                  <a:pt x="341212" y="3751567"/>
                  <a:pt x="340909" y="3768360"/>
                  <a:pt x="340607" y="3785153"/>
                </a:cubicBezTo>
                <a:cubicBezTo>
                  <a:pt x="340640" y="3786161"/>
                  <a:pt x="340674" y="3787169"/>
                  <a:pt x="340707" y="3788177"/>
                </a:cubicBezTo>
                <a:cubicBezTo>
                  <a:pt x="340592" y="3791719"/>
                  <a:pt x="340476" y="3795261"/>
                  <a:pt x="340361" y="3798803"/>
                </a:cubicBezTo>
                <a:cubicBezTo>
                  <a:pt x="340121" y="3812119"/>
                  <a:pt x="339882" y="3825434"/>
                  <a:pt x="339642" y="3838750"/>
                </a:cubicBezTo>
                <a:cubicBezTo>
                  <a:pt x="337363" y="3949044"/>
                  <a:pt x="361794" y="3960437"/>
                  <a:pt x="360295" y="4015196"/>
                </a:cubicBezTo>
                <a:lnTo>
                  <a:pt x="339043" y="4052778"/>
                </a:lnTo>
                <a:lnTo>
                  <a:pt x="339343" y="4096257"/>
                </a:lnTo>
                <a:cubicBezTo>
                  <a:pt x="362058" y="4159145"/>
                  <a:pt x="332404" y="4250479"/>
                  <a:pt x="340786" y="4321136"/>
                </a:cubicBezTo>
                <a:cubicBezTo>
                  <a:pt x="341421" y="4376624"/>
                  <a:pt x="344189" y="4407708"/>
                  <a:pt x="343158" y="4429174"/>
                </a:cubicBezTo>
                <a:cubicBezTo>
                  <a:pt x="340948" y="4436304"/>
                  <a:pt x="337887" y="4443121"/>
                  <a:pt x="334599" y="4449938"/>
                </a:cubicBezTo>
                <a:lnTo>
                  <a:pt x="332890" y="4453515"/>
                </a:lnTo>
                <a:lnTo>
                  <a:pt x="331105" y="4467941"/>
                </a:lnTo>
                <a:lnTo>
                  <a:pt x="324289" y="4471861"/>
                </a:lnTo>
                <a:lnTo>
                  <a:pt x="317079" y="4493468"/>
                </a:lnTo>
                <a:cubicBezTo>
                  <a:pt x="315353" y="4501584"/>
                  <a:pt x="314639" y="4510343"/>
                  <a:pt x="315557" y="4520067"/>
                </a:cubicBezTo>
                <a:cubicBezTo>
                  <a:pt x="315451" y="4525669"/>
                  <a:pt x="315346" y="4531270"/>
                  <a:pt x="315240" y="4536872"/>
                </a:cubicBezTo>
                <a:lnTo>
                  <a:pt x="316200" y="4538297"/>
                </a:lnTo>
                <a:cubicBezTo>
                  <a:pt x="316738" y="4541182"/>
                  <a:pt x="316785" y="4544563"/>
                  <a:pt x="317507" y="4547582"/>
                </a:cubicBezTo>
                <a:cubicBezTo>
                  <a:pt x="322716" y="4552468"/>
                  <a:pt x="324912" y="4582137"/>
                  <a:pt x="323078" y="4592102"/>
                </a:cubicBezTo>
                <a:cubicBezTo>
                  <a:pt x="314597" y="4619728"/>
                  <a:pt x="334923" y="4645745"/>
                  <a:pt x="328722" y="4667914"/>
                </a:cubicBezTo>
                <a:cubicBezTo>
                  <a:pt x="330810" y="4685069"/>
                  <a:pt x="333803" y="4690356"/>
                  <a:pt x="335597" y="4695035"/>
                </a:cubicBezTo>
                <a:lnTo>
                  <a:pt x="339485" y="4695979"/>
                </a:lnTo>
                <a:lnTo>
                  <a:pt x="341089" y="4704268"/>
                </a:lnTo>
                <a:lnTo>
                  <a:pt x="342177" y="4706060"/>
                </a:lnTo>
                <a:cubicBezTo>
                  <a:pt x="344268" y="4709474"/>
                  <a:pt x="346234" y="4712931"/>
                  <a:pt x="347751" y="4716754"/>
                </a:cubicBezTo>
                <a:lnTo>
                  <a:pt x="344125" y="4764669"/>
                </a:lnTo>
                <a:lnTo>
                  <a:pt x="340188" y="4779386"/>
                </a:lnTo>
                <a:lnTo>
                  <a:pt x="335146" y="4787491"/>
                </a:lnTo>
                <a:lnTo>
                  <a:pt x="319124" y="4843514"/>
                </a:lnTo>
                <a:lnTo>
                  <a:pt x="305956" y="4881505"/>
                </a:lnTo>
                <a:lnTo>
                  <a:pt x="301062" y="4889332"/>
                </a:lnTo>
                <a:lnTo>
                  <a:pt x="302141" y="4899400"/>
                </a:lnTo>
                <a:cubicBezTo>
                  <a:pt x="302767" y="4900706"/>
                  <a:pt x="303536" y="4901803"/>
                  <a:pt x="304424" y="4902664"/>
                </a:cubicBezTo>
                <a:lnTo>
                  <a:pt x="293123" y="4932769"/>
                </a:lnTo>
                <a:lnTo>
                  <a:pt x="292275" y="4936482"/>
                </a:lnTo>
                <a:lnTo>
                  <a:pt x="288304" y="4962325"/>
                </a:lnTo>
                <a:cubicBezTo>
                  <a:pt x="288009" y="4988948"/>
                  <a:pt x="287715" y="5015570"/>
                  <a:pt x="287420" y="5042193"/>
                </a:cubicBezTo>
                <a:cubicBezTo>
                  <a:pt x="295373" y="5039737"/>
                  <a:pt x="281659" y="5060438"/>
                  <a:pt x="287020" y="5065655"/>
                </a:cubicBezTo>
                <a:cubicBezTo>
                  <a:pt x="291675" y="5068928"/>
                  <a:pt x="288601" y="5075970"/>
                  <a:pt x="288488" y="5082216"/>
                </a:cubicBezTo>
                <a:cubicBezTo>
                  <a:pt x="292282" y="5088207"/>
                  <a:pt x="287008" y="5117775"/>
                  <a:pt x="282763" y="5127114"/>
                </a:cubicBezTo>
                <a:cubicBezTo>
                  <a:pt x="267723" y="5152218"/>
                  <a:pt x="280799" y="5182399"/>
                  <a:pt x="269316" y="5202682"/>
                </a:cubicBezTo>
                <a:cubicBezTo>
                  <a:pt x="267050" y="5219969"/>
                  <a:pt x="268614" y="5225841"/>
                  <a:pt x="269174" y="5230835"/>
                </a:cubicBezTo>
                <a:lnTo>
                  <a:pt x="272679" y="5232660"/>
                </a:lnTo>
                <a:lnTo>
                  <a:pt x="272160" y="5241150"/>
                </a:lnTo>
                <a:lnTo>
                  <a:pt x="272760" y="5243156"/>
                </a:lnTo>
                <a:cubicBezTo>
                  <a:pt x="273922" y="5246984"/>
                  <a:pt x="274952" y="5250824"/>
                  <a:pt x="275462" y="5254919"/>
                </a:cubicBezTo>
                <a:cubicBezTo>
                  <a:pt x="258407" y="5258851"/>
                  <a:pt x="276976" y="5290392"/>
                  <a:pt x="262897" y="5286259"/>
                </a:cubicBezTo>
                <a:cubicBezTo>
                  <a:pt x="262724" y="5309439"/>
                  <a:pt x="239612" y="5337531"/>
                  <a:pt x="252761" y="5357801"/>
                </a:cubicBezTo>
                <a:cubicBezTo>
                  <a:pt x="248775" y="5392256"/>
                  <a:pt x="247799" y="5423412"/>
                  <a:pt x="242360" y="5460080"/>
                </a:cubicBezTo>
                <a:cubicBezTo>
                  <a:pt x="232632" y="5488478"/>
                  <a:pt x="242025" y="5519143"/>
                  <a:pt x="229880" y="5539714"/>
                </a:cubicBezTo>
                <a:cubicBezTo>
                  <a:pt x="230558" y="5572454"/>
                  <a:pt x="222150" y="5613340"/>
                  <a:pt x="204283" y="5639080"/>
                </a:cubicBezTo>
                <a:cubicBezTo>
                  <a:pt x="201596" y="5674226"/>
                  <a:pt x="191051" y="5680198"/>
                  <a:pt x="198948" y="5710958"/>
                </a:cubicBezTo>
                <a:cubicBezTo>
                  <a:pt x="196338" y="5713534"/>
                  <a:pt x="194185" y="5716550"/>
                  <a:pt x="192367" y="5719859"/>
                </a:cubicBezTo>
                <a:lnTo>
                  <a:pt x="188035" y="5729935"/>
                </a:lnTo>
                <a:lnTo>
                  <a:pt x="188428" y="5731182"/>
                </a:lnTo>
                <a:lnTo>
                  <a:pt x="181635" y="5753538"/>
                </a:lnTo>
                <a:lnTo>
                  <a:pt x="169744" y="5796307"/>
                </a:lnTo>
                <a:lnTo>
                  <a:pt x="170351" y="5796644"/>
                </a:lnTo>
                <a:cubicBezTo>
                  <a:pt x="171558" y="5797954"/>
                  <a:pt x="172173" y="5799948"/>
                  <a:pt x="171559" y="5803435"/>
                </a:cubicBezTo>
                <a:cubicBezTo>
                  <a:pt x="182664" y="5798231"/>
                  <a:pt x="175075" y="5805646"/>
                  <a:pt x="172284" y="5816391"/>
                </a:cubicBezTo>
                <a:cubicBezTo>
                  <a:pt x="188911" y="5810703"/>
                  <a:pt x="174844" y="5841128"/>
                  <a:pt x="182542" y="5846382"/>
                </a:cubicBezTo>
                <a:cubicBezTo>
                  <a:pt x="180118" y="5854404"/>
                  <a:pt x="177856" y="5862781"/>
                  <a:pt x="175877" y="5871336"/>
                </a:cubicBezTo>
                <a:lnTo>
                  <a:pt x="174910" y="5876376"/>
                </a:lnTo>
                <a:lnTo>
                  <a:pt x="175047" y="5876483"/>
                </a:lnTo>
                <a:cubicBezTo>
                  <a:pt x="175167" y="5877594"/>
                  <a:pt x="174973" y="5879257"/>
                  <a:pt x="174335" y="5881814"/>
                </a:cubicBezTo>
                <a:lnTo>
                  <a:pt x="171273" y="5895339"/>
                </a:lnTo>
                <a:cubicBezTo>
                  <a:pt x="171401" y="5896476"/>
                  <a:pt x="171530" y="5897612"/>
                  <a:pt x="171658" y="5898749"/>
                </a:cubicBezTo>
                <a:lnTo>
                  <a:pt x="174658" y="5919558"/>
                </a:lnTo>
                <a:cubicBezTo>
                  <a:pt x="173958" y="5933601"/>
                  <a:pt x="171208" y="5962838"/>
                  <a:pt x="169099" y="5984417"/>
                </a:cubicBezTo>
                <a:cubicBezTo>
                  <a:pt x="162916" y="6005205"/>
                  <a:pt x="164971" y="6025162"/>
                  <a:pt x="162007" y="6049043"/>
                </a:cubicBezTo>
                <a:cubicBezTo>
                  <a:pt x="150795" y="6073830"/>
                  <a:pt x="160091" y="6088483"/>
                  <a:pt x="156875" y="6114000"/>
                </a:cubicBezTo>
                <a:cubicBezTo>
                  <a:pt x="141597" y="6134477"/>
                  <a:pt x="163381" y="6133378"/>
                  <a:pt x="165441" y="6146938"/>
                </a:cubicBezTo>
                <a:lnTo>
                  <a:pt x="165177" y="6150658"/>
                </a:lnTo>
                <a:lnTo>
                  <a:pt x="161772" y="6160011"/>
                </a:lnTo>
                <a:lnTo>
                  <a:pt x="160051" y="6163393"/>
                </a:lnTo>
                <a:cubicBezTo>
                  <a:pt x="159032" y="6165775"/>
                  <a:pt x="158564" y="6167421"/>
                  <a:pt x="158473" y="6168628"/>
                </a:cubicBezTo>
                <a:cubicBezTo>
                  <a:pt x="158506" y="6168685"/>
                  <a:pt x="158540" y="6168742"/>
                  <a:pt x="158573" y="6168799"/>
                </a:cubicBezTo>
                <a:lnTo>
                  <a:pt x="146463" y="6196671"/>
                </a:lnTo>
                <a:cubicBezTo>
                  <a:pt x="152348" y="6205503"/>
                  <a:pt x="134460" y="6231012"/>
                  <a:pt x="150209" y="6232365"/>
                </a:cubicBezTo>
                <a:cubicBezTo>
                  <a:pt x="145821" y="6242321"/>
                  <a:pt x="137774" y="6246719"/>
                  <a:pt x="148544" y="6246162"/>
                </a:cubicBezTo>
                <a:cubicBezTo>
                  <a:pt x="147378" y="6249522"/>
                  <a:pt x="147566" y="6251866"/>
                  <a:pt x="148403" y="6253754"/>
                </a:cubicBezTo>
                <a:lnTo>
                  <a:pt x="138880" y="6276449"/>
                </a:lnTo>
                <a:cubicBezTo>
                  <a:pt x="138814" y="6277540"/>
                  <a:pt x="138749" y="6278630"/>
                  <a:pt x="138683" y="6279721"/>
                </a:cubicBezTo>
                <a:lnTo>
                  <a:pt x="130721" y="6293675"/>
                </a:lnTo>
                <a:lnTo>
                  <a:pt x="120717" y="6313967"/>
                </a:lnTo>
                <a:cubicBezTo>
                  <a:pt x="120758" y="6314457"/>
                  <a:pt x="120800" y="6314947"/>
                  <a:pt x="120841" y="6315437"/>
                </a:cubicBezTo>
                <a:lnTo>
                  <a:pt x="115208" y="6324024"/>
                </a:lnTo>
                <a:cubicBezTo>
                  <a:pt x="113007" y="6326672"/>
                  <a:pt x="103991" y="6364381"/>
                  <a:pt x="101217" y="6365923"/>
                </a:cubicBezTo>
                <a:lnTo>
                  <a:pt x="74946" y="6556817"/>
                </a:lnTo>
                <a:cubicBezTo>
                  <a:pt x="55357" y="6665926"/>
                  <a:pt x="35695" y="6744075"/>
                  <a:pt x="16001" y="6808678"/>
                </a:cubicBezTo>
                <a:lnTo>
                  <a:pt x="0" y="6858000"/>
                </a:lnTo>
                <a:lnTo>
                  <a:pt x="5734864" y="6858000"/>
                </a:lnTo>
                <a:lnTo>
                  <a:pt x="5734864"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标题 1">
            <a:extLst>
              <a:ext uri="{FF2B5EF4-FFF2-40B4-BE49-F238E27FC236}">
                <a16:creationId xmlns:a16="http://schemas.microsoft.com/office/drawing/2014/main" id="{9AD558AE-B2B5-E1A4-B85B-E5C6FACE98EA}"/>
              </a:ext>
            </a:extLst>
          </p:cNvPr>
          <p:cNvSpPr>
            <a:spLocks noGrp="1"/>
          </p:cNvSpPr>
          <p:nvPr>
            <p:ph type="title"/>
          </p:nvPr>
        </p:nvSpPr>
        <p:spPr>
          <a:xfrm>
            <a:off x="434715" y="3222885"/>
            <a:ext cx="3796651" cy="821194"/>
          </a:xfrm>
        </p:spPr>
        <p:txBody>
          <a:bodyPr vert="horz" lIns="91440" tIns="45720" rIns="91440" bIns="45720" rtlCol="0" anchor="b">
            <a:normAutofit/>
          </a:bodyPr>
          <a:lstStyle/>
          <a:p>
            <a:pPr algn="ctr"/>
            <a:r>
              <a:rPr lang="en-US" altLang="zh-CN" kern="1200" dirty="0">
                <a:solidFill>
                  <a:schemeClr val="tx1"/>
                </a:solidFill>
                <a:highlight>
                  <a:srgbClr val="00FF00"/>
                </a:highlight>
                <a:latin typeface="+mj-lt"/>
                <a:ea typeface="+mj-ea"/>
                <a:cs typeface="+mj-cs"/>
              </a:rPr>
              <a:t>Machine States</a:t>
            </a:r>
          </a:p>
        </p:txBody>
      </p:sp>
      <p:graphicFrame>
        <p:nvGraphicFramePr>
          <p:cNvPr id="22" name="内容占位符 3">
            <a:extLst>
              <a:ext uri="{FF2B5EF4-FFF2-40B4-BE49-F238E27FC236}">
                <a16:creationId xmlns:a16="http://schemas.microsoft.com/office/drawing/2014/main" id="{54B4B851-2B1E-E4B2-75FD-7D0076281859}"/>
              </a:ext>
            </a:extLst>
          </p:cNvPr>
          <p:cNvGraphicFramePr>
            <a:graphicFrameLocks noGrp="1"/>
          </p:cNvGraphicFramePr>
          <p:nvPr>
            <p:ph idx="1"/>
          </p:nvPr>
        </p:nvGraphicFramePr>
        <p:xfrm>
          <a:off x="4143840" y="119921"/>
          <a:ext cx="7923242" cy="67376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3" name="Group 2">
            <a:extLst>
              <a:ext uri="{FF2B5EF4-FFF2-40B4-BE49-F238E27FC236}">
                <a16:creationId xmlns:a16="http://schemas.microsoft.com/office/drawing/2014/main" id="{E7D0809A-5F12-BD1C-ACE4-F0AEBC50AB58}"/>
              </a:ext>
            </a:extLst>
          </p:cNvPr>
          <p:cNvGrpSpPr/>
          <p:nvPr/>
        </p:nvGrpSpPr>
        <p:grpSpPr>
          <a:xfrm>
            <a:off x="7363864" y="2703385"/>
            <a:ext cx="1570720" cy="1570720"/>
            <a:chOff x="3282477" y="2627436"/>
            <a:chExt cx="1570720" cy="1570720"/>
          </a:xfrm>
        </p:grpSpPr>
        <p:sp>
          <p:nvSpPr>
            <p:cNvPr id="5" name="Oval 4">
              <a:extLst>
                <a:ext uri="{FF2B5EF4-FFF2-40B4-BE49-F238E27FC236}">
                  <a16:creationId xmlns:a16="http://schemas.microsoft.com/office/drawing/2014/main" id="{936FE28C-14F0-B07E-A5EB-089C7C9B109D}"/>
                </a:ext>
              </a:extLst>
            </p:cNvPr>
            <p:cNvSpPr/>
            <p:nvPr/>
          </p:nvSpPr>
          <p:spPr>
            <a:xfrm>
              <a:off x="3282477" y="2627436"/>
              <a:ext cx="1570720" cy="1570720"/>
            </a:xfrm>
            <a:prstGeom prst="ellipse">
              <a:avLst/>
            </a:pr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8" name="Oval 4">
              <a:extLst>
                <a:ext uri="{FF2B5EF4-FFF2-40B4-BE49-F238E27FC236}">
                  <a16:creationId xmlns:a16="http://schemas.microsoft.com/office/drawing/2014/main" id="{798D6A0D-72AA-BD87-613B-9EAD9A1761E1}"/>
                </a:ext>
              </a:extLst>
            </p:cNvPr>
            <p:cNvSpPr txBox="1"/>
            <p:nvPr/>
          </p:nvSpPr>
          <p:spPr>
            <a:xfrm>
              <a:off x="3512504" y="2857463"/>
              <a:ext cx="1110666" cy="111066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2700" tIns="12700" rIns="12700" bIns="12700" numCol="1" spcCol="1270" anchor="ctr" anchorCtr="0">
              <a:noAutofit/>
            </a:bodyPr>
            <a:lstStyle/>
            <a:p>
              <a:pPr marL="0" marR="0" lvl="0" indent="0" algn="ctr" defTabSz="444500" rtl="0" eaLnBrk="1" fontAlgn="auto" latinLnBrk="0" hangingPunct="1">
                <a:lnSpc>
                  <a:spcPct val="90000"/>
                </a:lnSpc>
                <a:spcBef>
                  <a:spcPct val="0"/>
                </a:spcBef>
                <a:spcAft>
                  <a:spcPct val="35000"/>
                </a:spcAft>
                <a:buClrTx/>
                <a:buSzTx/>
                <a:buFontTx/>
                <a:buNone/>
                <a:tabLst/>
                <a:defRPr/>
              </a:pPr>
              <a:r>
                <a:rPr kumimoji="0" lang="en-GB" sz="1000" b="0" i="0" u="none" strike="noStrike" kern="1200" cap="none" spc="0" normalizeH="0" baseline="0" noProof="0" dirty="0">
                  <a:ln>
                    <a:noFill/>
                  </a:ln>
                  <a:solidFill>
                    <a:prstClr val="white"/>
                  </a:solidFill>
                  <a:effectLst/>
                  <a:uLnTx/>
                  <a:uFillTx/>
                  <a:latin typeface="Aptos" panose="02110004020202020204"/>
                  <a:ea typeface="+mn-ea"/>
                  <a:cs typeface="+mn-cs"/>
                </a:rPr>
                <a:t>FAULT_STATE (Fault either in Conveyor axis or Cutter axis )</a:t>
              </a:r>
              <a:endParaRPr kumimoji="0" lang="en-US" sz="10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grpSp>
    </p:spTree>
    <p:extLst>
      <p:ext uri="{BB962C8B-B14F-4D97-AF65-F5344CB8AC3E}">
        <p14:creationId xmlns:p14="http://schemas.microsoft.com/office/powerpoint/2010/main" val="31914743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5" name="Rectangle 44">
            <a:extLst>
              <a:ext uri="{FF2B5EF4-FFF2-40B4-BE49-F238E27FC236}">
                <a16:creationId xmlns:a16="http://schemas.microsoft.com/office/drawing/2014/main" id="{3C54F4CE-85F0-46ED-80DA-9518C9251A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7" name="Freeform: Shape 46">
            <a:extLst>
              <a:ext uri="{FF2B5EF4-FFF2-40B4-BE49-F238E27FC236}">
                <a16:creationId xmlns:a16="http://schemas.microsoft.com/office/drawing/2014/main" id="{DADD1FCA-8ACB-4958-81DD-4CDD6D3E19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802086" cy="6858000"/>
          </a:xfrm>
          <a:custGeom>
            <a:avLst/>
            <a:gdLst>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6695 w 5734864"/>
              <a:gd name="connsiteY13" fmla="*/ 1035077 h 6858000"/>
              <a:gd name="connsiteX14" fmla="*/ 847865 w 5734864"/>
              <a:gd name="connsiteY14" fmla="*/ 1070795 h 6858000"/>
              <a:gd name="connsiteX15" fmla="*/ 862786 w 5734864"/>
              <a:gd name="connsiteY15" fmla="*/ 1238994 h 6858000"/>
              <a:gd name="connsiteX16" fmla="*/ 859345 w 5734864"/>
              <a:gd name="connsiteY16" fmla="*/ 1380427 h 6858000"/>
              <a:gd name="connsiteX17" fmla="*/ 855172 w 5734864"/>
              <a:gd name="connsiteY17" fmla="*/ 1435262 h 6858000"/>
              <a:gd name="connsiteX18" fmla="*/ 860494 w 5734864"/>
              <a:gd name="connsiteY18" fmla="*/ 1453861 h 6858000"/>
              <a:gd name="connsiteX19" fmla="*/ 853731 w 5734864"/>
              <a:gd name="connsiteY19" fmla="*/ 1467047 h 6858000"/>
              <a:gd name="connsiteX20" fmla="*/ 845847 w 5734864"/>
              <a:gd name="connsiteY20" fmla="*/ 1502307 h 6858000"/>
              <a:gd name="connsiteX21" fmla="*/ 817613 w 5734864"/>
              <a:gd name="connsiteY21" fmla="*/ 1565166 h 6858000"/>
              <a:gd name="connsiteX22" fmla="*/ 804223 w 5734864"/>
              <a:gd name="connsiteY22" fmla="*/ 1601941 h 6858000"/>
              <a:gd name="connsiteX23" fmla="*/ 791773 w 5734864"/>
              <a:gd name="connsiteY23" fmla="*/ 1627005 h 6858000"/>
              <a:gd name="connsiteX24" fmla="*/ 774645 w 5734864"/>
              <a:gd name="connsiteY24" fmla="*/ 1699922 h 6858000"/>
              <a:gd name="connsiteX25" fmla="*/ 752343 w 5734864"/>
              <a:gd name="connsiteY25" fmla="*/ 1824604 h 6858000"/>
              <a:gd name="connsiteX26" fmla="*/ 746254 w 5734864"/>
              <a:gd name="connsiteY26" fmla="*/ 1850222 h 6858000"/>
              <a:gd name="connsiteX27" fmla="*/ 728600 w 5734864"/>
              <a:gd name="connsiteY27" fmla="*/ 1869603 h 6858000"/>
              <a:gd name="connsiteX28" fmla="*/ 724396 w 5734864"/>
              <a:gd name="connsiteY28" fmla="*/ 1883104 h 6858000"/>
              <a:gd name="connsiteX29" fmla="*/ 722165 w 5734864"/>
              <a:gd name="connsiteY29" fmla="*/ 1885924 h 6858000"/>
              <a:gd name="connsiteX30" fmla="*/ 721338 w 5734864"/>
              <a:gd name="connsiteY30" fmla="*/ 1887123 h 6858000"/>
              <a:gd name="connsiteX31" fmla="*/ 714840 w 5734864"/>
              <a:gd name="connsiteY31" fmla="*/ 1902274 h 6858000"/>
              <a:gd name="connsiteX32" fmla="*/ 722847 w 5734864"/>
              <a:gd name="connsiteY32" fmla="*/ 1929891 h 6858000"/>
              <a:gd name="connsiteX33" fmla="*/ 719647 w 5734864"/>
              <a:gd name="connsiteY33" fmla="*/ 1936120 h 6858000"/>
              <a:gd name="connsiteX34" fmla="*/ 714660 w 5734864"/>
              <a:gd name="connsiteY34" fmla="*/ 1982709 h 6858000"/>
              <a:gd name="connsiteX35" fmla="*/ 710759 w 5734864"/>
              <a:gd name="connsiteY35" fmla="*/ 2013010 h 6858000"/>
              <a:gd name="connsiteX36" fmla="*/ 697927 w 5734864"/>
              <a:gd name="connsiteY36" fmla="*/ 2069833 h 6858000"/>
              <a:gd name="connsiteX37" fmla="*/ 693594 w 5734864"/>
              <a:gd name="connsiteY37" fmla="*/ 2103731 h 6858000"/>
              <a:gd name="connsiteX38" fmla="*/ 691109 w 5734864"/>
              <a:gd name="connsiteY38" fmla="*/ 2124027 h 6858000"/>
              <a:gd name="connsiteX39" fmla="*/ 676593 w 5734864"/>
              <a:gd name="connsiteY39" fmla="*/ 2176182 h 6858000"/>
              <a:gd name="connsiteX40" fmla="*/ 633227 w 5734864"/>
              <a:gd name="connsiteY40" fmla="*/ 2258036 h 6858000"/>
              <a:gd name="connsiteX41" fmla="*/ 625564 w 5734864"/>
              <a:gd name="connsiteY41" fmla="*/ 2284567 h 6858000"/>
              <a:gd name="connsiteX42" fmla="*/ 627074 w 5734864"/>
              <a:gd name="connsiteY42" fmla="*/ 2289605 h 6858000"/>
              <a:gd name="connsiteX43" fmla="*/ 614574 w 5734864"/>
              <a:gd name="connsiteY43" fmla="*/ 2308717 h 6858000"/>
              <a:gd name="connsiteX44" fmla="*/ 606890 w 5734864"/>
              <a:gd name="connsiteY44" fmla="*/ 2320662 h 6858000"/>
              <a:gd name="connsiteX45" fmla="*/ 605558 w 5734864"/>
              <a:gd name="connsiteY45" fmla="*/ 2327897 h 6858000"/>
              <a:gd name="connsiteX46" fmla="*/ 602202 w 5734864"/>
              <a:gd name="connsiteY46" fmla="*/ 2357749 h 6858000"/>
              <a:gd name="connsiteX47" fmla="*/ 600213 w 5734864"/>
              <a:gd name="connsiteY47" fmla="*/ 2364905 h 6858000"/>
              <a:gd name="connsiteX48" fmla="*/ 597160 w 5734864"/>
              <a:gd name="connsiteY48" fmla="*/ 2388351 h 6858000"/>
              <a:gd name="connsiteX49" fmla="*/ 597982 w 5734864"/>
              <a:gd name="connsiteY49" fmla="*/ 2402296 h 6858000"/>
              <a:gd name="connsiteX50" fmla="*/ 593150 w 5734864"/>
              <a:gd name="connsiteY50" fmla="*/ 2420015 h 6858000"/>
              <a:gd name="connsiteX51" fmla="*/ 592833 w 5734864"/>
              <a:gd name="connsiteY51" fmla="*/ 2422749 h 6858000"/>
              <a:gd name="connsiteX52" fmla="*/ 594479 w 5734864"/>
              <a:gd name="connsiteY52" fmla="*/ 2426002 h 6858000"/>
              <a:gd name="connsiteX53" fmla="*/ 591963 w 5734864"/>
              <a:gd name="connsiteY53" fmla="*/ 2431950 h 6858000"/>
              <a:gd name="connsiteX54" fmla="*/ 591544 w 5734864"/>
              <a:gd name="connsiteY54" fmla="*/ 2433897 h 6858000"/>
              <a:gd name="connsiteX55" fmla="*/ 589519 w 5734864"/>
              <a:gd name="connsiteY55" fmla="*/ 2451398 h 6858000"/>
              <a:gd name="connsiteX56" fmla="*/ 590037 w 5734864"/>
              <a:gd name="connsiteY56" fmla="*/ 2455536 h 6858000"/>
              <a:gd name="connsiteX57" fmla="*/ 588179 w 5734864"/>
              <a:gd name="connsiteY57" fmla="*/ 2462981 h 6858000"/>
              <a:gd name="connsiteX58" fmla="*/ 583434 w 5734864"/>
              <a:gd name="connsiteY58" fmla="*/ 2503991 h 6858000"/>
              <a:gd name="connsiteX59" fmla="*/ 567942 w 5734864"/>
              <a:gd name="connsiteY59" fmla="*/ 2652936 h 6858000"/>
              <a:gd name="connsiteX60" fmla="*/ 573869 w 5734864"/>
              <a:gd name="connsiteY60" fmla="*/ 2670188 h 6858000"/>
              <a:gd name="connsiteX61" fmla="*/ 575243 w 5734864"/>
              <a:gd name="connsiteY61" fmla="*/ 2688114 h 6858000"/>
              <a:gd name="connsiteX62" fmla="*/ 573824 w 5734864"/>
              <a:gd name="connsiteY62" fmla="*/ 2689856 h 6858000"/>
              <a:gd name="connsiteX63" fmla="*/ 570699 w 5734864"/>
              <a:gd name="connsiteY63" fmla="*/ 2709353 h 6858000"/>
              <a:gd name="connsiteX64" fmla="*/ 573192 w 5734864"/>
              <a:gd name="connsiteY64" fmla="*/ 2714527 h 6858000"/>
              <a:gd name="connsiteX65" fmla="*/ 572044 w 5734864"/>
              <a:gd name="connsiteY65" fmla="*/ 2728187 h 6858000"/>
              <a:gd name="connsiteX66" fmla="*/ 572465 w 5734864"/>
              <a:gd name="connsiteY66" fmla="*/ 2755863 h 6858000"/>
              <a:gd name="connsiteX67" fmla="*/ 570028 w 5734864"/>
              <a:gd name="connsiteY67" fmla="*/ 2760324 h 6858000"/>
              <a:gd name="connsiteX68" fmla="*/ 566748 w 5734864"/>
              <a:gd name="connsiteY68" fmla="*/ 2800948 h 6858000"/>
              <a:gd name="connsiteX69" fmla="*/ 565509 w 5734864"/>
              <a:gd name="connsiteY69" fmla="*/ 2801167 h 6858000"/>
              <a:gd name="connsiteX70" fmla="*/ 559367 w 5734864"/>
              <a:gd name="connsiteY70" fmla="*/ 2811129 h 6858000"/>
              <a:gd name="connsiteX71" fmla="*/ 550354 w 5734864"/>
              <a:gd name="connsiteY71" fmla="*/ 2830949 h 6858000"/>
              <a:gd name="connsiteX72" fmla="*/ 514795 w 5734864"/>
              <a:gd name="connsiteY72" fmla="*/ 2872433 h 6858000"/>
              <a:gd name="connsiteX73" fmla="*/ 509875 w 5734864"/>
              <a:gd name="connsiteY73" fmla="*/ 2923099 h 6858000"/>
              <a:gd name="connsiteX74" fmla="*/ 509577 w 5734864"/>
              <a:gd name="connsiteY74" fmla="*/ 2923197 h 6858000"/>
              <a:gd name="connsiteX75" fmla="*/ 507597 w 5734864"/>
              <a:gd name="connsiteY75" fmla="*/ 2931868 h 6858000"/>
              <a:gd name="connsiteX76" fmla="*/ 507379 w 5734864"/>
              <a:gd name="connsiteY76" fmla="*/ 2938322 h 6858000"/>
              <a:gd name="connsiteX77" fmla="*/ 504725 w 5734864"/>
              <a:gd name="connsiteY77" fmla="*/ 2954519 h 6858000"/>
              <a:gd name="connsiteX78" fmla="*/ 502018 w 5734864"/>
              <a:gd name="connsiteY78" fmla="*/ 2959643 h 6858000"/>
              <a:gd name="connsiteX79" fmla="*/ 498360 w 5734864"/>
              <a:gd name="connsiteY79" fmla="*/ 2961019 h 6858000"/>
              <a:gd name="connsiteX80" fmla="*/ 498483 w 5734864"/>
              <a:gd name="connsiteY80" fmla="*/ 2962590 h 6858000"/>
              <a:gd name="connsiteX81" fmla="*/ 484403 w 5734864"/>
              <a:gd name="connsiteY81" fmla="*/ 2990538 h 6858000"/>
              <a:gd name="connsiteX82" fmla="*/ 463075 w 5734864"/>
              <a:gd name="connsiteY82" fmla="*/ 3055956 h 6858000"/>
              <a:gd name="connsiteX83" fmla="*/ 455013 w 5734864"/>
              <a:gd name="connsiteY83" fmla="*/ 3094482 h 6858000"/>
              <a:gd name="connsiteX84" fmla="*/ 428391 w 5734864"/>
              <a:gd name="connsiteY84" fmla="*/ 3198850 h 6858000"/>
              <a:gd name="connsiteX85" fmla="*/ 401440 w 5734864"/>
              <a:gd name="connsiteY85" fmla="*/ 3307560 h 6858000"/>
              <a:gd name="connsiteX86" fmla="*/ 386076 w 5734864"/>
              <a:gd name="connsiteY86" fmla="*/ 3373943 h 6858000"/>
              <a:gd name="connsiteX87" fmla="*/ 374726 w 5734864"/>
              <a:gd name="connsiteY87" fmla="*/ 3381364 h 6858000"/>
              <a:gd name="connsiteX88" fmla="*/ 369145 w 5734864"/>
              <a:gd name="connsiteY88" fmla="*/ 3383729 h 6858000"/>
              <a:gd name="connsiteX89" fmla="*/ 364294 w 5734864"/>
              <a:gd name="connsiteY89" fmla="*/ 3414159 h 6858000"/>
              <a:gd name="connsiteX90" fmla="*/ 366450 w 5734864"/>
              <a:gd name="connsiteY90" fmla="*/ 3436925 h 6858000"/>
              <a:gd name="connsiteX91" fmla="*/ 351743 w 5734864"/>
              <a:gd name="connsiteY91" fmla="*/ 3521619 h 6858000"/>
              <a:gd name="connsiteX92" fmla="*/ 345784 w 5734864"/>
              <a:gd name="connsiteY92" fmla="*/ 3603757 h 6858000"/>
              <a:gd name="connsiteX93" fmla="*/ 344198 w 5734864"/>
              <a:gd name="connsiteY93" fmla="*/ 3652424 h 6858000"/>
              <a:gd name="connsiteX94" fmla="*/ 352450 w 5734864"/>
              <a:gd name="connsiteY94" fmla="*/ 3665222 h 6858000"/>
              <a:gd name="connsiteX95" fmla="*/ 342621 w 5734864"/>
              <a:gd name="connsiteY95" fmla="*/ 3700804 h 6858000"/>
              <a:gd name="connsiteX96" fmla="*/ 341514 w 5734864"/>
              <a:gd name="connsiteY96" fmla="*/ 3734774 h 6858000"/>
              <a:gd name="connsiteX97" fmla="*/ 340607 w 5734864"/>
              <a:gd name="connsiteY97" fmla="*/ 3785153 h 6858000"/>
              <a:gd name="connsiteX98" fmla="*/ 340707 w 5734864"/>
              <a:gd name="connsiteY98" fmla="*/ 3788177 h 6858000"/>
              <a:gd name="connsiteX99" fmla="*/ 340361 w 5734864"/>
              <a:gd name="connsiteY99" fmla="*/ 3798803 h 6858000"/>
              <a:gd name="connsiteX100" fmla="*/ 339642 w 5734864"/>
              <a:gd name="connsiteY100" fmla="*/ 3838750 h 6858000"/>
              <a:gd name="connsiteX101" fmla="*/ 360295 w 5734864"/>
              <a:gd name="connsiteY101" fmla="*/ 4015196 h 6858000"/>
              <a:gd name="connsiteX102" fmla="*/ 339043 w 5734864"/>
              <a:gd name="connsiteY102" fmla="*/ 4052778 h 6858000"/>
              <a:gd name="connsiteX103" fmla="*/ 339343 w 5734864"/>
              <a:gd name="connsiteY103" fmla="*/ 4096257 h 6858000"/>
              <a:gd name="connsiteX104" fmla="*/ 340786 w 5734864"/>
              <a:gd name="connsiteY104" fmla="*/ 4321136 h 6858000"/>
              <a:gd name="connsiteX105" fmla="*/ 343158 w 5734864"/>
              <a:gd name="connsiteY105" fmla="*/ 4429174 h 6858000"/>
              <a:gd name="connsiteX106" fmla="*/ 334599 w 5734864"/>
              <a:gd name="connsiteY106" fmla="*/ 4449938 h 6858000"/>
              <a:gd name="connsiteX107" fmla="*/ 332890 w 5734864"/>
              <a:gd name="connsiteY107" fmla="*/ 4453515 h 6858000"/>
              <a:gd name="connsiteX108" fmla="*/ 331105 w 5734864"/>
              <a:gd name="connsiteY108" fmla="*/ 4467941 h 6858000"/>
              <a:gd name="connsiteX109" fmla="*/ 324289 w 5734864"/>
              <a:gd name="connsiteY109" fmla="*/ 4471861 h 6858000"/>
              <a:gd name="connsiteX110" fmla="*/ 317079 w 5734864"/>
              <a:gd name="connsiteY110" fmla="*/ 4493468 h 6858000"/>
              <a:gd name="connsiteX111" fmla="*/ 315557 w 5734864"/>
              <a:gd name="connsiteY111" fmla="*/ 4520067 h 6858000"/>
              <a:gd name="connsiteX112" fmla="*/ 315240 w 5734864"/>
              <a:gd name="connsiteY112" fmla="*/ 4536872 h 6858000"/>
              <a:gd name="connsiteX113" fmla="*/ 316200 w 5734864"/>
              <a:gd name="connsiteY113" fmla="*/ 4538297 h 6858000"/>
              <a:gd name="connsiteX114" fmla="*/ 317507 w 5734864"/>
              <a:gd name="connsiteY114" fmla="*/ 4547582 h 6858000"/>
              <a:gd name="connsiteX115" fmla="*/ 323078 w 5734864"/>
              <a:gd name="connsiteY115" fmla="*/ 4592102 h 6858000"/>
              <a:gd name="connsiteX116" fmla="*/ 328722 w 5734864"/>
              <a:gd name="connsiteY116" fmla="*/ 4667914 h 6858000"/>
              <a:gd name="connsiteX117" fmla="*/ 335597 w 5734864"/>
              <a:gd name="connsiteY117" fmla="*/ 4695035 h 6858000"/>
              <a:gd name="connsiteX118" fmla="*/ 339485 w 5734864"/>
              <a:gd name="connsiteY118" fmla="*/ 4695979 h 6858000"/>
              <a:gd name="connsiteX119" fmla="*/ 341089 w 5734864"/>
              <a:gd name="connsiteY119" fmla="*/ 4704268 h 6858000"/>
              <a:gd name="connsiteX120" fmla="*/ 342177 w 5734864"/>
              <a:gd name="connsiteY120" fmla="*/ 4706060 h 6858000"/>
              <a:gd name="connsiteX121" fmla="*/ 347751 w 5734864"/>
              <a:gd name="connsiteY121" fmla="*/ 4716754 h 6858000"/>
              <a:gd name="connsiteX122" fmla="*/ 344125 w 5734864"/>
              <a:gd name="connsiteY122" fmla="*/ 4764669 h 6858000"/>
              <a:gd name="connsiteX123" fmla="*/ 340188 w 5734864"/>
              <a:gd name="connsiteY123" fmla="*/ 4779386 h 6858000"/>
              <a:gd name="connsiteX124" fmla="*/ 335146 w 5734864"/>
              <a:gd name="connsiteY124" fmla="*/ 4787491 h 6858000"/>
              <a:gd name="connsiteX125" fmla="*/ 319124 w 5734864"/>
              <a:gd name="connsiteY125" fmla="*/ 4843514 h 6858000"/>
              <a:gd name="connsiteX126" fmla="*/ 305956 w 5734864"/>
              <a:gd name="connsiteY126" fmla="*/ 4881505 h 6858000"/>
              <a:gd name="connsiteX127" fmla="*/ 301062 w 5734864"/>
              <a:gd name="connsiteY127" fmla="*/ 4889332 h 6858000"/>
              <a:gd name="connsiteX128" fmla="*/ 302141 w 5734864"/>
              <a:gd name="connsiteY128" fmla="*/ 4899400 h 6858000"/>
              <a:gd name="connsiteX129" fmla="*/ 304424 w 5734864"/>
              <a:gd name="connsiteY129" fmla="*/ 4902664 h 6858000"/>
              <a:gd name="connsiteX130" fmla="*/ 293123 w 5734864"/>
              <a:gd name="connsiteY130" fmla="*/ 4932769 h 6858000"/>
              <a:gd name="connsiteX131" fmla="*/ 292275 w 5734864"/>
              <a:gd name="connsiteY131" fmla="*/ 4936482 h 6858000"/>
              <a:gd name="connsiteX132" fmla="*/ 288304 w 5734864"/>
              <a:gd name="connsiteY132" fmla="*/ 4962325 h 6858000"/>
              <a:gd name="connsiteX133" fmla="*/ 287420 w 5734864"/>
              <a:gd name="connsiteY133" fmla="*/ 5042193 h 6858000"/>
              <a:gd name="connsiteX134" fmla="*/ 287020 w 5734864"/>
              <a:gd name="connsiteY134" fmla="*/ 5065655 h 6858000"/>
              <a:gd name="connsiteX135" fmla="*/ 288488 w 5734864"/>
              <a:gd name="connsiteY135" fmla="*/ 5082216 h 6858000"/>
              <a:gd name="connsiteX136" fmla="*/ 282763 w 5734864"/>
              <a:gd name="connsiteY136" fmla="*/ 5127114 h 6858000"/>
              <a:gd name="connsiteX137" fmla="*/ 269316 w 5734864"/>
              <a:gd name="connsiteY137" fmla="*/ 5202682 h 6858000"/>
              <a:gd name="connsiteX138" fmla="*/ 269174 w 5734864"/>
              <a:gd name="connsiteY138" fmla="*/ 5230835 h 6858000"/>
              <a:gd name="connsiteX139" fmla="*/ 272679 w 5734864"/>
              <a:gd name="connsiteY139" fmla="*/ 5232660 h 6858000"/>
              <a:gd name="connsiteX140" fmla="*/ 272160 w 5734864"/>
              <a:gd name="connsiteY140" fmla="*/ 5241150 h 6858000"/>
              <a:gd name="connsiteX141" fmla="*/ 272760 w 5734864"/>
              <a:gd name="connsiteY141" fmla="*/ 5243156 h 6858000"/>
              <a:gd name="connsiteX142" fmla="*/ 275462 w 5734864"/>
              <a:gd name="connsiteY142" fmla="*/ 5254919 h 6858000"/>
              <a:gd name="connsiteX143" fmla="*/ 262897 w 5734864"/>
              <a:gd name="connsiteY143" fmla="*/ 5286259 h 6858000"/>
              <a:gd name="connsiteX144" fmla="*/ 252761 w 5734864"/>
              <a:gd name="connsiteY144" fmla="*/ 5357801 h 6858000"/>
              <a:gd name="connsiteX145" fmla="*/ 242360 w 5734864"/>
              <a:gd name="connsiteY145" fmla="*/ 5460080 h 6858000"/>
              <a:gd name="connsiteX146" fmla="*/ 229880 w 5734864"/>
              <a:gd name="connsiteY146" fmla="*/ 5539714 h 6858000"/>
              <a:gd name="connsiteX147" fmla="*/ 204283 w 5734864"/>
              <a:gd name="connsiteY147" fmla="*/ 5639080 h 6858000"/>
              <a:gd name="connsiteX148" fmla="*/ 198948 w 5734864"/>
              <a:gd name="connsiteY148" fmla="*/ 5710958 h 6858000"/>
              <a:gd name="connsiteX149" fmla="*/ 192367 w 5734864"/>
              <a:gd name="connsiteY149" fmla="*/ 5719859 h 6858000"/>
              <a:gd name="connsiteX150" fmla="*/ 188035 w 5734864"/>
              <a:gd name="connsiteY150" fmla="*/ 5729935 h 6858000"/>
              <a:gd name="connsiteX151" fmla="*/ 188428 w 5734864"/>
              <a:gd name="connsiteY151" fmla="*/ 5731182 h 6858000"/>
              <a:gd name="connsiteX152" fmla="*/ 181635 w 5734864"/>
              <a:gd name="connsiteY152" fmla="*/ 5753538 h 6858000"/>
              <a:gd name="connsiteX153" fmla="*/ 169744 w 5734864"/>
              <a:gd name="connsiteY153" fmla="*/ 5796307 h 6858000"/>
              <a:gd name="connsiteX154" fmla="*/ 170351 w 5734864"/>
              <a:gd name="connsiteY154" fmla="*/ 5796644 h 6858000"/>
              <a:gd name="connsiteX155" fmla="*/ 171559 w 5734864"/>
              <a:gd name="connsiteY155" fmla="*/ 5803435 h 6858000"/>
              <a:gd name="connsiteX156" fmla="*/ 172284 w 5734864"/>
              <a:gd name="connsiteY156" fmla="*/ 5816391 h 6858000"/>
              <a:gd name="connsiteX157" fmla="*/ 182542 w 5734864"/>
              <a:gd name="connsiteY157" fmla="*/ 5846382 h 6858000"/>
              <a:gd name="connsiteX158" fmla="*/ 175877 w 5734864"/>
              <a:gd name="connsiteY158" fmla="*/ 5871336 h 6858000"/>
              <a:gd name="connsiteX159" fmla="*/ 174910 w 5734864"/>
              <a:gd name="connsiteY159" fmla="*/ 5876376 h 6858000"/>
              <a:gd name="connsiteX160" fmla="*/ 175047 w 5734864"/>
              <a:gd name="connsiteY160" fmla="*/ 5876483 h 6858000"/>
              <a:gd name="connsiteX161" fmla="*/ 174335 w 5734864"/>
              <a:gd name="connsiteY161" fmla="*/ 5881814 h 6858000"/>
              <a:gd name="connsiteX162" fmla="*/ 171273 w 5734864"/>
              <a:gd name="connsiteY162" fmla="*/ 5895339 h 6858000"/>
              <a:gd name="connsiteX163" fmla="*/ 171658 w 5734864"/>
              <a:gd name="connsiteY163" fmla="*/ 5898749 h 6858000"/>
              <a:gd name="connsiteX164" fmla="*/ 174658 w 5734864"/>
              <a:gd name="connsiteY164" fmla="*/ 5919558 h 6858000"/>
              <a:gd name="connsiteX165" fmla="*/ 169099 w 5734864"/>
              <a:gd name="connsiteY165" fmla="*/ 5984417 h 6858000"/>
              <a:gd name="connsiteX166" fmla="*/ 162007 w 5734864"/>
              <a:gd name="connsiteY166" fmla="*/ 6049043 h 6858000"/>
              <a:gd name="connsiteX167" fmla="*/ 156875 w 5734864"/>
              <a:gd name="connsiteY167" fmla="*/ 6114000 h 6858000"/>
              <a:gd name="connsiteX168" fmla="*/ 165441 w 5734864"/>
              <a:gd name="connsiteY168" fmla="*/ 6146938 h 6858000"/>
              <a:gd name="connsiteX169" fmla="*/ 165177 w 5734864"/>
              <a:gd name="connsiteY169" fmla="*/ 6150658 h 6858000"/>
              <a:gd name="connsiteX170" fmla="*/ 161772 w 5734864"/>
              <a:gd name="connsiteY170" fmla="*/ 6160011 h 6858000"/>
              <a:gd name="connsiteX171" fmla="*/ 160051 w 5734864"/>
              <a:gd name="connsiteY171" fmla="*/ 6163393 h 6858000"/>
              <a:gd name="connsiteX172" fmla="*/ 158473 w 5734864"/>
              <a:gd name="connsiteY172" fmla="*/ 6168628 h 6858000"/>
              <a:gd name="connsiteX173" fmla="*/ 158573 w 5734864"/>
              <a:gd name="connsiteY173" fmla="*/ 6168799 h 6858000"/>
              <a:gd name="connsiteX174" fmla="*/ 146463 w 5734864"/>
              <a:gd name="connsiteY174" fmla="*/ 6196671 h 6858000"/>
              <a:gd name="connsiteX175" fmla="*/ 150209 w 5734864"/>
              <a:gd name="connsiteY175" fmla="*/ 6232365 h 6858000"/>
              <a:gd name="connsiteX176" fmla="*/ 148544 w 5734864"/>
              <a:gd name="connsiteY176" fmla="*/ 6246162 h 6858000"/>
              <a:gd name="connsiteX177" fmla="*/ 148403 w 5734864"/>
              <a:gd name="connsiteY177" fmla="*/ 6253754 h 6858000"/>
              <a:gd name="connsiteX178" fmla="*/ 138880 w 5734864"/>
              <a:gd name="connsiteY178" fmla="*/ 6276449 h 6858000"/>
              <a:gd name="connsiteX179" fmla="*/ 138683 w 5734864"/>
              <a:gd name="connsiteY179" fmla="*/ 6279721 h 6858000"/>
              <a:gd name="connsiteX180" fmla="*/ 130721 w 5734864"/>
              <a:gd name="connsiteY180" fmla="*/ 6293675 h 6858000"/>
              <a:gd name="connsiteX181" fmla="*/ 120717 w 5734864"/>
              <a:gd name="connsiteY181" fmla="*/ 6313967 h 6858000"/>
              <a:gd name="connsiteX182" fmla="*/ 120841 w 5734864"/>
              <a:gd name="connsiteY182" fmla="*/ 6315437 h 6858000"/>
              <a:gd name="connsiteX183" fmla="*/ 115208 w 5734864"/>
              <a:gd name="connsiteY183" fmla="*/ 6324024 h 6858000"/>
              <a:gd name="connsiteX184" fmla="*/ 101217 w 5734864"/>
              <a:gd name="connsiteY184" fmla="*/ 6365923 h 6858000"/>
              <a:gd name="connsiteX185" fmla="*/ 74946 w 5734864"/>
              <a:gd name="connsiteY185" fmla="*/ 6556817 h 6858000"/>
              <a:gd name="connsiteX186" fmla="*/ 16001 w 5734864"/>
              <a:gd name="connsiteY186" fmla="*/ 6808678 h 6858000"/>
              <a:gd name="connsiteX187" fmla="*/ 0 w 5734864"/>
              <a:gd name="connsiteY187" fmla="*/ 6858000 h 6858000"/>
              <a:gd name="connsiteX188" fmla="*/ 5734864 w 5734864"/>
              <a:gd name="connsiteY188" fmla="*/ 6858000 h 6858000"/>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6695 w 5734864"/>
              <a:gd name="connsiteY13" fmla="*/ 1035077 h 6858000"/>
              <a:gd name="connsiteX14" fmla="*/ 847865 w 5734864"/>
              <a:gd name="connsiteY14" fmla="*/ 1070795 h 6858000"/>
              <a:gd name="connsiteX15" fmla="*/ 862786 w 5734864"/>
              <a:gd name="connsiteY15" fmla="*/ 1238994 h 6858000"/>
              <a:gd name="connsiteX16" fmla="*/ 859345 w 5734864"/>
              <a:gd name="connsiteY16" fmla="*/ 1380427 h 6858000"/>
              <a:gd name="connsiteX17" fmla="*/ 855172 w 5734864"/>
              <a:gd name="connsiteY17" fmla="*/ 1435262 h 6858000"/>
              <a:gd name="connsiteX18" fmla="*/ 860494 w 5734864"/>
              <a:gd name="connsiteY18" fmla="*/ 1453861 h 6858000"/>
              <a:gd name="connsiteX19" fmla="*/ 853731 w 5734864"/>
              <a:gd name="connsiteY19" fmla="*/ 1467047 h 6858000"/>
              <a:gd name="connsiteX20" fmla="*/ 845847 w 5734864"/>
              <a:gd name="connsiteY20" fmla="*/ 1502307 h 6858000"/>
              <a:gd name="connsiteX21" fmla="*/ 817613 w 5734864"/>
              <a:gd name="connsiteY21" fmla="*/ 1565166 h 6858000"/>
              <a:gd name="connsiteX22" fmla="*/ 804223 w 5734864"/>
              <a:gd name="connsiteY22" fmla="*/ 1601941 h 6858000"/>
              <a:gd name="connsiteX23" fmla="*/ 791773 w 5734864"/>
              <a:gd name="connsiteY23" fmla="*/ 1627005 h 6858000"/>
              <a:gd name="connsiteX24" fmla="*/ 774645 w 5734864"/>
              <a:gd name="connsiteY24" fmla="*/ 1699922 h 6858000"/>
              <a:gd name="connsiteX25" fmla="*/ 752343 w 5734864"/>
              <a:gd name="connsiteY25" fmla="*/ 1824604 h 6858000"/>
              <a:gd name="connsiteX26" fmla="*/ 746254 w 5734864"/>
              <a:gd name="connsiteY26" fmla="*/ 1850222 h 6858000"/>
              <a:gd name="connsiteX27" fmla="*/ 728600 w 5734864"/>
              <a:gd name="connsiteY27" fmla="*/ 1869603 h 6858000"/>
              <a:gd name="connsiteX28" fmla="*/ 724396 w 5734864"/>
              <a:gd name="connsiteY28" fmla="*/ 1883104 h 6858000"/>
              <a:gd name="connsiteX29" fmla="*/ 722165 w 5734864"/>
              <a:gd name="connsiteY29" fmla="*/ 1885924 h 6858000"/>
              <a:gd name="connsiteX30" fmla="*/ 721338 w 5734864"/>
              <a:gd name="connsiteY30" fmla="*/ 1887123 h 6858000"/>
              <a:gd name="connsiteX31" fmla="*/ 714840 w 5734864"/>
              <a:gd name="connsiteY31" fmla="*/ 1902274 h 6858000"/>
              <a:gd name="connsiteX32" fmla="*/ 722847 w 5734864"/>
              <a:gd name="connsiteY32" fmla="*/ 1929891 h 6858000"/>
              <a:gd name="connsiteX33" fmla="*/ 714660 w 5734864"/>
              <a:gd name="connsiteY33" fmla="*/ 1982709 h 6858000"/>
              <a:gd name="connsiteX34" fmla="*/ 710759 w 5734864"/>
              <a:gd name="connsiteY34" fmla="*/ 2013010 h 6858000"/>
              <a:gd name="connsiteX35" fmla="*/ 697927 w 5734864"/>
              <a:gd name="connsiteY35" fmla="*/ 2069833 h 6858000"/>
              <a:gd name="connsiteX36" fmla="*/ 693594 w 5734864"/>
              <a:gd name="connsiteY36" fmla="*/ 2103731 h 6858000"/>
              <a:gd name="connsiteX37" fmla="*/ 691109 w 5734864"/>
              <a:gd name="connsiteY37" fmla="*/ 2124027 h 6858000"/>
              <a:gd name="connsiteX38" fmla="*/ 676593 w 5734864"/>
              <a:gd name="connsiteY38" fmla="*/ 2176182 h 6858000"/>
              <a:gd name="connsiteX39" fmla="*/ 633227 w 5734864"/>
              <a:gd name="connsiteY39" fmla="*/ 2258036 h 6858000"/>
              <a:gd name="connsiteX40" fmla="*/ 625564 w 5734864"/>
              <a:gd name="connsiteY40" fmla="*/ 2284567 h 6858000"/>
              <a:gd name="connsiteX41" fmla="*/ 627074 w 5734864"/>
              <a:gd name="connsiteY41" fmla="*/ 2289605 h 6858000"/>
              <a:gd name="connsiteX42" fmla="*/ 614574 w 5734864"/>
              <a:gd name="connsiteY42" fmla="*/ 2308717 h 6858000"/>
              <a:gd name="connsiteX43" fmla="*/ 606890 w 5734864"/>
              <a:gd name="connsiteY43" fmla="*/ 2320662 h 6858000"/>
              <a:gd name="connsiteX44" fmla="*/ 605558 w 5734864"/>
              <a:gd name="connsiteY44" fmla="*/ 2327897 h 6858000"/>
              <a:gd name="connsiteX45" fmla="*/ 602202 w 5734864"/>
              <a:gd name="connsiteY45" fmla="*/ 2357749 h 6858000"/>
              <a:gd name="connsiteX46" fmla="*/ 600213 w 5734864"/>
              <a:gd name="connsiteY46" fmla="*/ 2364905 h 6858000"/>
              <a:gd name="connsiteX47" fmla="*/ 597160 w 5734864"/>
              <a:gd name="connsiteY47" fmla="*/ 2388351 h 6858000"/>
              <a:gd name="connsiteX48" fmla="*/ 597982 w 5734864"/>
              <a:gd name="connsiteY48" fmla="*/ 2402296 h 6858000"/>
              <a:gd name="connsiteX49" fmla="*/ 593150 w 5734864"/>
              <a:gd name="connsiteY49" fmla="*/ 2420015 h 6858000"/>
              <a:gd name="connsiteX50" fmla="*/ 592833 w 5734864"/>
              <a:gd name="connsiteY50" fmla="*/ 2422749 h 6858000"/>
              <a:gd name="connsiteX51" fmla="*/ 594479 w 5734864"/>
              <a:gd name="connsiteY51" fmla="*/ 2426002 h 6858000"/>
              <a:gd name="connsiteX52" fmla="*/ 591963 w 5734864"/>
              <a:gd name="connsiteY52" fmla="*/ 2431950 h 6858000"/>
              <a:gd name="connsiteX53" fmla="*/ 591544 w 5734864"/>
              <a:gd name="connsiteY53" fmla="*/ 2433897 h 6858000"/>
              <a:gd name="connsiteX54" fmla="*/ 589519 w 5734864"/>
              <a:gd name="connsiteY54" fmla="*/ 2451398 h 6858000"/>
              <a:gd name="connsiteX55" fmla="*/ 590037 w 5734864"/>
              <a:gd name="connsiteY55" fmla="*/ 2455536 h 6858000"/>
              <a:gd name="connsiteX56" fmla="*/ 588179 w 5734864"/>
              <a:gd name="connsiteY56" fmla="*/ 2462981 h 6858000"/>
              <a:gd name="connsiteX57" fmla="*/ 583434 w 5734864"/>
              <a:gd name="connsiteY57" fmla="*/ 2503991 h 6858000"/>
              <a:gd name="connsiteX58" fmla="*/ 567942 w 5734864"/>
              <a:gd name="connsiteY58" fmla="*/ 2652936 h 6858000"/>
              <a:gd name="connsiteX59" fmla="*/ 573869 w 5734864"/>
              <a:gd name="connsiteY59" fmla="*/ 2670188 h 6858000"/>
              <a:gd name="connsiteX60" fmla="*/ 575243 w 5734864"/>
              <a:gd name="connsiteY60" fmla="*/ 2688114 h 6858000"/>
              <a:gd name="connsiteX61" fmla="*/ 573824 w 5734864"/>
              <a:gd name="connsiteY61" fmla="*/ 2689856 h 6858000"/>
              <a:gd name="connsiteX62" fmla="*/ 570699 w 5734864"/>
              <a:gd name="connsiteY62" fmla="*/ 2709353 h 6858000"/>
              <a:gd name="connsiteX63" fmla="*/ 573192 w 5734864"/>
              <a:gd name="connsiteY63" fmla="*/ 2714527 h 6858000"/>
              <a:gd name="connsiteX64" fmla="*/ 572044 w 5734864"/>
              <a:gd name="connsiteY64" fmla="*/ 2728187 h 6858000"/>
              <a:gd name="connsiteX65" fmla="*/ 572465 w 5734864"/>
              <a:gd name="connsiteY65" fmla="*/ 2755863 h 6858000"/>
              <a:gd name="connsiteX66" fmla="*/ 570028 w 5734864"/>
              <a:gd name="connsiteY66" fmla="*/ 2760324 h 6858000"/>
              <a:gd name="connsiteX67" fmla="*/ 566748 w 5734864"/>
              <a:gd name="connsiteY67" fmla="*/ 2800948 h 6858000"/>
              <a:gd name="connsiteX68" fmla="*/ 565509 w 5734864"/>
              <a:gd name="connsiteY68" fmla="*/ 2801167 h 6858000"/>
              <a:gd name="connsiteX69" fmla="*/ 559367 w 5734864"/>
              <a:gd name="connsiteY69" fmla="*/ 2811129 h 6858000"/>
              <a:gd name="connsiteX70" fmla="*/ 550354 w 5734864"/>
              <a:gd name="connsiteY70" fmla="*/ 2830949 h 6858000"/>
              <a:gd name="connsiteX71" fmla="*/ 514795 w 5734864"/>
              <a:gd name="connsiteY71" fmla="*/ 2872433 h 6858000"/>
              <a:gd name="connsiteX72" fmla="*/ 509875 w 5734864"/>
              <a:gd name="connsiteY72" fmla="*/ 2923099 h 6858000"/>
              <a:gd name="connsiteX73" fmla="*/ 509577 w 5734864"/>
              <a:gd name="connsiteY73" fmla="*/ 2923197 h 6858000"/>
              <a:gd name="connsiteX74" fmla="*/ 507597 w 5734864"/>
              <a:gd name="connsiteY74" fmla="*/ 2931868 h 6858000"/>
              <a:gd name="connsiteX75" fmla="*/ 507379 w 5734864"/>
              <a:gd name="connsiteY75" fmla="*/ 2938322 h 6858000"/>
              <a:gd name="connsiteX76" fmla="*/ 504725 w 5734864"/>
              <a:gd name="connsiteY76" fmla="*/ 2954519 h 6858000"/>
              <a:gd name="connsiteX77" fmla="*/ 502018 w 5734864"/>
              <a:gd name="connsiteY77" fmla="*/ 2959643 h 6858000"/>
              <a:gd name="connsiteX78" fmla="*/ 498360 w 5734864"/>
              <a:gd name="connsiteY78" fmla="*/ 2961019 h 6858000"/>
              <a:gd name="connsiteX79" fmla="*/ 498483 w 5734864"/>
              <a:gd name="connsiteY79" fmla="*/ 2962590 h 6858000"/>
              <a:gd name="connsiteX80" fmla="*/ 484403 w 5734864"/>
              <a:gd name="connsiteY80" fmla="*/ 2990538 h 6858000"/>
              <a:gd name="connsiteX81" fmla="*/ 463075 w 5734864"/>
              <a:gd name="connsiteY81" fmla="*/ 3055956 h 6858000"/>
              <a:gd name="connsiteX82" fmla="*/ 455013 w 5734864"/>
              <a:gd name="connsiteY82" fmla="*/ 3094482 h 6858000"/>
              <a:gd name="connsiteX83" fmla="*/ 428391 w 5734864"/>
              <a:gd name="connsiteY83" fmla="*/ 3198850 h 6858000"/>
              <a:gd name="connsiteX84" fmla="*/ 401440 w 5734864"/>
              <a:gd name="connsiteY84" fmla="*/ 3307560 h 6858000"/>
              <a:gd name="connsiteX85" fmla="*/ 386076 w 5734864"/>
              <a:gd name="connsiteY85" fmla="*/ 3373943 h 6858000"/>
              <a:gd name="connsiteX86" fmla="*/ 374726 w 5734864"/>
              <a:gd name="connsiteY86" fmla="*/ 3381364 h 6858000"/>
              <a:gd name="connsiteX87" fmla="*/ 369145 w 5734864"/>
              <a:gd name="connsiteY87" fmla="*/ 3383729 h 6858000"/>
              <a:gd name="connsiteX88" fmla="*/ 364294 w 5734864"/>
              <a:gd name="connsiteY88" fmla="*/ 3414159 h 6858000"/>
              <a:gd name="connsiteX89" fmla="*/ 366450 w 5734864"/>
              <a:gd name="connsiteY89" fmla="*/ 3436925 h 6858000"/>
              <a:gd name="connsiteX90" fmla="*/ 351743 w 5734864"/>
              <a:gd name="connsiteY90" fmla="*/ 3521619 h 6858000"/>
              <a:gd name="connsiteX91" fmla="*/ 345784 w 5734864"/>
              <a:gd name="connsiteY91" fmla="*/ 3603757 h 6858000"/>
              <a:gd name="connsiteX92" fmla="*/ 344198 w 5734864"/>
              <a:gd name="connsiteY92" fmla="*/ 3652424 h 6858000"/>
              <a:gd name="connsiteX93" fmla="*/ 352450 w 5734864"/>
              <a:gd name="connsiteY93" fmla="*/ 3665222 h 6858000"/>
              <a:gd name="connsiteX94" fmla="*/ 342621 w 5734864"/>
              <a:gd name="connsiteY94" fmla="*/ 3700804 h 6858000"/>
              <a:gd name="connsiteX95" fmla="*/ 341514 w 5734864"/>
              <a:gd name="connsiteY95" fmla="*/ 3734774 h 6858000"/>
              <a:gd name="connsiteX96" fmla="*/ 340607 w 5734864"/>
              <a:gd name="connsiteY96" fmla="*/ 3785153 h 6858000"/>
              <a:gd name="connsiteX97" fmla="*/ 340707 w 5734864"/>
              <a:gd name="connsiteY97" fmla="*/ 3788177 h 6858000"/>
              <a:gd name="connsiteX98" fmla="*/ 340361 w 5734864"/>
              <a:gd name="connsiteY98" fmla="*/ 3798803 h 6858000"/>
              <a:gd name="connsiteX99" fmla="*/ 339642 w 5734864"/>
              <a:gd name="connsiteY99" fmla="*/ 3838750 h 6858000"/>
              <a:gd name="connsiteX100" fmla="*/ 360295 w 5734864"/>
              <a:gd name="connsiteY100" fmla="*/ 4015196 h 6858000"/>
              <a:gd name="connsiteX101" fmla="*/ 339043 w 5734864"/>
              <a:gd name="connsiteY101" fmla="*/ 4052778 h 6858000"/>
              <a:gd name="connsiteX102" fmla="*/ 339343 w 5734864"/>
              <a:gd name="connsiteY102" fmla="*/ 4096257 h 6858000"/>
              <a:gd name="connsiteX103" fmla="*/ 340786 w 5734864"/>
              <a:gd name="connsiteY103" fmla="*/ 4321136 h 6858000"/>
              <a:gd name="connsiteX104" fmla="*/ 343158 w 5734864"/>
              <a:gd name="connsiteY104" fmla="*/ 4429174 h 6858000"/>
              <a:gd name="connsiteX105" fmla="*/ 334599 w 5734864"/>
              <a:gd name="connsiteY105" fmla="*/ 4449938 h 6858000"/>
              <a:gd name="connsiteX106" fmla="*/ 332890 w 5734864"/>
              <a:gd name="connsiteY106" fmla="*/ 4453515 h 6858000"/>
              <a:gd name="connsiteX107" fmla="*/ 331105 w 5734864"/>
              <a:gd name="connsiteY107" fmla="*/ 4467941 h 6858000"/>
              <a:gd name="connsiteX108" fmla="*/ 324289 w 5734864"/>
              <a:gd name="connsiteY108" fmla="*/ 4471861 h 6858000"/>
              <a:gd name="connsiteX109" fmla="*/ 317079 w 5734864"/>
              <a:gd name="connsiteY109" fmla="*/ 4493468 h 6858000"/>
              <a:gd name="connsiteX110" fmla="*/ 315557 w 5734864"/>
              <a:gd name="connsiteY110" fmla="*/ 4520067 h 6858000"/>
              <a:gd name="connsiteX111" fmla="*/ 315240 w 5734864"/>
              <a:gd name="connsiteY111" fmla="*/ 4536872 h 6858000"/>
              <a:gd name="connsiteX112" fmla="*/ 316200 w 5734864"/>
              <a:gd name="connsiteY112" fmla="*/ 4538297 h 6858000"/>
              <a:gd name="connsiteX113" fmla="*/ 317507 w 5734864"/>
              <a:gd name="connsiteY113" fmla="*/ 4547582 h 6858000"/>
              <a:gd name="connsiteX114" fmla="*/ 323078 w 5734864"/>
              <a:gd name="connsiteY114" fmla="*/ 4592102 h 6858000"/>
              <a:gd name="connsiteX115" fmla="*/ 328722 w 5734864"/>
              <a:gd name="connsiteY115" fmla="*/ 4667914 h 6858000"/>
              <a:gd name="connsiteX116" fmla="*/ 335597 w 5734864"/>
              <a:gd name="connsiteY116" fmla="*/ 4695035 h 6858000"/>
              <a:gd name="connsiteX117" fmla="*/ 339485 w 5734864"/>
              <a:gd name="connsiteY117" fmla="*/ 4695979 h 6858000"/>
              <a:gd name="connsiteX118" fmla="*/ 341089 w 5734864"/>
              <a:gd name="connsiteY118" fmla="*/ 4704268 h 6858000"/>
              <a:gd name="connsiteX119" fmla="*/ 342177 w 5734864"/>
              <a:gd name="connsiteY119" fmla="*/ 4706060 h 6858000"/>
              <a:gd name="connsiteX120" fmla="*/ 347751 w 5734864"/>
              <a:gd name="connsiteY120" fmla="*/ 4716754 h 6858000"/>
              <a:gd name="connsiteX121" fmla="*/ 344125 w 5734864"/>
              <a:gd name="connsiteY121" fmla="*/ 4764669 h 6858000"/>
              <a:gd name="connsiteX122" fmla="*/ 340188 w 5734864"/>
              <a:gd name="connsiteY122" fmla="*/ 4779386 h 6858000"/>
              <a:gd name="connsiteX123" fmla="*/ 335146 w 5734864"/>
              <a:gd name="connsiteY123" fmla="*/ 4787491 h 6858000"/>
              <a:gd name="connsiteX124" fmla="*/ 319124 w 5734864"/>
              <a:gd name="connsiteY124" fmla="*/ 4843514 h 6858000"/>
              <a:gd name="connsiteX125" fmla="*/ 305956 w 5734864"/>
              <a:gd name="connsiteY125" fmla="*/ 4881505 h 6858000"/>
              <a:gd name="connsiteX126" fmla="*/ 301062 w 5734864"/>
              <a:gd name="connsiteY126" fmla="*/ 4889332 h 6858000"/>
              <a:gd name="connsiteX127" fmla="*/ 302141 w 5734864"/>
              <a:gd name="connsiteY127" fmla="*/ 4899400 h 6858000"/>
              <a:gd name="connsiteX128" fmla="*/ 304424 w 5734864"/>
              <a:gd name="connsiteY128" fmla="*/ 4902664 h 6858000"/>
              <a:gd name="connsiteX129" fmla="*/ 293123 w 5734864"/>
              <a:gd name="connsiteY129" fmla="*/ 4932769 h 6858000"/>
              <a:gd name="connsiteX130" fmla="*/ 292275 w 5734864"/>
              <a:gd name="connsiteY130" fmla="*/ 4936482 h 6858000"/>
              <a:gd name="connsiteX131" fmla="*/ 288304 w 5734864"/>
              <a:gd name="connsiteY131" fmla="*/ 4962325 h 6858000"/>
              <a:gd name="connsiteX132" fmla="*/ 287420 w 5734864"/>
              <a:gd name="connsiteY132" fmla="*/ 5042193 h 6858000"/>
              <a:gd name="connsiteX133" fmla="*/ 287020 w 5734864"/>
              <a:gd name="connsiteY133" fmla="*/ 5065655 h 6858000"/>
              <a:gd name="connsiteX134" fmla="*/ 288488 w 5734864"/>
              <a:gd name="connsiteY134" fmla="*/ 5082216 h 6858000"/>
              <a:gd name="connsiteX135" fmla="*/ 282763 w 5734864"/>
              <a:gd name="connsiteY135" fmla="*/ 5127114 h 6858000"/>
              <a:gd name="connsiteX136" fmla="*/ 269316 w 5734864"/>
              <a:gd name="connsiteY136" fmla="*/ 5202682 h 6858000"/>
              <a:gd name="connsiteX137" fmla="*/ 269174 w 5734864"/>
              <a:gd name="connsiteY137" fmla="*/ 5230835 h 6858000"/>
              <a:gd name="connsiteX138" fmla="*/ 272679 w 5734864"/>
              <a:gd name="connsiteY138" fmla="*/ 5232660 h 6858000"/>
              <a:gd name="connsiteX139" fmla="*/ 272160 w 5734864"/>
              <a:gd name="connsiteY139" fmla="*/ 5241150 h 6858000"/>
              <a:gd name="connsiteX140" fmla="*/ 272760 w 5734864"/>
              <a:gd name="connsiteY140" fmla="*/ 5243156 h 6858000"/>
              <a:gd name="connsiteX141" fmla="*/ 275462 w 5734864"/>
              <a:gd name="connsiteY141" fmla="*/ 5254919 h 6858000"/>
              <a:gd name="connsiteX142" fmla="*/ 262897 w 5734864"/>
              <a:gd name="connsiteY142" fmla="*/ 5286259 h 6858000"/>
              <a:gd name="connsiteX143" fmla="*/ 252761 w 5734864"/>
              <a:gd name="connsiteY143" fmla="*/ 5357801 h 6858000"/>
              <a:gd name="connsiteX144" fmla="*/ 242360 w 5734864"/>
              <a:gd name="connsiteY144" fmla="*/ 5460080 h 6858000"/>
              <a:gd name="connsiteX145" fmla="*/ 229880 w 5734864"/>
              <a:gd name="connsiteY145" fmla="*/ 5539714 h 6858000"/>
              <a:gd name="connsiteX146" fmla="*/ 204283 w 5734864"/>
              <a:gd name="connsiteY146" fmla="*/ 5639080 h 6858000"/>
              <a:gd name="connsiteX147" fmla="*/ 198948 w 5734864"/>
              <a:gd name="connsiteY147" fmla="*/ 5710958 h 6858000"/>
              <a:gd name="connsiteX148" fmla="*/ 192367 w 5734864"/>
              <a:gd name="connsiteY148" fmla="*/ 5719859 h 6858000"/>
              <a:gd name="connsiteX149" fmla="*/ 188035 w 5734864"/>
              <a:gd name="connsiteY149" fmla="*/ 5729935 h 6858000"/>
              <a:gd name="connsiteX150" fmla="*/ 188428 w 5734864"/>
              <a:gd name="connsiteY150" fmla="*/ 5731182 h 6858000"/>
              <a:gd name="connsiteX151" fmla="*/ 181635 w 5734864"/>
              <a:gd name="connsiteY151" fmla="*/ 5753538 h 6858000"/>
              <a:gd name="connsiteX152" fmla="*/ 169744 w 5734864"/>
              <a:gd name="connsiteY152" fmla="*/ 5796307 h 6858000"/>
              <a:gd name="connsiteX153" fmla="*/ 170351 w 5734864"/>
              <a:gd name="connsiteY153" fmla="*/ 5796644 h 6858000"/>
              <a:gd name="connsiteX154" fmla="*/ 171559 w 5734864"/>
              <a:gd name="connsiteY154" fmla="*/ 5803435 h 6858000"/>
              <a:gd name="connsiteX155" fmla="*/ 172284 w 5734864"/>
              <a:gd name="connsiteY155" fmla="*/ 5816391 h 6858000"/>
              <a:gd name="connsiteX156" fmla="*/ 182542 w 5734864"/>
              <a:gd name="connsiteY156" fmla="*/ 5846382 h 6858000"/>
              <a:gd name="connsiteX157" fmla="*/ 175877 w 5734864"/>
              <a:gd name="connsiteY157" fmla="*/ 5871336 h 6858000"/>
              <a:gd name="connsiteX158" fmla="*/ 174910 w 5734864"/>
              <a:gd name="connsiteY158" fmla="*/ 5876376 h 6858000"/>
              <a:gd name="connsiteX159" fmla="*/ 175047 w 5734864"/>
              <a:gd name="connsiteY159" fmla="*/ 5876483 h 6858000"/>
              <a:gd name="connsiteX160" fmla="*/ 174335 w 5734864"/>
              <a:gd name="connsiteY160" fmla="*/ 5881814 h 6858000"/>
              <a:gd name="connsiteX161" fmla="*/ 171273 w 5734864"/>
              <a:gd name="connsiteY161" fmla="*/ 5895339 h 6858000"/>
              <a:gd name="connsiteX162" fmla="*/ 171658 w 5734864"/>
              <a:gd name="connsiteY162" fmla="*/ 5898749 h 6858000"/>
              <a:gd name="connsiteX163" fmla="*/ 174658 w 5734864"/>
              <a:gd name="connsiteY163" fmla="*/ 5919558 h 6858000"/>
              <a:gd name="connsiteX164" fmla="*/ 169099 w 5734864"/>
              <a:gd name="connsiteY164" fmla="*/ 5984417 h 6858000"/>
              <a:gd name="connsiteX165" fmla="*/ 162007 w 5734864"/>
              <a:gd name="connsiteY165" fmla="*/ 6049043 h 6858000"/>
              <a:gd name="connsiteX166" fmla="*/ 156875 w 5734864"/>
              <a:gd name="connsiteY166" fmla="*/ 6114000 h 6858000"/>
              <a:gd name="connsiteX167" fmla="*/ 165441 w 5734864"/>
              <a:gd name="connsiteY167" fmla="*/ 6146938 h 6858000"/>
              <a:gd name="connsiteX168" fmla="*/ 165177 w 5734864"/>
              <a:gd name="connsiteY168" fmla="*/ 6150658 h 6858000"/>
              <a:gd name="connsiteX169" fmla="*/ 161772 w 5734864"/>
              <a:gd name="connsiteY169" fmla="*/ 6160011 h 6858000"/>
              <a:gd name="connsiteX170" fmla="*/ 160051 w 5734864"/>
              <a:gd name="connsiteY170" fmla="*/ 6163393 h 6858000"/>
              <a:gd name="connsiteX171" fmla="*/ 158473 w 5734864"/>
              <a:gd name="connsiteY171" fmla="*/ 6168628 h 6858000"/>
              <a:gd name="connsiteX172" fmla="*/ 158573 w 5734864"/>
              <a:gd name="connsiteY172" fmla="*/ 6168799 h 6858000"/>
              <a:gd name="connsiteX173" fmla="*/ 146463 w 5734864"/>
              <a:gd name="connsiteY173" fmla="*/ 6196671 h 6858000"/>
              <a:gd name="connsiteX174" fmla="*/ 150209 w 5734864"/>
              <a:gd name="connsiteY174" fmla="*/ 6232365 h 6858000"/>
              <a:gd name="connsiteX175" fmla="*/ 148544 w 5734864"/>
              <a:gd name="connsiteY175" fmla="*/ 6246162 h 6858000"/>
              <a:gd name="connsiteX176" fmla="*/ 148403 w 5734864"/>
              <a:gd name="connsiteY176" fmla="*/ 6253754 h 6858000"/>
              <a:gd name="connsiteX177" fmla="*/ 138880 w 5734864"/>
              <a:gd name="connsiteY177" fmla="*/ 6276449 h 6858000"/>
              <a:gd name="connsiteX178" fmla="*/ 138683 w 5734864"/>
              <a:gd name="connsiteY178" fmla="*/ 6279721 h 6858000"/>
              <a:gd name="connsiteX179" fmla="*/ 130721 w 5734864"/>
              <a:gd name="connsiteY179" fmla="*/ 6293675 h 6858000"/>
              <a:gd name="connsiteX180" fmla="*/ 120717 w 5734864"/>
              <a:gd name="connsiteY180" fmla="*/ 6313967 h 6858000"/>
              <a:gd name="connsiteX181" fmla="*/ 120841 w 5734864"/>
              <a:gd name="connsiteY181" fmla="*/ 6315437 h 6858000"/>
              <a:gd name="connsiteX182" fmla="*/ 115208 w 5734864"/>
              <a:gd name="connsiteY182" fmla="*/ 6324024 h 6858000"/>
              <a:gd name="connsiteX183" fmla="*/ 101217 w 5734864"/>
              <a:gd name="connsiteY183" fmla="*/ 6365923 h 6858000"/>
              <a:gd name="connsiteX184" fmla="*/ 74946 w 5734864"/>
              <a:gd name="connsiteY184" fmla="*/ 6556817 h 6858000"/>
              <a:gd name="connsiteX185" fmla="*/ 16001 w 5734864"/>
              <a:gd name="connsiteY185" fmla="*/ 6808678 h 6858000"/>
              <a:gd name="connsiteX186" fmla="*/ 0 w 5734864"/>
              <a:gd name="connsiteY186" fmla="*/ 6858000 h 6858000"/>
              <a:gd name="connsiteX187" fmla="*/ 5734864 w 5734864"/>
              <a:gd name="connsiteY187" fmla="*/ 6858000 h 6858000"/>
              <a:gd name="connsiteX188" fmla="*/ 5734864 w 5734864"/>
              <a:gd name="connsiteY188" fmla="*/ 0 h 6858000"/>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7865 w 5734864"/>
              <a:gd name="connsiteY13" fmla="*/ 1070795 h 6858000"/>
              <a:gd name="connsiteX14" fmla="*/ 862786 w 5734864"/>
              <a:gd name="connsiteY14" fmla="*/ 1238994 h 6858000"/>
              <a:gd name="connsiteX15" fmla="*/ 859345 w 5734864"/>
              <a:gd name="connsiteY15" fmla="*/ 1380427 h 6858000"/>
              <a:gd name="connsiteX16" fmla="*/ 855172 w 5734864"/>
              <a:gd name="connsiteY16" fmla="*/ 1435262 h 6858000"/>
              <a:gd name="connsiteX17" fmla="*/ 860494 w 5734864"/>
              <a:gd name="connsiteY17" fmla="*/ 1453861 h 6858000"/>
              <a:gd name="connsiteX18" fmla="*/ 853731 w 5734864"/>
              <a:gd name="connsiteY18" fmla="*/ 1467047 h 6858000"/>
              <a:gd name="connsiteX19" fmla="*/ 845847 w 5734864"/>
              <a:gd name="connsiteY19" fmla="*/ 1502307 h 6858000"/>
              <a:gd name="connsiteX20" fmla="*/ 817613 w 5734864"/>
              <a:gd name="connsiteY20" fmla="*/ 1565166 h 6858000"/>
              <a:gd name="connsiteX21" fmla="*/ 804223 w 5734864"/>
              <a:gd name="connsiteY21" fmla="*/ 1601941 h 6858000"/>
              <a:gd name="connsiteX22" fmla="*/ 791773 w 5734864"/>
              <a:gd name="connsiteY22" fmla="*/ 1627005 h 6858000"/>
              <a:gd name="connsiteX23" fmla="*/ 774645 w 5734864"/>
              <a:gd name="connsiteY23" fmla="*/ 1699922 h 6858000"/>
              <a:gd name="connsiteX24" fmla="*/ 752343 w 5734864"/>
              <a:gd name="connsiteY24" fmla="*/ 1824604 h 6858000"/>
              <a:gd name="connsiteX25" fmla="*/ 746254 w 5734864"/>
              <a:gd name="connsiteY25" fmla="*/ 1850222 h 6858000"/>
              <a:gd name="connsiteX26" fmla="*/ 728600 w 5734864"/>
              <a:gd name="connsiteY26" fmla="*/ 1869603 h 6858000"/>
              <a:gd name="connsiteX27" fmla="*/ 724396 w 5734864"/>
              <a:gd name="connsiteY27" fmla="*/ 1883104 h 6858000"/>
              <a:gd name="connsiteX28" fmla="*/ 722165 w 5734864"/>
              <a:gd name="connsiteY28" fmla="*/ 1885924 h 6858000"/>
              <a:gd name="connsiteX29" fmla="*/ 721338 w 5734864"/>
              <a:gd name="connsiteY29" fmla="*/ 1887123 h 6858000"/>
              <a:gd name="connsiteX30" fmla="*/ 714840 w 5734864"/>
              <a:gd name="connsiteY30" fmla="*/ 1902274 h 6858000"/>
              <a:gd name="connsiteX31" fmla="*/ 722847 w 5734864"/>
              <a:gd name="connsiteY31" fmla="*/ 1929891 h 6858000"/>
              <a:gd name="connsiteX32" fmla="*/ 714660 w 5734864"/>
              <a:gd name="connsiteY32" fmla="*/ 1982709 h 6858000"/>
              <a:gd name="connsiteX33" fmla="*/ 710759 w 5734864"/>
              <a:gd name="connsiteY33" fmla="*/ 2013010 h 6858000"/>
              <a:gd name="connsiteX34" fmla="*/ 697927 w 5734864"/>
              <a:gd name="connsiteY34" fmla="*/ 2069833 h 6858000"/>
              <a:gd name="connsiteX35" fmla="*/ 693594 w 5734864"/>
              <a:gd name="connsiteY35" fmla="*/ 2103731 h 6858000"/>
              <a:gd name="connsiteX36" fmla="*/ 691109 w 5734864"/>
              <a:gd name="connsiteY36" fmla="*/ 2124027 h 6858000"/>
              <a:gd name="connsiteX37" fmla="*/ 676593 w 5734864"/>
              <a:gd name="connsiteY37" fmla="*/ 2176182 h 6858000"/>
              <a:gd name="connsiteX38" fmla="*/ 633227 w 5734864"/>
              <a:gd name="connsiteY38" fmla="*/ 2258036 h 6858000"/>
              <a:gd name="connsiteX39" fmla="*/ 625564 w 5734864"/>
              <a:gd name="connsiteY39" fmla="*/ 2284567 h 6858000"/>
              <a:gd name="connsiteX40" fmla="*/ 627074 w 5734864"/>
              <a:gd name="connsiteY40" fmla="*/ 2289605 h 6858000"/>
              <a:gd name="connsiteX41" fmla="*/ 614574 w 5734864"/>
              <a:gd name="connsiteY41" fmla="*/ 2308717 h 6858000"/>
              <a:gd name="connsiteX42" fmla="*/ 606890 w 5734864"/>
              <a:gd name="connsiteY42" fmla="*/ 2320662 h 6858000"/>
              <a:gd name="connsiteX43" fmla="*/ 605558 w 5734864"/>
              <a:gd name="connsiteY43" fmla="*/ 2327897 h 6858000"/>
              <a:gd name="connsiteX44" fmla="*/ 602202 w 5734864"/>
              <a:gd name="connsiteY44" fmla="*/ 2357749 h 6858000"/>
              <a:gd name="connsiteX45" fmla="*/ 600213 w 5734864"/>
              <a:gd name="connsiteY45" fmla="*/ 2364905 h 6858000"/>
              <a:gd name="connsiteX46" fmla="*/ 597160 w 5734864"/>
              <a:gd name="connsiteY46" fmla="*/ 2388351 h 6858000"/>
              <a:gd name="connsiteX47" fmla="*/ 597982 w 5734864"/>
              <a:gd name="connsiteY47" fmla="*/ 2402296 h 6858000"/>
              <a:gd name="connsiteX48" fmla="*/ 593150 w 5734864"/>
              <a:gd name="connsiteY48" fmla="*/ 2420015 h 6858000"/>
              <a:gd name="connsiteX49" fmla="*/ 592833 w 5734864"/>
              <a:gd name="connsiteY49" fmla="*/ 2422749 h 6858000"/>
              <a:gd name="connsiteX50" fmla="*/ 594479 w 5734864"/>
              <a:gd name="connsiteY50" fmla="*/ 2426002 h 6858000"/>
              <a:gd name="connsiteX51" fmla="*/ 591963 w 5734864"/>
              <a:gd name="connsiteY51" fmla="*/ 2431950 h 6858000"/>
              <a:gd name="connsiteX52" fmla="*/ 591544 w 5734864"/>
              <a:gd name="connsiteY52" fmla="*/ 2433897 h 6858000"/>
              <a:gd name="connsiteX53" fmla="*/ 589519 w 5734864"/>
              <a:gd name="connsiteY53" fmla="*/ 2451398 h 6858000"/>
              <a:gd name="connsiteX54" fmla="*/ 590037 w 5734864"/>
              <a:gd name="connsiteY54" fmla="*/ 2455536 h 6858000"/>
              <a:gd name="connsiteX55" fmla="*/ 588179 w 5734864"/>
              <a:gd name="connsiteY55" fmla="*/ 2462981 h 6858000"/>
              <a:gd name="connsiteX56" fmla="*/ 583434 w 5734864"/>
              <a:gd name="connsiteY56" fmla="*/ 2503991 h 6858000"/>
              <a:gd name="connsiteX57" fmla="*/ 567942 w 5734864"/>
              <a:gd name="connsiteY57" fmla="*/ 2652936 h 6858000"/>
              <a:gd name="connsiteX58" fmla="*/ 573869 w 5734864"/>
              <a:gd name="connsiteY58" fmla="*/ 2670188 h 6858000"/>
              <a:gd name="connsiteX59" fmla="*/ 575243 w 5734864"/>
              <a:gd name="connsiteY59" fmla="*/ 2688114 h 6858000"/>
              <a:gd name="connsiteX60" fmla="*/ 573824 w 5734864"/>
              <a:gd name="connsiteY60" fmla="*/ 2689856 h 6858000"/>
              <a:gd name="connsiteX61" fmla="*/ 570699 w 5734864"/>
              <a:gd name="connsiteY61" fmla="*/ 2709353 h 6858000"/>
              <a:gd name="connsiteX62" fmla="*/ 573192 w 5734864"/>
              <a:gd name="connsiteY62" fmla="*/ 2714527 h 6858000"/>
              <a:gd name="connsiteX63" fmla="*/ 572044 w 5734864"/>
              <a:gd name="connsiteY63" fmla="*/ 2728187 h 6858000"/>
              <a:gd name="connsiteX64" fmla="*/ 572465 w 5734864"/>
              <a:gd name="connsiteY64" fmla="*/ 2755863 h 6858000"/>
              <a:gd name="connsiteX65" fmla="*/ 570028 w 5734864"/>
              <a:gd name="connsiteY65" fmla="*/ 2760324 h 6858000"/>
              <a:gd name="connsiteX66" fmla="*/ 566748 w 5734864"/>
              <a:gd name="connsiteY66" fmla="*/ 2800948 h 6858000"/>
              <a:gd name="connsiteX67" fmla="*/ 565509 w 5734864"/>
              <a:gd name="connsiteY67" fmla="*/ 2801167 h 6858000"/>
              <a:gd name="connsiteX68" fmla="*/ 559367 w 5734864"/>
              <a:gd name="connsiteY68" fmla="*/ 2811129 h 6858000"/>
              <a:gd name="connsiteX69" fmla="*/ 550354 w 5734864"/>
              <a:gd name="connsiteY69" fmla="*/ 2830949 h 6858000"/>
              <a:gd name="connsiteX70" fmla="*/ 514795 w 5734864"/>
              <a:gd name="connsiteY70" fmla="*/ 2872433 h 6858000"/>
              <a:gd name="connsiteX71" fmla="*/ 509875 w 5734864"/>
              <a:gd name="connsiteY71" fmla="*/ 2923099 h 6858000"/>
              <a:gd name="connsiteX72" fmla="*/ 509577 w 5734864"/>
              <a:gd name="connsiteY72" fmla="*/ 2923197 h 6858000"/>
              <a:gd name="connsiteX73" fmla="*/ 507597 w 5734864"/>
              <a:gd name="connsiteY73" fmla="*/ 2931868 h 6858000"/>
              <a:gd name="connsiteX74" fmla="*/ 507379 w 5734864"/>
              <a:gd name="connsiteY74" fmla="*/ 2938322 h 6858000"/>
              <a:gd name="connsiteX75" fmla="*/ 504725 w 5734864"/>
              <a:gd name="connsiteY75" fmla="*/ 2954519 h 6858000"/>
              <a:gd name="connsiteX76" fmla="*/ 502018 w 5734864"/>
              <a:gd name="connsiteY76" fmla="*/ 2959643 h 6858000"/>
              <a:gd name="connsiteX77" fmla="*/ 498360 w 5734864"/>
              <a:gd name="connsiteY77" fmla="*/ 2961019 h 6858000"/>
              <a:gd name="connsiteX78" fmla="*/ 498483 w 5734864"/>
              <a:gd name="connsiteY78" fmla="*/ 2962590 h 6858000"/>
              <a:gd name="connsiteX79" fmla="*/ 484403 w 5734864"/>
              <a:gd name="connsiteY79" fmla="*/ 2990538 h 6858000"/>
              <a:gd name="connsiteX80" fmla="*/ 463075 w 5734864"/>
              <a:gd name="connsiteY80" fmla="*/ 3055956 h 6858000"/>
              <a:gd name="connsiteX81" fmla="*/ 455013 w 5734864"/>
              <a:gd name="connsiteY81" fmla="*/ 3094482 h 6858000"/>
              <a:gd name="connsiteX82" fmla="*/ 428391 w 5734864"/>
              <a:gd name="connsiteY82" fmla="*/ 3198850 h 6858000"/>
              <a:gd name="connsiteX83" fmla="*/ 401440 w 5734864"/>
              <a:gd name="connsiteY83" fmla="*/ 3307560 h 6858000"/>
              <a:gd name="connsiteX84" fmla="*/ 386076 w 5734864"/>
              <a:gd name="connsiteY84" fmla="*/ 3373943 h 6858000"/>
              <a:gd name="connsiteX85" fmla="*/ 374726 w 5734864"/>
              <a:gd name="connsiteY85" fmla="*/ 3381364 h 6858000"/>
              <a:gd name="connsiteX86" fmla="*/ 369145 w 5734864"/>
              <a:gd name="connsiteY86" fmla="*/ 3383729 h 6858000"/>
              <a:gd name="connsiteX87" fmla="*/ 364294 w 5734864"/>
              <a:gd name="connsiteY87" fmla="*/ 3414159 h 6858000"/>
              <a:gd name="connsiteX88" fmla="*/ 366450 w 5734864"/>
              <a:gd name="connsiteY88" fmla="*/ 3436925 h 6858000"/>
              <a:gd name="connsiteX89" fmla="*/ 351743 w 5734864"/>
              <a:gd name="connsiteY89" fmla="*/ 3521619 h 6858000"/>
              <a:gd name="connsiteX90" fmla="*/ 345784 w 5734864"/>
              <a:gd name="connsiteY90" fmla="*/ 3603757 h 6858000"/>
              <a:gd name="connsiteX91" fmla="*/ 344198 w 5734864"/>
              <a:gd name="connsiteY91" fmla="*/ 3652424 h 6858000"/>
              <a:gd name="connsiteX92" fmla="*/ 352450 w 5734864"/>
              <a:gd name="connsiteY92" fmla="*/ 3665222 h 6858000"/>
              <a:gd name="connsiteX93" fmla="*/ 342621 w 5734864"/>
              <a:gd name="connsiteY93" fmla="*/ 3700804 h 6858000"/>
              <a:gd name="connsiteX94" fmla="*/ 341514 w 5734864"/>
              <a:gd name="connsiteY94" fmla="*/ 3734774 h 6858000"/>
              <a:gd name="connsiteX95" fmla="*/ 340607 w 5734864"/>
              <a:gd name="connsiteY95" fmla="*/ 3785153 h 6858000"/>
              <a:gd name="connsiteX96" fmla="*/ 340707 w 5734864"/>
              <a:gd name="connsiteY96" fmla="*/ 3788177 h 6858000"/>
              <a:gd name="connsiteX97" fmla="*/ 340361 w 5734864"/>
              <a:gd name="connsiteY97" fmla="*/ 3798803 h 6858000"/>
              <a:gd name="connsiteX98" fmla="*/ 339642 w 5734864"/>
              <a:gd name="connsiteY98" fmla="*/ 3838750 h 6858000"/>
              <a:gd name="connsiteX99" fmla="*/ 360295 w 5734864"/>
              <a:gd name="connsiteY99" fmla="*/ 4015196 h 6858000"/>
              <a:gd name="connsiteX100" fmla="*/ 339043 w 5734864"/>
              <a:gd name="connsiteY100" fmla="*/ 4052778 h 6858000"/>
              <a:gd name="connsiteX101" fmla="*/ 339343 w 5734864"/>
              <a:gd name="connsiteY101" fmla="*/ 4096257 h 6858000"/>
              <a:gd name="connsiteX102" fmla="*/ 340786 w 5734864"/>
              <a:gd name="connsiteY102" fmla="*/ 4321136 h 6858000"/>
              <a:gd name="connsiteX103" fmla="*/ 343158 w 5734864"/>
              <a:gd name="connsiteY103" fmla="*/ 4429174 h 6858000"/>
              <a:gd name="connsiteX104" fmla="*/ 334599 w 5734864"/>
              <a:gd name="connsiteY104" fmla="*/ 4449938 h 6858000"/>
              <a:gd name="connsiteX105" fmla="*/ 332890 w 5734864"/>
              <a:gd name="connsiteY105" fmla="*/ 4453515 h 6858000"/>
              <a:gd name="connsiteX106" fmla="*/ 331105 w 5734864"/>
              <a:gd name="connsiteY106" fmla="*/ 4467941 h 6858000"/>
              <a:gd name="connsiteX107" fmla="*/ 324289 w 5734864"/>
              <a:gd name="connsiteY107" fmla="*/ 4471861 h 6858000"/>
              <a:gd name="connsiteX108" fmla="*/ 317079 w 5734864"/>
              <a:gd name="connsiteY108" fmla="*/ 4493468 h 6858000"/>
              <a:gd name="connsiteX109" fmla="*/ 315557 w 5734864"/>
              <a:gd name="connsiteY109" fmla="*/ 4520067 h 6858000"/>
              <a:gd name="connsiteX110" fmla="*/ 315240 w 5734864"/>
              <a:gd name="connsiteY110" fmla="*/ 4536872 h 6858000"/>
              <a:gd name="connsiteX111" fmla="*/ 316200 w 5734864"/>
              <a:gd name="connsiteY111" fmla="*/ 4538297 h 6858000"/>
              <a:gd name="connsiteX112" fmla="*/ 317507 w 5734864"/>
              <a:gd name="connsiteY112" fmla="*/ 4547582 h 6858000"/>
              <a:gd name="connsiteX113" fmla="*/ 323078 w 5734864"/>
              <a:gd name="connsiteY113" fmla="*/ 4592102 h 6858000"/>
              <a:gd name="connsiteX114" fmla="*/ 328722 w 5734864"/>
              <a:gd name="connsiteY114" fmla="*/ 4667914 h 6858000"/>
              <a:gd name="connsiteX115" fmla="*/ 335597 w 5734864"/>
              <a:gd name="connsiteY115" fmla="*/ 4695035 h 6858000"/>
              <a:gd name="connsiteX116" fmla="*/ 339485 w 5734864"/>
              <a:gd name="connsiteY116" fmla="*/ 4695979 h 6858000"/>
              <a:gd name="connsiteX117" fmla="*/ 341089 w 5734864"/>
              <a:gd name="connsiteY117" fmla="*/ 4704268 h 6858000"/>
              <a:gd name="connsiteX118" fmla="*/ 342177 w 5734864"/>
              <a:gd name="connsiteY118" fmla="*/ 4706060 h 6858000"/>
              <a:gd name="connsiteX119" fmla="*/ 347751 w 5734864"/>
              <a:gd name="connsiteY119" fmla="*/ 4716754 h 6858000"/>
              <a:gd name="connsiteX120" fmla="*/ 344125 w 5734864"/>
              <a:gd name="connsiteY120" fmla="*/ 4764669 h 6858000"/>
              <a:gd name="connsiteX121" fmla="*/ 340188 w 5734864"/>
              <a:gd name="connsiteY121" fmla="*/ 4779386 h 6858000"/>
              <a:gd name="connsiteX122" fmla="*/ 335146 w 5734864"/>
              <a:gd name="connsiteY122" fmla="*/ 4787491 h 6858000"/>
              <a:gd name="connsiteX123" fmla="*/ 319124 w 5734864"/>
              <a:gd name="connsiteY123" fmla="*/ 4843514 h 6858000"/>
              <a:gd name="connsiteX124" fmla="*/ 305956 w 5734864"/>
              <a:gd name="connsiteY124" fmla="*/ 4881505 h 6858000"/>
              <a:gd name="connsiteX125" fmla="*/ 301062 w 5734864"/>
              <a:gd name="connsiteY125" fmla="*/ 4889332 h 6858000"/>
              <a:gd name="connsiteX126" fmla="*/ 302141 w 5734864"/>
              <a:gd name="connsiteY126" fmla="*/ 4899400 h 6858000"/>
              <a:gd name="connsiteX127" fmla="*/ 304424 w 5734864"/>
              <a:gd name="connsiteY127" fmla="*/ 4902664 h 6858000"/>
              <a:gd name="connsiteX128" fmla="*/ 293123 w 5734864"/>
              <a:gd name="connsiteY128" fmla="*/ 4932769 h 6858000"/>
              <a:gd name="connsiteX129" fmla="*/ 292275 w 5734864"/>
              <a:gd name="connsiteY129" fmla="*/ 4936482 h 6858000"/>
              <a:gd name="connsiteX130" fmla="*/ 288304 w 5734864"/>
              <a:gd name="connsiteY130" fmla="*/ 4962325 h 6858000"/>
              <a:gd name="connsiteX131" fmla="*/ 287420 w 5734864"/>
              <a:gd name="connsiteY131" fmla="*/ 5042193 h 6858000"/>
              <a:gd name="connsiteX132" fmla="*/ 287020 w 5734864"/>
              <a:gd name="connsiteY132" fmla="*/ 5065655 h 6858000"/>
              <a:gd name="connsiteX133" fmla="*/ 288488 w 5734864"/>
              <a:gd name="connsiteY133" fmla="*/ 5082216 h 6858000"/>
              <a:gd name="connsiteX134" fmla="*/ 282763 w 5734864"/>
              <a:gd name="connsiteY134" fmla="*/ 5127114 h 6858000"/>
              <a:gd name="connsiteX135" fmla="*/ 269316 w 5734864"/>
              <a:gd name="connsiteY135" fmla="*/ 5202682 h 6858000"/>
              <a:gd name="connsiteX136" fmla="*/ 269174 w 5734864"/>
              <a:gd name="connsiteY136" fmla="*/ 5230835 h 6858000"/>
              <a:gd name="connsiteX137" fmla="*/ 272679 w 5734864"/>
              <a:gd name="connsiteY137" fmla="*/ 5232660 h 6858000"/>
              <a:gd name="connsiteX138" fmla="*/ 272160 w 5734864"/>
              <a:gd name="connsiteY138" fmla="*/ 5241150 h 6858000"/>
              <a:gd name="connsiteX139" fmla="*/ 272760 w 5734864"/>
              <a:gd name="connsiteY139" fmla="*/ 5243156 h 6858000"/>
              <a:gd name="connsiteX140" fmla="*/ 275462 w 5734864"/>
              <a:gd name="connsiteY140" fmla="*/ 5254919 h 6858000"/>
              <a:gd name="connsiteX141" fmla="*/ 262897 w 5734864"/>
              <a:gd name="connsiteY141" fmla="*/ 5286259 h 6858000"/>
              <a:gd name="connsiteX142" fmla="*/ 252761 w 5734864"/>
              <a:gd name="connsiteY142" fmla="*/ 5357801 h 6858000"/>
              <a:gd name="connsiteX143" fmla="*/ 242360 w 5734864"/>
              <a:gd name="connsiteY143" fmla="*/ 5460080 h 6858000"/>
              <a:gd name="connsiteX144" fmla="*/ 229880 w 5734864"/>
              <a:gd name="connsiteY144" fmla="*/ 5539714 h 6858000"/>
              <a:gd name="connsiteX145" fmla="*/ 204283 w 5734864"/>
              <a:gd name="connsiteY145" fmla="*/ 5639080 h 6858000"/>
              <a:gd name="connsiteX146" fmla="*/ 198948 w 5734864"/>
              <a:gd name="connsiteY146" fmla="*/ 5710958 h 6858000"/>
              <a:gd name="connsiteX147" fmla="*/ 192367 w 5734864"/>
              <a:gd name="connsiteY147" fmla="*/ 5719859 h 6858000"/>
              <a:gd name="connsiteX148" fmla="*/ 188035 w 5734864"/>
              <a:gd name="connsiteY148" fmla="*/ 5729935 h 6858000"/>
              <a:gd name="connsiteX149" fmla="*/ 188428 w 5734864"/>
              <a:gd name="connsiteY149" fmla="*/ 5731182 h 6858000"/>
              <a:gd name="connsiteX150" fmla="*/ 181635 w 5734864"/>
              <a:gd name="connsiteY150" fmla="*/ 5753538 h 6858000"/>
              <a:gd name="connsiteX151" fmla="*/ 169744 w 5734864"/>
              <a:gd name="connsiteY151" fmla="*/ 5796307 h 6858000"/>
              <a:gd name="connsiteX152" fmla="*/ 170351 w 5734864"/>
              <a:gd name="connsiteY152" fmla="*/ 5796644 h 6858000"/>
              <a:gd name="connsiteX153" fmla="*/ 171559 w 5734864"/>
              <a:gd name="connsiteY153" fmla="*/ 5803435 h 6858000"/>
              <a:gd name="connsiteX154" fmla="*/ 172284 w 5734864"/>
              <a:gd name="connsiteY154" fmla="*/ 5816391 h 6858000"/>
              <a:gd name="connsiteX155" fmla="*/ 182542 w 5734864"/>
              <a:gd name="connsiteY155" fmla="*/ 5846382 h 6858000"/>
              <a:gd name="connsiteX156" fmla="*/ 175877 w 5734864"/>
              <a:gd name="connsiteY156" fmla="*/ 5871336 h 6858000"/>
              <a:gd name="connsiteX157" fmla="*/ 174910 w 5734864"/>
              <a:gd name="connsiteY157" fmla="*/ 5876376 h 6858000"/>
              <a:gd name="connsiteX158" fmla="*/ 175047 w 5734864"/>
              <a:gd name="connsiteY158" fmla="*/ 5876483 h 6858000"/>
              <a:gd name="connsiteX159" fmla="*/ 174335 w 5734864"/>
              <a:gd name="connsiteY159" fmla="*/ 5881814 h 6858000"/>
              <a:gd name="connsiteX160" fmla="*/ 171273 w 5734864"/>
              <a:gd name="connsiteY160" fmla="*/ 5895339 h 6858000"/>
              <a:gd name="connsiteX161" fmla="*/ 171658 w 5734864"/>
              <a:gd name="connsiteY161" fmla="*/ 5898749 h 6858000"/>
              <a:gd name="connsiteX162" fmla="*/ 174658 w 5734864"/>
              <a:gd name="connsiteY162" fmla="*/ 5919558 h 6858000"/>
              <a:gd name="connsiteX163" fmla="*/ 169099 w 5734864"/>
              <a:gd name="connsiteY163" fmla="*/ 5984417 h 6858000"/>
              <a:gd name="connsiteX164" fmla="*/ 162007 w 5734864"/>
              <a:gd name="connsiteY164" fmla="*/ 6049043 h 6858000"/>
              <a:gd name="connsiteX165" fmla="*/ 156875 w 5734864"/>
              <a:gd name="connsiteY165" fmla="*/ 6114000 h 6858000"/>
              <a:gd name="connsiteX166" fmla="*/ 165441 w 5734864"/>
              <a:gd name="connsiteY166" fmla="*/ 6146938 h 6858000"/>
              <a:gd name="connsiteX167" fmla="*/ 165177 w 5734864"/>
              <a:gd name="connsiteY167" fmla="*/ 6150658 h 6858000"/>
              <a:gd name="connsiteX168" fmla="*/ 161772 w 5734864"/>
              <a:gd name="connsiteY168" fmla="*/ 6160011 h 6858000"/>
              <a:gd name="connsiteX169" fmla="*/ 160051 w 5734864"/>
              <a:gd name="connsiteY169" fmla="*/ 6163393 h 6858000"/>
              <a:gd name="connsiteX170" fmla="*/ 158473 w 5734864"/>
              <a:gd name="connsiteY170" fmla="*/ 6168628 h 6858000"/>
              <a:gd name="connsiteX171" fmla="*/ 158573 w 5734864"/>
              <a:gd name="connsiteY171" fmla="*/ 6168799 h 6858000"/>
              <a:gd name="connsiteX172" fmla="*/ 146463 w 5734864"/>
              <a:gd name="connsiteY172" fmla="*/ 6196671 h 6858000"/>
              <a:gd name="connsiteX173" fmla="*/ 150209 w 5734864"/>
              <a:gd name="connsiteY173" fmla="*/ 6232365 h 6858000"/>
              <a:gd name="connsiteX174" fmla="*/ 148544 w 5734864"/>
              <a:gd name="connsiteY174" fmla="*/ 6246162 h 6858000"/>
              <a:gd name="connsiteX175" fmla="*/ 148403 w 5734864"/>
              <a:gd name="connsiteY175" fmla="*/ 6253754 h 6858000"/>
              <a:gd name="connsiteX176" fmla="*/ 138880 w 5734864"/>
              <a:gd name="connsiteY176" fmla="*/ 6276449 h 6858000"/>
              <a:gd name="connsiteX177" fmla="*/ 138683 w 5734864"/>
              <a:gd name="connsiteY177" fmla="*/ 6279721 h 6858000"/>
              <a:gd name="connsiteX178" fmla="*/ 130721 w 5734864"/>
              <a:gd name="connsiteY178" fmla="*/ 6293675 h 6858000"/>
              <a:gd name="connsiteX179" fmla="*/ 120717 w 5734864"/>
              <a:gd name="connsiteY179" fmla="*/ 6313967 h 6858000"/>
              <a:gd name="connsiteX180" fmla="*/ 120841 w 5734864"/>
              <a:gd name="connsiteY180" fmla="*/ 6315437 h 6858000"/>
              <a:gd name="connsiteX181" fmla="*/ 115208 w 5734864"/>
              <a:gd name="connsiteY181" fmla="*/ 6324024 h 6858000"/>
              <a:gd name="connsiteX182" fmla="*/ 101217 w 5734864"/>
              <a:gd name="connsiteY182" fmla="*/ 6365923 h 6858000"/>
              <a:gd name="connsiteX183" fmla="*/ 74946 w 5734864"/>
              <a:gd name="connsiteY183" fmla="*/ 6556817 h 6858000"/>
              <a:gd name="connsiteX184" fmla="*/ 16001 w 5734864"/>
              <a:gd name="connsiteY184" fmla="*/ 6808678 h 6858000"/>
              <a:gd name="connsiteX185" fmla="*/ 0 w 5734864"/>
              <a:gd name="connsiteY185" fmla="*/ 6858000 h 6858000"/>
              <a:gd name="connsiteX186" fmla="*/ 5734864 w 5734864"/>
              <a:gd name="connsiteY186" fmla="*/ 6858000 h 6858000"/>
              <a:gd name="connsiteX187" fmla="*/ 5734864 w 5734864"/>
              <a:gd name="connsiteY18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Lst>
            <a:rect l="l" t="t" r="r" b="b"/>
            <a:pathLst>
              <a:path w="5734864" h="6858000">
                <a:moveTo>
                  <a:pt x="5734864" y="0"/>
                </a:moveTo>
                <a:lnTo>
                  <a:pt x="771611" y="0"/>
                </a:lnTo>
                <a:cubicBezTo>
                  <a:pt x="771634" y="16369"/>
                  <a:pt x="771656" y="32739"/>
                  <a:pt x="771679" y="49108"/>
                </a:cubicBezTo>
                <a:cubicBezTo>
                  <a:pt x="775201" y="55622"/>
                  <a:pt x="788724" y="196721"/>
                  <a:pt x="794248" y="200968"/>
                </a:cubicBezTo>
                <a:lnTo>
                  <a:pt x="801749" y="414071"/>
                </a:lnTo>
                <a:cubicBezTo>
                  <a:pt x="807329" y="440933"/>
                  <a:pt x="835107" y="598697"/>
                  <a:pt x="818548" y="585467"/>
                </a:cubicBezTo>
                <a:cubicBezTo>
                  <a:pt x="856197" y="664140"/>
                  <a:pt x="837895" y="708473"/>
                  <a:pt x="857476" y="800623"/>
                </a:cubicBezTo>
                <a:cubicBezTo>
                  <a:pt x="822401" y="857344"/>
                  <a:pt x="855723" y="824571"/>
                  <a:pt x="851083" y="878903"/>
                </a:cubicBezTo>
                <a:cubicBezTo>
                  <a:pt x="884811" y="859448"/>
                  <a:pt x="834648" y="946397"/>
                  <a:pt x="873564" y="943826"/>
                </a:cubicBezTo>
                <a:cubicBezTo>
                  <a:pt x="871487" y="953795"/>
                  <a:pt x="868248" y="963533"/>
                  <a:pt x="864705" y="973328"/>
                </a:cubicBezTo>
                <a:lnTo>
                  <a:pt x="862869" y="978457"/>
                </a:lnTo>
                <a:lnTo>
                  <a:pt x="862233" y="998041"/>
                </a:lnTo>
                <a:lnTo>
                  <a:pt x="853665" y="1004750"/>
                </a:lnTo>
                <a:lnTo>
                  <a:pt x="847865" y="1070795"/>
                </a:lnTo>
                <a:cubicBezTo>
                  <a:pt x="870234" y="1110486"/>
                  <a:pt x="833172" y="1190441"/>
                  <a:pt x="862786" y="1238994"/>
                </a:cubicBezTo>
                <a:cubicBezTo>
                  <a:pt x="864699" y="1290599"/>
                  <a:pt x="860615" y="1347716"/>
                  <a:pt x="859345" y="1380427"/>
                </a:cubicBezTo>
                <a:cubicBezTo>
                  <a:pt x="845703" y="1396391"/>
                  <a:pt x="873184" y="1435525"/>
                  <a:pt x="855172" y="1435262"/>
                </a:cubicBezTo>
                <a:lnTo>
                  <a:pt x="860494" y="1453861"/>
                </a:lnTo>
                <a:lnTo>
                  <a:pt x="853731" y="1467047"/>
                </a:lnTo>
                <a:cubicBezTo>
                  <a:pt x="846549" y="1480528"/>
                  <a:pt x="841728" y="1491093"/>
                  <a:pt x="845847" y="1502307"/>
                </a:cubicBezTo>
                <a:lnTo>
                  <a:pt x="817613" y="1565166"/>
                </a:lnTo>
                <a:cubicBezTo>
                  <a:pt x="805468" y="1557258"/>
                  <a:pt x="816534" y="1596564"/>
                  <a:pt x="804223" y="1601941"/>
                </a:cubicBezTo>
                <a:cubicBezTo>
                  <a:pt x="794287" y="1604654"/>
                  <a:pt x="795328" y="1617209"/>
                  <a:pt x="791773" y="1627005"/>
                </a:cubicBezTo>
                <a:cubicBezTo>
                  <a:pt x="781684" y="1634393"/>
                  <a:pt x="772978" y="1683187"/>
                  <a:pt x="774645" y="1699922"/>
                </a:cubicBezTo>
                <a:cubicBezTo>
                  <a:pt x="785341" y="1746767"/>
                  <a:pt x="744845" y="1787099"/>
                  <a:pt x="752343" y="1824604"/>
                </a:cubicBezTo>
                <a:cubicBezTo>
                  <a:pt x="751502" y="1834578"/>
                  <a:pt x="749297" y="1842929"/>
                  <a:pt x="746254" y="1850222"/>
                </a:cubicBezTo>
                <a:lnTo>
                  <a:pt x="728600" y="1869603"/>
                </a:lnTo>
                <a:lnTo>
                  <a:pt x="724396" y="1883104"/>
                </a:lnTo>
                <a:lnTo>
                  <a:pt x="722165" y="1885924"/>
                </a:lnTo>
                <a:lnTo>
                  <a:pt x="721338" y="1887123"/>
                </a:lnTo>
                <a:lnTo>
                  <a:pt x="714840" y="1902274"/>
                </a:lnTo>
                <a:lnTo>
                  <a:pt x="722847" y="1929891"/>
                </a:lnTo>
                <a:lnTo>
                  <a:pt x="714660" y="1982709"/>
                </a:lnTo>
                <a:cubicBezTo>
                  <a:pt x="727725" y="2006201"/>
                  <a:pt x="714739" y="1997091"/>
                  <a:pt x="710759" y="2013010"/>
                </a:cubicBezTo>
                <a:cubicBezTo>
                  <a:pt x="707970" y="2027531"/>
                  <a:pt x="700788" y="2054714"/>
                  <a:pt x="697927" y="2069833"/>
                </a:cubicBezTo>
                <a:cubicBezTo>
                  <a:pt x="685211" y="2080229"/>
                  <a:pt x="698762" y="2088241"/>
                  <a:pt x="693594" y="2103731"/>
                </a:cubicBezTo>
                <a:cubicBezTo>
                  <a:pt x="688481" y="2110649"/>
                  <a:pt x="687183" y="2115973"/>
                  <a:pt x="691109" y="2124027"/>
                </a:cubicBezTo>
                <a:cubicBezTo>
                  <a:pt x="666413" y="2155740"/>
                  <a:pt x="688031" y="2144874"/>
                  <a:pt x="676593" y="2176182"/>
                </a:cubicBezTo>
                <a:cubicBezTo>
                  <a:pt x="665190" y="2202944"/>
                  <a:pt x="656416" y="2233857"/>
                  <a:pt x="633227" y="2258036"/>
                </a:cubicBezTo>
                <a:cubicBezTo>
                  <a:pt x="626930" y="2262191"/>
                  <a:pt x="623498" y="2274069"/>
                  <a:pt x="625564" y="2284567"/>
                </a:cubicBezTo>
                <a:cubicBezTo>
                  <a:pt x="625918" y="2286374"/>
                  <a:pt x="626427" y="2288071"/>
                  <a:pt x="627074" y="2289605"/>
                </a:cubicBezTo>
                <a:cubicBezTo>
                  <a:pt x="619029" y="2296628"/>
                  <a:pt x="616453" y="2303188"/>
                  <a:pt x="614574" y="2308717"/>
                </a:cubicBezTo>
                <a:lnTo>
                  <a:pt x="606890" y="2320662"/>
                </a:lnTo>
                <a:lnTo>
                  <a:pt x="605558" y="2327897"/>
                </a:lnTo>
                <a:lnTo>
                  <a:pt x="602202" y="2357749"/>
                </a:lnTo>
                <a:lnTo>
                  <a:pt x="600213" y="2364905"/>
                </a:lnTo>
                <a:lnTo>
                  <a:pt x="597160" y="2388351"/>
                </a:lnTo>
                <a:lnTo>
                  <a:pt x="597982" y="2402296"/>
                </a:lnTo>
                <a:lnTo>
                  <a:pt x="593150" y="2420015"/>
                </a:lnTo>
                <a:cubicBezTo>
                  <a:pt x="593044" y="2420926"/>
                  <a:pt x="592939" y="2421838"/>
                  <a:pt x="592833" y="2422749"/>
                </a:cubicBezTo>
                <a:lnTo>
                  <a:pt x="594479" y="2426002"/>
                </a:lnTo>
                <a:cubicBezTo>
                  <a:pt x="594168" y="2427683"/>
                  <a:pt x="593118" y="2429721"/>
                  <a:pt x="591963" y="2431950"/>
                </a:cubicBezTo>
                <a:cubicBezTo>
                  <a:pt x="591823" y="2432599"/>
                  <a:pt x="591684" y="2433248"/>
                  <a:pt x="591544" y="2433897"/>
                </a:cubicBezTo>
                <a:lnTo>
                  <a:pt x="589519" y="2451398"/>
                </a:lnTo>
                <a:cubicBezTo>
                  <a:pt x="589692" y="2452777"/>
                  <a:pt x="589864" y="2454157"/>
                  <a:pt x="590037" y="2455536"/>
                </a:cubicBezTo>
                <a:lnTo>
                  <a:pt x="588179" y="2462981"/>
                </a:lnTo>
                <a:lnTo>
                  <a:pt x="583434" y="2503991"/>
                </a:lnTo>
                <a:cubicBezTo>
                  <a:pt x="576530" y="2566058"/>
                  <a:pt x="570433" y="2625224"/>
                  <a:pt x="567942" y="2652936"/>
                </a:cubicBezTo>
                <a:cubicBezTo>
                  <a:pt x="570864" y="2658290"/>
                  <a:pt x="572739" y="2664095"/>
                  <a:pt x="573869" y="2670188"/>
                </a:cubicBezTo>
                <a:lnTo>
                  <a:pt x="575243" y="2688114"/>
                </a:lnTo>
                <a:lnTo>
                  <a:pt x="573824" y="2689856"/>
                </a:lnTo>
                <a:cubicBezTo>
                  <a:pt x="569972" y="2698471"/>
                  <a:pt x="569572" y="2704494"/>
                  <a:pt x="570699" y="2709353"/>
                </a:cubicBezTo>
                <a:lnTo>
                  <a:pt x="573192" y="2714527"/>
                </a:lnTo>
                <a:cubicBezTo>
                  <a:pt x="572809" y="2719080"/>
                  <a:pt x="572427" y="2723634"/>
                  <a:pt x="572044" y="2728187"/>
                </a:cubicBezTo>
                <a:cubicBezTo>
                  <a:pt x="572184" y="2737412"/>
                  <a:pt x="572325" y="2746638"/>
                  <a:pt x="572465" y="2755863"/>
                </a:cubicBezTo>
                <a:lnTo>
                  <a:pt x="570028" y="2760324"/>
                </a:lnTo>
                <a:lnTo>
                  <a:pt x="566748" y="2800948"/>
                </a:lnTo>
                <a:lnTo>
                  <a:pt x="565509" y="2801167"/>
                </a:lnTo>
                <a:cubicBezTo>
                  <a:pt x="562655" y="2802587"/>
                  <a:pt x="560408" y="2805381"/>
                  <a:pt x="559367" y="2811129"/>
                </a:cubicBezTo>
                <a:cubicBezTo>
                  <a:pt x="543471" y="2797318"/>
                  <a:pt x="552020" y="2812773"/>
                  <a:pt x="550354" y="2830949"/>
                </a:cubicBezTo>
                <a:cubicBezTo>
                  <a:pt x="525292" y="2813553"/>
                  <a:pt x="531129" y="2868192"/>
                  <a:pt x="514795" y="2872433"/>
                </a:cubicBezTo>
                <a:lnTo>
                  <a:pt x="509875" y="2923099"/>
                </a:lnTo>
                <a:lnTo>
                  <a:pt x="509577" y="2923197"/>
                </a:lnTo>
                <a:cubicBezTo>
                  <a:pt x="508704" y="2924865"/>
                  <a:pt x="508038" y="2927556"/>
                  <a:pt x="507597" y="2931868"/>
                </a:cubicBezTo>
                <a:cubicBezTo>
                  <a:pt x="507524" y="2934019"/>
                  <a:pt x="507452" y="2936171"/>
                  <a:pt x="507379" y="2938322"/>
                </a:cubicBezTo>
                <a:lnTo>
                  <a:pt x="504725" y="2954519"/>
                </a:lnTo>
                <a:lnTo>
                  <a:pt x="502018" y="2959643"/>
                </a:lnTo>
                <a:lnTo>
                  <a:pt x="498360" y="2961019"/>
                </a:lnTo>
                <a:lnTo>
                  <a:pt x="498483" y="2962590"/>
                </a:lnTo>
                <a:cubicBezTo>
                  <a:pt x="502388" y="2975027"/>
                  <a:pt x="510202" y="2980016"/>
                  <a:pt x="484403" y="2990538"/>
                </a:cubicBezTo>
                <a:cubicBezTo>
                  <a:pt x="489425" y="3018352"/>
                  <a:pt x="474337" y="3021029"/>
                  <a:pt x="463075" y="3055956"/>
                </a:cubicBezTo>
                <a:cubicBezTo>
                  <a:pt x="469487" y="3072485"/>
                  <a:pt x="464165" y="3083955"/>
                  <a:pt x="455013" y="3094482"/>
                </a:cubicBezTo>
                <a:cubicBezTo>
                  <a:pt x="453131" y="3130054"/>
                  <a:pt x="437643" y="3160106"/>
                  <a:pt x="428391" y="3198850"/>
                </a:cubicBezTo>
                <a:lnTo>
                  <a:pt x="401440" y="3307560"/>
                </a:lnTo>
                <a:lnTo>
                  <a:pt x="386076" y="3373943"/>
                </a:lnTo>
                <a:cubicBezTo>
                  <a:pt x="386236" y="3376061"/>
                  <a:pt x="380537" y="3378856"/>
                  <a:pt x="374726" y="3381364"/>
                </a:cubicBezTo>
                <a:lnTo>
                  <a:pt x="369145" y="3383729"/>
                </a:lnTo>
                <a:lnTo>
                  <a:pt x="364294" y="3414159"/>
                </a:lnTo>
                <a:lnTo>
                  <a:pt x="366450" y="3436925"/>
                </a:lnTo>
                <a:lnTo>
                  <a:pt x="351743" y="3521619"/>
                </a:lnTo>
                <a:lnTo>
                  <a:pt x="345784" y="3603757"/>
                </a:lnTo>
                <a:cubicBezTo>
                  <a:pt x="345255" y="3619979"/>
                  <a:pt x="344727" y="3636202"/>
                  <a:pt x="344198" y="3652424"/>
                </a:cubicBezTo>
                <a:lnTo>
                  <a:pt x="352450" y="3665222"/>
                </a:lnTo>
                <a:lnTo>
                  <a:pt x="342621" y="3700804"/>
                </a:lnTo>
                <a:lnTo>
                  <a:pt x="341514" y="3734774"/>
                </a:lnTo>
                <a:cubicBezTo>
                  <a:pt x="341212" y="3751567"/>
                  <a:pt x="340909" y="3768360"/>
                  <a:pt x="340607" y="3785153"/>
                </a:cubicBezTo>
                <a:cubicBezTo>
                  <a:pt x="340640" y="3786161"/>
                  <a:pt x="340674" y="3787169"/>
                  <a:pt x="340707" y="3788177"/>
                </a:cubicBezTo>
                <a:cubicBezTo>
                  <a:pt x="340592" y="3791719"/>
                  <a:pt x="340476" y="3795261"/>
                  <a:pt x="340361" y="3798803"/>
                </a:cubicBezTo>
                <a:cubicBezTo>
                  <a:pt x="340121" y="3812119"/>
                  <a:pt x="339882" y="3825434"/>
                  <a:pt x="339642" y="3838750"/>
                </a:cubicBezTo>
                <a:cubicBezTo>
                  <a:pt x="337363" y="3949044"/>
                  <a:pt x="361794" y="3960437"/>
                  <a:pt x="360295" y="4015196"/>
                </a:cubicBezTo>
                <a:lnTo>
                  <a:pt x="339043" y="4052778"/>
                </a:lnTo>
                <a:lnTo>
                  <a:pt x="339343" y="4096257"/>
                </a:lnTo>
                <a:cubicBezTo>
                  <a:pt x="362058" y="4159145"/>
                  <a:pt x="332404" y="4250479"/>
                  <a:pt x="340786" y="4321136"/>
                </a:cubicBezTo>
                <a:cubicBezTo>
                  <a:pt x="341421" y="4376624"/>
                  <a:pt x="344189" y="4407708"/>
                  <a:pt x="343158" y="4429174"/>
                </a:cubicBezTo>
                <a:cubicBezTo>
                  <a:pt x="340948" y="4436304"/>
                  <a:pt x="337887" y="4443121"/>
                  <a:pt x="334599" y="4449938"/>
                </a:cubicBezTo>
                <a:lnTo>
                  <a:pt x="332890" y="4453515"/>
                </a:lnTo>
                <a:lnTo>
                  <a:pt x="331105" y="4467941"/>
                </a:lnTo>
                <a:lnTo>
                  <a:pt x="324289" y="4471861"/>
                </a:lnTo>
                <a:lnTo>
                  <a:pt x="317079" y="4493468"/>
                </a:lnTo>
                <a:cubicBezTo>
                  <a:pt x="315353" y="4501584"/>
                  <a:pt x="314639" y="4510343"/>
                  <a:pt x="315557" y="4520067"/>
                </a:cubicBezTo>
                <a:cubicBezTo>
                  <a:pt x="315451" y="4525669"/>
                  <a:pt x="315346" y="4531270"/>
                  <a:pt x="315240" y="4536872"/>
                </a:cubicBezTo>
                <a:lnTo>
                  <a:pt x="316200" y="4538297"/>
                </a:lnTo>
                <a:cubicBezTo>
                  <a:pt x="316738" y="4541182"/>
                  <a:pt x="316785" y="4544563"/>
                  <a:pt x="317507" y="4547582"/>
                </a:cubicBezTo>
                <a:cubicBezTo>
                  <a:pt x="322716" y="4552468"/>
                  <a:pt x="324912" y="4582137"/>
                  <a:pt x="323078" y="4592102"/>
                </a:cubicBezTo>
                <a:cubicBezTo>
                  <a:pt x="314597" y="4619728"/>
                  <a:pt x="334923" y="4645745"/>
                  <a:pt x="328722" y="4667914"/>
                </a:cubicBezTo>
                <a:cubicBezTo>
                  <a:pt x="330810" y="4685069"/>
                  <a:pt x="333803" y="4690356"/>
                  <a:pt x="335597" y="4695035"/>
                </a:cubicBezTo>
                <a:lnTo>
                  <a:pt x="339485" y="4695979"/>
                </a:lnTo>
                <a:lnTo>
                  <a:pt x="341089" y="4704268"/>
                </a:lnTo>
                <a:lnTo>
                  <a:pt x="342177" y="4706060"/>
                </a:lnTo>
                <a:cubicBezTo>
                  <a:pt x="344268" y="4709474"/>
                  <a:pt x="346234" y="4712931"/>
                  <a:pt x="347751" y="4716754"/>
                </a:cubicBezTo>
                <a:lnTo>
                  <a:pt x="344125" y="4764669"/>
                </a:lnTo>
                <a:lnTo>
                  <a:pt x="340188" y="4779386"/>
                </a:lnTo>
                <a:lnTo>
                  <a:pt x="335146" y="4787491"/>
                </a:lnTo>
                <a:lnTo>
                  <a:pt x="319124" y="4843514"/>
                </a:lnTo>
                <a:lnTo>
                  <a:pt x="305956" y="4881505"/>
                </a:lnTo>
                <a:lnTo>
                  <a:pt x="301062" y="4889332"/>
                </a:lnTo>
                <a:lnTo>
                  <a:pt x="302141" y="4899400"/>
                </a:lnTo>
                <a:cubicBezTo>
                  <a:pt x="302767" y="4900706"/>
                  <a:pt x="303536" y="4901803"/>
                  <a:pt x="304424" y="4902664"/>
                </a:cubicBezTo>
                <a:lnTo>
                  <a:pt x="293123" y="4932769"/>
                </a:lnTo>
                <a:lnTo>
                  <a:pt x="292275" y="4936482"/>
                </a:lnTo>
                <a:lnTo>
                  <a:pt x="288304" y="4962325"/>
                </a:lnTo>
                <a:cubicBezTo>
                  <a:pt x="288009" y="4988948"/>
                  <a:pt x="287715" y="5015570"/>
                  <a:pt x="287420" y="5042193"/>
                </a:cubicBezTo>
                <a:cubicBezTo>
                  <a:pt x="295373" y="5039737"/>
                  <a:pt x="281659" y="5060438"/>
                  <a:pt x="287020" y="5065655"/>
                </a:cubicBezTo>
                <a:cubicBezTo>
                  <a:pt x="291675" y="5068928"/>
                  <a:pt x="288601" y="5075970"/>
                  <a:pt x="288488" y="5082216"/>
                </a:cubicBezTo>
                <a:cubicBezTo>
                  <a:pt x="292282" y="5088207"/>
                  <a:pt x="287008" y="5117775"/>
                  <a:pt x="282763" y="5127114"/>
                </a:cubicBezTo>
                <a:cubicBezTo>
                  <a:pt x="267723" y="5152218"/>
                  <a:pt x="280799" y="5182399"/>
                  <a:pt x="269316" y="5202682"/>
                </a:cubicBezTo>
                <a:cubicBezTo>
                  <a:pt x="267050" y="5219969"/>
                  <a:pt x="268614" y="5225841"/>
                  <a:pt x="269174" y="5230835"/>
                </a:cubicBezTo>
                <a:lnTo>
                  <a:pt x="272679" y="5232660"/>
                </a:lnTo>
                <a:lnTo>
                  <a:pt x="272160" y="5241150"/>
                </a:lnTo>
                <a:lnTo>
                  <a:pt x="272760" y="5243156"/>
                </a:lnTo>
                <a:cubicBezTo>
                  <a:pt x="273922" y="5246984"/>
                  <a:pt x="274952" y="5250824"/>
                  <a:pt x="275462" y="5254919"/>
                </a:cubicBezTo>
                <a:cubicBezTo>
                  <a:pt x="258407" y="5258851"/>
                  <a:pt x="276976" y="5290392"/>
                  <a:pt x="262897" y="5286259"/>
                </a:cubicBezTo>
                <a:cubicBezTo>
                  <a:pt x="262724" y="5309439"/>
                  <a:pt x="239612" y="5337531"/>
                  <a:pt x="252761" y="5357801"/>
                </a:cubicBezTo>
                <a:cubicBezTo>
                  <a:pt x="248775" y="5392256"/>
                  <a:pt x="247799" y="5423412"/>
                  <a:pt x="242360" y="5460080"/>
                </a:cubicBezTo>
                <a:cubicBezTo>
                  <a:pt x="232632" y="5488478"/>
                  <a:pt x="242025" y="5519143"/>
                  <a:pt x="229880" y="5539714"/>
                </a:cubicBezTo>
                <a:cubicBezTo>
                  <a:pt x="230558" y="5572454"/>
                  <a:pt x="222150" y="5613340"/>
                  <a:pt x="204283" y="5639080"/>
                </a:cubicBezTo>
                <a:cubicBezTo>
                  <a:pt x="201596" y="5674226"/>
                  <a:pt x="191051" y="5680198"/>
                  <a:pt x="198948" y="5710958"/>
                </a:cubicBezTo>
                <a:cubicBezTo>
                  <a:pt x="196338" y="5713534"/>
                  <a:pt x="194185" y="5716550"/>
                  <a:pt x="192367" y="5719859"/>
                </a:cubicBezTo>
                <a:lnTo>
                  <a:pt x="188035" y="5729935"/>
                </a:lnTo>
                <a:lnTo>
                  <a:pt x="188428" y="5731182"/>
                </a:lnTo>
                <a:lnTo>
                  <a:pt x="181635" y="5753538"/>
                </a:lnTo>
                <a:lnTo>
                  <a:pt x="169744" y="5796307"/>
                </a:lnTo>
                <a:lnTo>
                  <a:pt x="170351" y="5796644"/>
                </a:lnTo>
                <a:cubicBezTo>
                  <a:pt x="171558" y="5797954"/>
                  <a:pt x="172173" y="5799948"/>
                  <a:pt x="171559" y="5803435"/>
                </a:cubicBezTo>
                <a:cubicBezTo>
                  <a:pt x="182664" y="5798231"/>
                  <a:pt x="175075" y="5805646"/>
                  <a:pt x="172284" y="5816391"/>
                </a:cubicBezTo>
                <a:cubicBezTo>
                  <a:pt x="188911" y="5810703"/>
                  <a:pt x="174844" y="5841128"/>
                  <a:pt x="182542" y="5846382"/>
                </a:cubicBezTo>
                <a:cubicBezTo>
                  <a:pt x="180118" y="5854404"/>
                  <a:pt x="177856" y="5862781"/>
                  <a:pt x="175877" y="5871336"/>
                </a:cubicBezTo>
                <a:lnTo>
                  <a:pt x="174910" y="5876376"/>
                </a:lnTo>
                <a:lnTo>
                  <a:pt x="175047" y="5876483"/>
                </a:lnTo>
                <a:cubicBezTo>
                  <a:pt x="175167" y="5877594"/>
                  <a:pt x="174973" y="5879257"/>
                  <a:pt x="174335" y="5881814"/>
                </a:cubicBezTo>
                <a:lnTo>
                  <a:pt x="171273" y="5895339"/>
                </a:lnTo>
                <a:cubicBezTo>
                  <a:pt x="171401" y="5896476"/>
                  <a:pt x="171530" y="5897612"/>
                  <a:pt x="171658" y="5898749"/>
                </a:cubicBezTo>
                <a:lnTo>
                  <a:pt x="174658" y="5919558"/>
                </a:lnTo>
                <a:cubicBezTo>
                  <a:pt x="173958" y="5933601"/>
                  <a:pt x="171208" y="5962838"/>
                  <a:pt x="169099" y="5984417"/>
                </a:cubicBezTo>
                <a:cubicBezTo>
                  <a:pt x="162916" y="6005205"/>
                  <a:pt x="164971" y="6025162"/>
                  <a:pt x="162007" y="6049043"/>
                </a:cubicBezTo>
                <a:cubicBezTo>
                  <a:pt x="150795" y="6073830"/>
                  <a:pt x="160091" y="6088483"/>
                  <a:pt x="156875" y="6114000"/>
                </a:cubicBezTo>
                <a:cubicBezTo>
                  <a:pt x="141597" y="6134477"/>
                  <a:pt x="163381" y="6133378"/>
                  <a:pt x="165441" y="6146938"/>
                </a:cubicBezTo>
                <a:lnTo>
                  <a:pt x="165177" y="6150658"/>
                </a:lnTo>
                <a:lnTo>
                  <a:pt x="161772" y="6160011"/>
                </a:lnTo>
                <a:lnTo>
                  <a:pt x="160051" y="6163393"/>
                </a:lnTo>
                <a:cubicBezTo>
                  <a:pt x="159032" y="6165775"/>
                  <a:pt x="158564" y="6167421"/>
                  <a:pt x="158473" y="6168628"/>
                </a:cubicBezTo>
                <a:cubicBezTo>
                  <a:pt x="158506" y="6168685"/>
                  <a:pt x="158540" y="6168742"/>
                  <a:pt x="158573" y="6168799"/>
                </a:cubicBezTo>
                <a:lnTo>
                  <a:pt x="146463" y="6196671"/>
                </a:lnTo>
                <a:cubicBezTo>
                  <a:pt x="152348" y="6205503"/>
                  <a:pt x="134460" y="6231012"/>
                  <a:pt x="150209" y="6232365"/>
                </a:cubicBezTo>
                <a:cubicBezTo>
                  <a:pt x="145821" y="6242321"/>
                  <a:pt x="137774" y="6246719"/>
                  <a:pt x="148544" y="6246162"/>
                </a:cubicBezTo>
                <a:cubicBezTo>
                  <a:pt x="147378" y="6249522"/>
                  <a:pt x="147566" y="6251866"/>
                  <a:pt x="148403" y="6253754"/>
                </a:cubicBezTo>
                <a:lnTo>
                  <a:pt x="138880" y="6276449"/>
                </a:lnTo>
                <a:cubicBezTo>
                  <a:pt x="138814" y="6277540"/>
                  <a:pt x="138749" y="6278630"/>
                  <a:pt x="138683" y="6279721"/>
                </a:cubicBezTo>
                <a:lnTo>
                  <a:pt x="130721" y="6293675"/>
                </a:lnTo>
                <a:lnTo>
                  <a:pt x="120717" y="6313967"/>
                </a:lnTo>
                <a:cubicBezTo>
                  <a:pt x="120758" y="6314457"/>
                  <a:pt x="120800" y="6314947"/>
                  <a:pt x="120841" y="6315437"/>
                </a:cubicBezTo>
                <a:lnTo>
                  <a:pt x="115208" y="6324024"/>
                </a:lnTo>
                <a:cubicBezTo>
                  <a:pt x="113007" y="6326672"/>
                  <a:pt x="103991" y="6364381"/>
                  <a:pt x="101217" y="6365923"/>
                </a:cubicBezTo>
                <a:lnTo>
                  <a:pt x="74946" y="6556817"/>
                </a:lnTo>
                <a:cubicBezTo>
                  <a:pt x="55357" y="6665926"/>
                  <a:pt x="35695" y="6744075"/>
                  <a:pt x="16001" y="6808678"/>
                </a:cubicBezTo>
                <a:lnTo>
                  <a:pt x="0" y="6858000"/>
                </a:lnTo>
                <a:lnTo>
                  <a:pt x="5734864" y="6858000"/>
                </a:lnTo>
                <a:lnTo>
                  <a:pt x="5734864"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标题 1">
            <a:extLst>
              <a:ext uri="{FF2B5EF4-FFF2-40B4-BE49-F238E27FC236}">
                <a16:creationId xmlns:a16="http://schemas.microsoft.com/office/drawing/2014/main" id="{9AD558AE-B2B5-E1A4-B85B-E5C6FACE98EA}"/>
              </a:ext>
            </a:extLst>
          </p:cNvPr>
          <p:cNvSpPr>
            <a:spLocks noGrp="1"/>
          </p:cNvSpPr>
          <p:nvPr>
            <p:ph type="title"/>
          </p:nvPr>
        </p:nvSpPr>
        <p:spPr>
          <a:xfrm>
            <a:off x="434715" y="3222885"/>
            <a:ext cx="3796651" cy="821194"/>
          </a:xfrm>
        </p:spPr>
        <p:txBody>
          <a:bodyPr vert="horz" lIns="91440" tIns="45720" rIns="91440" bIns="45720" rtlCol="0" anchor="b">
            <a:normAutofit/>
          </a:bodyPr>
          <a:lstStyle/>
          <a:p>
            <a:pPr algn="ctr"/>
            <a:r>
              <a:rPr lang="en-US" altLang="zh-CN" kern="1200" dirty="0">
                <a:solidFill>
                  <a:schemeClr val="tx1"/>
                </a:solidFill>
                <a:highlight>
                  <a:srgbClr val="00FF00"/>
                </a:highlight>
                <a:latin typeface="+mj-lt"/>
                <a:ea typeface="+mj-ea"/>
                <a:cs typeface="+mj-cs"/>
              </a:rPr>
              <a:t>Conveyor State</a:t>
            </a:r>
          </a:p>
        </p:txBody>
      </p:sp>
      <p:graphicFrame>
        <p:nvGraphicFramePr>
          <p:cNvPr id="22" name="内容占位符 3">
            <a:extLst>
              <a:ext uri="{FF2B5EF4-FFF2-40B4-BE49-F238E27FC236}">
                <a16:creationId xmlns:a16="http://schemas.microsoft.com/office/drawing/2014/main" id="{54B4B851-2B1E-E4B2-75FD-7D0076281859}"/>
              </a:ext>
            </a:extLst>
          </p:cNvPr>
          <p:cNvGraphicFramePr>
            <a:graphicFrameLocks noGrp="1"/>
          </p:cNvGraphicFramePr>
          <p:nvPr>
            <p:ph idx="1"/>
          </p:nvPr>
        </p:nvGraphicFramePr>
        <p:xfrm>
          <a:off x="4143840" y="119921"/>
          <a:ext cx="7923242" cy="67376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4" name="Group 3">
            <a:extLst>
              <a:ext uri="{FF2B5EF4-FFF2-40B4-BE49-F238E27FC236}">
                <a16:creationId xmlns:a16="http://schemas.microsoft.com/office/drawing/2014/main" id="{7A718761-7A7B-12FF-532B-E798E146D416}"/>
              </a:ext>
            </a:extLst>
          </p:cNvPr>
          <p:cNvGrpSpPr/>
          <p:nvPr/>
        </p:nvGrpSpPr>
        <p:grpSpPr>
          <a:xfrm>
            <a:off x="7421656" y="2745195"/>
            <a:ext cx="1367610" cy="1367610"/>
            <a:chOff x="3277815" y="3355"/>
            <a:chExt cx="1367610" cy="1367610"/>
          </a:xfrm>
        </p:grpSpPr>
        <p:sp>
          <p:nvSpPr>
            <p:cNvPr id="6" name="Oval 5">
              <a:extLst>
                <a:ext uri="{FF2B5EF4-FFF2-40B4-BE49-F238E27FC236}">
                  <a16:creationId xmlns:a16="http://schemas.microsoft.com/office/drawing/2014/main" id="{92F55905-C9BB-A9A9-BBAB-283125BCBC26}"/>
                </a:ext>
              </a:extLst>
            </p:cNvPr>
            <p:cNvSpPr/>
            <p:nvPr/>
          </p:nvSpPr>
          <p:spPr>
            <a:xfrm>
              <a:off x="3277815" y="3355"/>
              <a:ext cx="1367610" cy="1367610"/>
            </a:xfrm>
            <a:prstGeom prst="ellipse">
              <a:avLst/>
            </a:pr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Oval 4">
              <a:extLst>
                <a:ext uri="{FF2B5EF4-FFF2-40B4-BE49-F238E27FC236}">
                  <a16:creationId xmlns:a16="http://schemas.microsoft.com/office/drawing/2014/main" id="{D04363B4-288D-6EF0-0685-B4C29816FD01}"/>
                </a:ext>
              </a:extLst>
            </p:cNvPr>
            <p:cNvSpPr txBox="1"/>
            <p:nvPr/>
          </p:nvSpPr>
          <p:spPr>
            <a:xfrm>
              <a:off x="3478097" y="203637"/>
              <a:ext cx="967046" cy="96704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620" tIns="7620" rIns="7620" bIns="7620" numCol="1" spcCol="1270" anchor="ctr" anchorCtr="0">
              <a:noAutofit/>
            </a:bodyPr>
            <a:lstStyle/>
            <a:p>
              <a:pPr marL="0" marR="0" lvl="0" indent="0" algn="ctr" defTabSz="266700" rtl="0" eaLnBrk="1" fontAlgn="auto" latinLnBrk="0" hangingPunct="1">
                <a:lnSpc>
                  <a:spcPct val="90000"/>
                </a:lnSpc>
                <a:spcBef>
                  <a:spcPct val="0"/>
                </a:spcBef>
                <a:spcAft>
                  <a:spcPct val="35000"/>
                </a:spcAft>
                <a:buClrTx/>
                <a:buSzTx/>
                <a:buFontTx/>
                <a:buNone/>
                <a:tabLst/>
                <a:defRPr/>
              </a:pPr>
              <a:r>
                <a:rPr kumimoji="0" lang="en-US" altLang="zh-CN" sz="600" b="1" i="0" u="none" strike="noStrike" kern="1200" cap="none" spc="0" normalizeH="0" baseline="0" noProof="0" dirty="0">
                  <a:ln>
                    <a:noFill/>
                  </a:ln>
                  <a:solidFill>
                    <a:prstClr val="white"/>
                  </a:solidFill>
                  <a:effectLst/>
                  <a:uLnTx/>
                  <a:uFillTx/>
                  <a:latin typeface="Aptos" panose="02110004020202020204"/>
                  <a:ea typeface="等线" panose="02010600030101010101" pitchFamily="2" charset="-122"/>
                  <a:cs typeface="+mn-cs"/>
                </a:rPr>
                <a:t>FAULT_STATE_CONVEYOR </a:t>
              </a:r>
              <a:r>
                <a:rPr kumimoji="0" lang="en-US" altLang="zh-CN" sz="600" b="0" i="0" u="none" strike="noStrike" kern="1200" cap="none" spc="0" normalizeH="0" baseline="0" noProof="0" dirty="0">
                  <a:ln>
                    <a:noFill/>
                  </a:ln>
                  <a:solidFill>
                    <a:prstClr val="white"/>
                  </a:solidFill>
                  <a:effectLst/>
                  <a:uLnTx/>
                  <a:uFillTx/>
                  <a:latin typeface="Aptos" panose="02110004020202020204"/>
                  <a:ea typeface="等线" panose="02010600030101010101" pitchFamily="2" charset="-122"/>
                  <a:cs typeface="+mn-cs"/>
                </a:rPr>
                <a:t>(</a:t>
              </a:r>
              <a:r>
                <a:rPr kumimoji="0" lang="en-GB" altLang="zh-CN" sz="600" b="0" i="0" u="none" strike="noStrike" kern="1200" cap="none" spc="0" normalizeH="0" baseline="0" noProof="0" dirty="0">
                  <a:ln>
                    <a:noFill/>
                  </a:ln>
                  <a:solidFill>
                    <a:prstClr val="white"/>
                  </a:solidFill>
                  <a:effectLst/>
                  <a:uLnTx/>
                  <a:uFillTx/>
                  <a:latin typeface="Aptos" panose="02110004020202020204"/>
                  <a:ea typeface="等线" panose="02010600030101010101" pitchFamily="2" charset="-122"/>
                  <a:cs typeface="+mn-cs"/>
                </a:rPr>
                <a:t>Fault either in Conveyor axis or Cutter axis</a:t>
              </a:r>
              <a:r>
                <a:rPr kumimoji="0" lang="en-US" altLang="zh-CN" sz="600" b="0" i="0" u="none" strike="noStrike" kern="1200" cap="none" spc="0" normalizeH="0" baseline="0" noProof="0" dirty="0">
                  <a:ln>
                    <a:noFill/>
                  </a:ln>
                  <a:solidFill>
                    <a:prstClr val="white"/>
                  </a:solidFill>
                  <a:effectLst/>
                  <a:uLnTx/>
                  <a:uFillTx/>
                  <a:latin typeface="Aptos" panose="02110004020202020204"/>
                  <a:ea typeface="等线" panose="02010600030101010101" pitchFamily="2" charset="-122"/>
                  <a:cs typeface="+mn-cs"/>
                </a:rPr>
                <a:t>)</a:t>
              </a:r>
              <a:endParaRPr kumimoji="0" lang="en-US" altLang="zh-CN" sz="600" b="1" i="0" u="none" strike="noStrike" kern="1200" cap="none" spc="0" normalizeH="0" baseline="0" noProof="0" dirty="0">
                <a:ln>
                  <a:noFill/>
                </a:ln>
                <a:solidFill>
                  <a:prstClr val="white"/>
                </a:solidFill>
                <a:effectLst/>
                <a:uLnTx/>
                <a:uFillTx/>
                <a:latin typeface="Aptos" panose="02110004020202020204"/>
                <a:ea typeface="等线" panose="02010600030101010101" pitchFamily="2" charset="-122"/>
                <a:cs typeface="+mn-cs"/>
              </a:endParaRPr>
            </a:p>
          </p:txBody>
        </p:sp>
      </p:grpSp>
    </p:spTree>
    <p:extLst>
      <p:ext uri="{BB962C8B-B14F-4D97-AF65-F5344CB8AC3E}">
        <p14:creationId xmlns:p14="http://schemas.microsoft.com/office/powerpoint/2010/main" val="8639126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5" name="Rectangle 44">
            <a:extLst>
              <a:ext uri="{FF2B5EF4-FFF2-40B4-BE49-F238E27FC236}">
                <a16:creationId xmlns:a16="http://schemas.microsoft.com/office/drawing/2014/main" id="{3C54F4CE-85F0-46ED-80DA-9518C9251A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7" name="Freeform: Shape 46">
            <a:extLst>
              <a:ext uri="{FF2B5EF4-FFF2-40B4-BE49-F238E27FC236}">
                <a16:creationId xmlns:a16="http://schemas.microsoft.com/office/drawing/2014/main" id="{DADD1FCA-8ACB-4958-81DD-4CDD6D3E19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802086" cy="6858000"/>
          </a:xfrm>
          <a:custGeom>
            <a:avLst/>
            <a:gdLst>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6695 w 5734864"/>
              <a:gd name="connsiteY13" fmla="*/ 1035077 h 6858000"/>
              <a:gd name="connsiteX14" fmla="*/ 847865 w 5734864"/>
              <a:gd name="connsiteY14" fmla="*/ 1070795 h 6858000"/>
              <a:gd name="connsiteX15" fmla="*/ 862786 w 5734864"/>
              <a:gd name="connsiteY15" fmla="*/ 1238994 h 6858000"/>
              <a:gd name="connsiteX16" fmla="*/ 859345 w 5734864"/>
              <a:gd name="connsiteY16" fmla="*/ 1380427 h 6858000"/>
              <a:gd name="connsiteX17" fmla="*/ 855172 w 5734864"/>
              <a:gd name="connsiteY17" fmla="*/ 1435262 h 6858000"/>
              <a:gd name="connsiteX18" fmla="*/ 860494 w 5734864"/>
              <a:gd name="connsiteY18" fmla="*/ 1453861 h 6858000"/>
              <a:gd name="connsiteX19" fmla="*/ 853731 w 5734864"/>
              <a:gd name="connsiteY19" fmla="*/ 1467047 h 6858000"/>
              <a:gd name="connsiteX20" fmla="*/ 845847 w 5734864"/>
              <a:gd name="connsiteY20" fmla="*/ 1502307 h 6858000"/>
              <a:gd name="connsiteX21" fmla="*/ 817613 w 5734864"/>
              <a:gd name="connsiteY21" fmla="*/ 1565166 h 6858000"/>
              <a:gd name="connsiteX22" fmla="*/ 804223 w 5734864"/>
              <a:gd name="connsiteY22" fmla="*/ 1601941 h 6858000"/>
              <a:gd name="connsiteX23" fmla="*/ 791773 w 5734864"/>
              <a:gd name="connsiteY23" fmla="*/ 1627005 h 6858000"/>
              <a:gd name="connsiteX24" fmla="*/ 774645 w 5734864"/>
              <a:gd name="connsiteY24" fmla="*/ 1699922 h 6858000"/>
              <a:gd name="connsiteX25" fmla="*/ 752343 w 5734864"/>
              <a:gd name="connsiteY25" fmla="*/ 1824604 h 6858000"/>
              <a:gd name="connsiteX26" fmla="*/ 746254 w 5734864"/>
              <a:gd name="connsiteY26" fmla="*/ 1850222 h 6858000"/>
              <a:gd name="connsiteX27" fmla="*/ 728600 w 5734864"/>
              <a:gd name="connsiteY27" fmla="*/ 1869603 h 6858000"/>
              <a:gd name="connsiteX28" fmla="*/ 724396 w 5734864"/>
              <a:gd name="connsiteY28" fmla="*/ 1883104 h 6858000"/>
              <a:gd name="connsiteX29" fmla="*/ 722165 w 5734864"/>
              <a:gd name="connsiteY29" fmla="*/ 1885924 h 6858000"/>
              <a:gd name="connsiteX30" fmla="*/ 721338 w 5734864"/>
              <a:gd name="connsiteY30" fmla="*/ 1887123 h 6858000"/>
              <a:gd name="connsiteX31" fmla="*/ 714840 w 5734864"/>
              <a:gd name="connsiteY31" fmla="*/ 1902274 h 6858000"/>
              <a:gd name="connsiteX32" fmla="*/ 722847 w 5734864"/>
              <a:gd name="connsiteY32" fmla="*/ 1929891 h 6858000"/>
              <a:gd name="connsiteX33" fmla="*/ 719647 w 5734864"/>
              <a:gd name="connsiteY33" fmla="*/ 1936120 h 6858000"/>
              <a:gd name="connsiteX34" fmla="*/ 714660 w 5734864"/>
              <a:gd name="connsiteY34" fmla="*/ 1982709 h 6858000"/>
              <a:gd name="connsiteX35" fmla="*/ 710759 w 5734864"/>
              <a:gd name="connsiteY35" fmla="*/ 2013010 h 6858000"/>
              <a:gd name="connsiteX36" fmla="*/ 697927 w 5734864"/>
              <a:gd name="connsiteY36" fmla="*/ 2069833 h 6858000"/>
              <a:gd name="connsiteX37" fmla="*/ 693594 w 5734864"/>
              <a:gd name="connsiteY37" fmla="*/ 2103731 h 6858000"/>
              <a:gd name="connsiteX38" fmla="*/ 691109 w 5734864"/>
              <a:gd name="connsiteY38" fmla="*/ 2124027 h 6858000"/>
              <a:gd name="connsiteX39" fmla="*/ 676593 w 5734864"/>
              <a:gd name="connsiteY39" fmla="*/ 2176182 h 6858000"/>
              <a:gd name="connsiteX40" fmla="*/ 633227 w 5734864"/>
              <a:gd name="connsiteY40" fmla="*/ 2258036 h 6858000"/>
              <a:gd name="connsiteX41" fmla="*/ 625564 w 5734864"/>
              <a:gd name="connsiteY41" fmla="*/ 2284567 h 6858000"/>
              <a:gd name="connsiteX42" fmla="*/ 627074 w 5734864"/>
              <a:gd name="connsiteY42" fmla="*/ 2289605 h 6858000"/>
              <a:gd name="connsiteX43" fmla="*/ 614574 w 5734864"/>
              <a:gd name="connsiteY43" fmla="*/ 2308717 h 6858000"/>
              <a:gd name="connsiteX44" fmla="*/ 606890 w 5734864"/>
              <a:gd name="connsiteY44" fmla="*/ 2320662 h 6858000"/>
              <a:gd name="connsiteX45" fmla="*/ 605558 w 5734864"/>
              <a:gd name="connsiteY45" fmla="*/ 2327897 h 6858000"/>
              <a:gd name="connsiteX46" fmla="*/ 602202 w 5734864"/>
              <a:gd name="connsiteY46" fmla="*/ 2357749 h 6858000"/>
              <a:gd name="connsiteX47" fmla="*/ 600213 w 5734864"/>
              <a:gd name="connsiteY47" fmla="*/ 2364905 h 6858000"/>
              <a:gd name="connsiteX48" fmla="*/ 597160 w 5734864"/>
              <a:gd name="connsiteY48" fmla="*/ 2388351 h 6858000"/>
              <a:gd name="connsiteX49" fmla="*/ 597982 w 5734864"/>
              <a:gd name="connsiteY49" fmla="*/ 2402296 h 6858000"/>
              <a:gd name="connsiteX50" fmla="*/ 593150 w 5734864"/>
              <a:gd name="connsiteY50" fmla="*/ 2420015 h 6858000"/>
              <a:gd name="connsiteX51" fmla="*/ 592833 w 5734864"/>
              <a:gd name="connsiteY51" fmla="*/ 2422749 h 6858000"/>
              <a:gd name="connsiteX52" fmla="*/ 594479 w 5734864"/>
              <a:gd name="connsiteY52" fmla="*/ 2426002 h 6858000"/>
              <a:gd name="connsiteX53" fmla="*/ 591963 w 5734864"/>
              <a:gd name="connsiteY53" fmla="*/ 2431950 h 6858000"/>
              <a:gd name="connsiteX54" fmla="*/ 591544 w 5734864"/>
              <a:gd name="connsiteY54" fmla="*/ 2433897 h 6858000"/>
              <a:gd name="connsiteX55" fmla="*/ 589519 w 5734864"/>
              <a:gd name="connsiteY55" fmla="*/ 2451398 h 6858000"/>
              <a:gd name="connsiteX56" fmla="*/ 590037 w 5734864"/>
              <a:gd name="connsiteY56" fmla="*/ 2455536 h 6858000"/>
              <a:gd name="connsiteX57" fmla="*/ 588179 w 5734864"/>
              <a:gd name="connsiteY57" fmla="*/ 2462981 h 6858000"/>
              <a:gd name="connsiteX58" fmla="*/ 583434 w 5734864"/>
              <a:gd name="connsiteY58" fmla="*/ 2503991 h 6858000"/>
              <a:gd name="connsiteX59" fmla="*/ 567942 w 5734864"/>
              <a:gd name="connsiteY59" fmla="*/ 2652936 h 6858000"/>
              <a:gd name="connsiteX60" fmla="*/ 573869 w 5734864"/>
              <a:gd name="connsiteY60" fmla="*/ 2670188 h 6858000"/>
              <a:gd name="connsiteX61" fmla="*/ 575243 w 5734864"/>
              <a:gd name="connsiteY61" fmla="*/ 2688114 h 6858000"/>
              <a:gd name="connsiteX62" fmla="*/ 573824 w 5734864"/>
              <a:gd name="connsiteY62" fmla="*/ 2689856 h 6858000"/>
              <a:gd name="connsiteX63" fmla="*/ 570699 w 5734864"/>
              <a:gd name="connsiteY63" fmla="*/ 2709353 h 6858000"/>
              <a:gd name="connsiteX64" fmla="*/ 573192 w 5734864"/>
              <a:gd name="connsiteY64" fmla="*/ 2714527 h 6858000"/>
              <a:gd name="connsiteX65" fmla="*/ 572044 w 5734864"/>
              <a:gd name="connsiteY65" fmla="*/ 2728187 h 6858000"/>
              <a:gd name="connsiteX66" fmla="*/ 572465 w 5734864"/>
              <a:gd name="connsiteY66" fmla="*/ 2755863 h 6858000"/>
              <a:gd name="connsiteX67" fmla="*/ 570028 w 5734864"/>
              <a:gd name="connsiteY67" fmla="*/ 2760324 h 6858000"/>
              <a:gd name="connsiteX68" fmla="*/ 566748 w 5734864"/>
              <a:gd name="connsiteY68" fmla="*/ 2800948 h 6858000"/>
              <a:gd name="connsiteX69" fmla="*/ 565509 w 5734864"/>
              <a:gd name="connsiteY69" fmla="*/ 2801167 h 6858000"/>
              <a:gd name="connsiteX70" fmla="*/ 559367 w 5734864"/>
              <a:gd name="connsiteY70" fmla="*/ 2811129 h 6858000"/>
              <a:gd name="connsiteX71" fmla="*/ 550354 w 5734864"/>
              <a:gd name="connsiteY71" fmla="*/ 2830949 h 6858000"/>
              <a:gd name="connsiteX72" fmla="*/ 514795 w 5734864"/>
              <a:gd name="connsiteY72" fmla="*/ 2872433 h 6858000"/>
              <a:gd name="connsiteX73" fmla="*/ 509875 w 5734864"/>
              <a:gd name="connsiteY73" fmla="*/ 2923099 h 6858000"/>
              <a:gd name="connsiteX74" fmla="*/ 509577 w 5734864"/>
              <a:gd name="connsiteY74" fmla="*/ 2923197 h 6858000"/>
              <a:gd name="connsiteX75" fmla="*/ 507597 w 5734864"/>
              <a:gd name="connsiteY75" fmla="*/ 2931868 h 6858000"/>
              <a:gd name="connsiteX76" fmla="*/ 507379 w 5734864"/>
              <a:gd name="connsiteY76" fmla="*/ 2938322 h 6858000"/>
              <a:gd name="connsiteX77" fmla="*/ 504725 w 5734864"/>
              <a:gd name="connsiteY77" fmla="*/ 2954519 h 6858000"/>
              <a:gd name="connsiteX78" fmla="*/ 502018 w 5734864"/>
              <a:gd name="connsiteY78" fmla="*/ 2959643 h 6858000"/>
              <a:gd name="connsiteX79" fmla="*/ 498360 w 5734864"/>
              <a:gd name="connsiteY79" fmla="*/ 2961019 h 6858000"/>
              <a:gd name="connsiteX80" fmla="*/ 498483 w 5734864"/>
              <a:gd name="connsiteY80" fmla="*/ 2962590 h 6858000"/>
              <a:gd name="connsiteX81" fmla="*/ 484403 w 5734864"/>
              <a:gd name="connsiteY81" fmla="*/ 2990538 h 6858000"/>
              <a:gd name="connsiteX82" fmla="*/ 463075 w 5734864"/>
              <a:gd name="connsiteY82" fmla="*/ 3055956 h 6858000"/>
              <a:gd name="connsiteX83" fmla="*/ 455013 w 5734864"/>
              <a:gd name="connsiteY83" fmla="*/ 3094482 h 6858000"/>
              <a:gd name="connsiteX84" fmla="*/ 428391 w 5734864"/>
              <a:gd name="connsiteY84" fmla="*/ 3198850 h 6858000"/>
              <a:gd name="connsiteX85" fmla="*/ 401440 w 5734864"/>
              <a:gd name="connsiteY85" fmla="*/ 3307560 h 6858000"/>
              <a:gd name="connsiteX86" fmla="*/ 386076 w 5734864"/>
              <a:gd name="connsiteY86" fmla="*/ 3373943 h 6858000"/>
              <a:gd name="connsiteX87" fmla="*/ 374726 w 5734864"/>
              <a:gd name="connsiteY87" fmla="*/ 3381364 h 6858000"/>
              <a:gd name="connsiteX88" fmla="*/ 369145 w 5734864"/>
              <a:gd name="connsiteY88" fmla="*/ 3383729 h 6858000"/>
              <a:gd name="connsiteX89" fmla="*/ 364294 w 5734864"/>
              <a:gd name="connsiteY89" fmla="*/ 3414159 h 6858000"/>
              <a:gd name="connsiteX90" fmla="*/ 366450 w 5734864"/>
              <a:gd name="connsiteY90" fmla="*/ 3436925 h 6858000"/>
              <a:gd name="connsiteX91" fmla="*/ 351743 w 5734864"/>
              <a:gd name="connsiteY91" fmla="*/ 3521619 h 6858000"/>
              <a:gd name="connsiteX92" fmla="*/ 345784 w 5734864"/>
              <a:gd name="connsiteY92" fmla="*/ 3603757 h 6858000"/>
              <a:gd name="connsiteX93" fmla="*/ 344198 w 5734864"/>
              <a:gd name="connsiteY93" fmla="*/ 3652424 h 6858000"/>
              <a:gd name="connsiteX94" fmla="*/ 352450 w 5734864"/>
              <a:gd name="connsiteY94" fmla="*/ 3665222 h 6858000"/>
              <a:gd name="connsiteX95" fmla="*/ 342621 w 5734864"/>
              <a:gd name="connsiteY95" fmla="*/ 3700804 h 6858000"/>
              <a:gd name="connsiteX96" fmla="*/ 341514 w 5734864"/>
              <a:gd name="connsiteY96" fmla="*/ 3734774 h 6858000"/>
              <a:gd name="connsiteX97" fmla="*/ 340607 w 5734864"/>
              <a:gd name="connsiteY97" fmla="*/ 3785153 h 6858000"/>
              <a:gd name="connsiteX98" fmla="*/ 340707 w 5734864"/>
              <a:gd name="connsiteY98" fmla="*/ 3788177 h 6858000"/>
              <a:gd name="connsiteX99" fmla="*/ 340361 w 5734864"/>
              <a:gd name="connsiteY99" fmla="*/ 3798803 h 6858000"/>
              <a:gd name="connsiteX100" fmla="*/ 339642 w 5734864"/>
              <a:gd name="connsiteY100" fmla="*/ 3838750 h 6858000"/>
              <a:gd name="connsiteX101" fmla="*/ 360295 w 5734864"/>
              <a:gd name="connsiteY101" fmla="*/ 4015196 h 6858000"/>
              <a:gd name="connsiteX102" fmla="*/ 339043 w 5734864"/>
              <a:gd name="connsiteY102" fmla="*/ 4052778 h 6858000"/>
              <a:gd name="connsiteX103" fmla="*/ 339343 w 5734864"/>
              <a:gd name="connsiteY103" fmla="*/ 4096257 h 6858000"/>
              <a:gd name="connsiteX104" fmla="*/ 340786 w 5734864"/>
              <a:gd name="connsiteY104" fmla="*/ 4321136 h 6858000"/>
              <a:gd name="connsiteX105" fmla="*/ 343158 w 5734864"/>
              <a:gd name="connsiteY105" fmla="*/ 4429174 h 6858000"/>
              <a:gd name="connsiteX106" fmla="*/ 334599 w 5734864"/>
              <a:gd name="connsiteY106" fmla="*/ 4449938 h 6858000"/>
              <a:gd name="connsiteX107" fmla="*/ 332890 w 5734864"/>
              <a:gd name="connsiteY107" fmla="*/ 4453515 h 6858000"/>
              <a:gd name="connsiteX108" fmla="*/ 331105 w 5734864"/>
              <a:gd name="connsiteY108" fmla="*/ 4467941 h 6858000"/>
              <a:gd name="connsiteX109" fmla="*/ 324289 w 5734864"/>
              <a:gd name="connsiteY109" fmla="*/ 4471861 h 6858000"/>
              <a:gd name="connsiteX110" fmla="*/ 317079 w 5734864"/>
              <a:gd name="connsiteY110" fmla="*/ 4493468 h 6858000"/>
              <a:gd name="connsiteX111" fmla="*/ 315557 w 5734864"/>
              <a:gd name="connsiteY111" fmla="*/ 4520067 h 6858000"/>
              <a:gd name="connsiteX112" fmla="*/ 315240 w 5734864"/>
              <a:gd name="connsiteY112" fmla="*/ 4536872 h 6858000"/>
              <a:gd name="connsiteX113" fmla="*/ 316200 w 5734864"/>
              <a:gd name="connsiteY113" fmla="*/ 4538297 h 6858000"/>
              <a:gd name="connsiteX114" fmla="*/ 317507 w 5734864"/>
              <a:gd name="connsiteY114" fmla="*/ 4547582 h 6858000"/>
              <a:gd name="connsiteX115" fmla="*/ 323078 w 5734864"/>
              <a:gd name="connsiteY115" fmla="*/ 4592102 h 6858000"/>
              <a:gd name="connsiteX116" fmla="*/ 328722 w 5734864"/>
              <a:gd name="connsiteY116" fmla="*/ 4667914 h 6858000"/>
              <a:gd name="connsiteX117" fmla="*/ 335597 w 5734864"/>
              <a:gd name="connsiteY117" fmla="*/ 4695035 h 6858000"/>
              <a:gd name="connsiteX118" fmla="*/ 339485 w 5734864"/>
              <a:gd name="connsiteY118" fmla="*/ 4695979 h 6858000"/>
              <a:gd name="connsiteX119" fmla="*/ 341089 w 5734864"/>
              <a:gd name="connsiteY119" fmla="*/ 4704268 h 6858000"/>
              <a:gd name="connsiteX120" fmla="*/ 342177 w 5734864"/>
              <a:gd name="connsiteY120" fmla="*/ 4706060 h 6858000"/>
              <a:gd name="connsiteX121" fmla="*/ 347751 w 5734864"/>
              <a:gd name="connsiteY121" fmla="*/ 4716754 h 6858000"/>
              <a:gd name="connsiteX122" fmla="*/ 344125 w 5734864"/>
              <a:gd name="connsiteY122" fmla="*/ 4764669 h 6858000"/>
              <a:gd name="connsiteX123" fmla="*/ 340188 w 5734864"/>
              <a:gd name="connsiteY123" fmla="*/ 4779386 h 6858000"/>
              <a:gd name="connsiteX124" fmla="*/ 335146 w 5734864"/>
              <a:gd name="connsiteY124" fmla="*/ 4787491 h 6858000"/>
              <a:gd name="connsiteX125" fmla="*/ 319124 w 5734864"/>
              <a:gd name="connsiteY125" fmla="*/ 4843514 h 6858000"/>
              <a:gd name="connsiteX126" fmla="*/ 305956 w 5734864"/>
              <a:gd name="connsiteY126" fmla="*/ 4881505 h 6858000"/>
              <a:gd name="connsiteX127" fmla="*/ 301062 w 5734864"/>
              <a:gd name="connsiteY127" fmla="*/ 4889332 h 6858000"/>
              <a:gd name="connsiteX128" fmla="*/ 302141 w 5734864"/>
              <a:gd name="connsiteY128" fmla="*/ 4899400 h 6858000"/>
              <a:gd name="connsiteX129" fmla="*/ 304424 w 5734864"/>
              <a:gd name="connsiteY129" fmla="*/ 4902664 h 6858000"/>
              <a:gd name="connsiteX130" fmla="*/ 293123 w 5734864"/>
              <a:gd name="connsiteY130" fmla="*/ 4932769 h 6858000"/>
              <a:gd name="connsiteX131" fmla="*/ 292275 w 5734864"/>
              <a:gd name="connsiteY131" fmla="*/ 4936482 h 6858000"/>
              <a:gd name="connsiteX132" fmla="*/ 288304 w 5734864"/>
              <a:gd name="connsiteY132" fmla="*/ 4962325 h 6858000"/>
              <a:gd name="connsiteX133" fmla="*/ 287420 w 5734864"/>
              <a:gd name="connsiteY133" fmla="*/ 5042193 h 6858000"/>
              <a:gd name="connsiteX134" fmla="*/ 287020 w 5734864"/>
              <a:gd name="connsiteY134" fmla="*/ 5065655 h 6858000"/>
              <a:gd name="connsiteX135" fmla="*/ 288488 w 5734864"/>
              <a:gd name="connsiteY135" fmla="*/ 5082216 h 6858000"/>
              <a:gd name="connsiteX136" fmla="*/ 282763 w 5734864"/>
              <a:gd name="connsiteY136" fmla="*/ 5127114 h 6858000"/>
              <a:gd name="connsiteX137" fmla="*/ 269316 w 5734864"/>
              <a:gd name="connsiteY137" fmla="*/ 5202682 h 6858000"/>
              <a:gd name="connsiteX138" fmla="*/ 269174 w 5734864"/>
              <a:gd name="connsiteY138" fmla="*/ 5230835 h 6858000"/>
              <a:gd name="connsiteX139" fmla="*/ 272679 w 5734864"/>
              <a:gd name="connsiteY139" fmla="*/ 5232660 h 6858000"/>
              <a:gd name="connsiteX140" fmla="*/ 272160 w 5734864"/>
              <a:gd name="connsiteY140" fmla="*/ 5241150 h 6858000"/>
              <a:gd name="connsiteX141" fmla="*/ 272760 w 5734864"/>
              <a:gd name="connsiteY141" fmla="*/ 5243156 h 6858000"/>
              <a:gd name="connsiteX142" fmla="*/ 275462 w 5734864"/>
              <a:gd name="connsiteY142" fmla="*/ 5254919 h 6858000"/>
              <a:gd name="connsiteX143" fmla="*/ 262897 w 5734864"/>
              <a:gd name="connsiteY143" fmla="*/ 5286259 h 6858000"/>
              <a:gd name="connsiteX144" fmla="*/ 252761 w 5734864"/>
              <a:gd name="connsiteY144" fmla="*/ 5357801 h 6858000"/>
              <a:gd name="connsiteX145" fmla="*/ 242360 w 5734864"/>
              <a:gd name="connsiteY145" fmla="*/ 5460080 h 6858000"/>
              <a:gd name="connsiteX146" fmla="*/ 229880 w 5734864"/>
              <a:gd name="connsiteY146" fmla="*/ 5539714 h 6858000"/>
              <a:gd name="connsiteX147" fmla="*/ 204283 w 5734864"/>
              <a:gd name="connsiteY147" fmla="*/ 5639080 h 6858000"/>
              <a:gd name="connsiteX148" fmla="*/ 198948 w 5734864"/>
              <a:gd name="connsiteY148" fmla="*/ 5710958 h 6858000"/>
              <a:gd name="connsiteX149" fmla="*/ 192367 w 5734864"/>
              <a:gd name="connsiteY149" fmla="*/ 5719859 h 6858000"/>
              <a:gd name="connsiteX150" fmla="*/ 188035 w 5734864"/>
              <a:gd name="connsiteY150" fmla="*/ 5729935 h 6858000"/>
              <a:gd name="connsiteX151" fmla="*/ 188428 w 5734864"/>
              <a:gd name="connsiteY151" fmla="*/ 5731182 h 6858000"/>
              <a:gd name="connsiteX152" fmla="*/ 181635 w 5734864"/>
              <a:gd name="connsiteY152" fmla="*/ 5753538 h 6858000"/>
              <a:gd name="connsiteX153" fmla="*/ 169744 w 5734864"/>
              <a:gd name="connsiteY153" fmla="*/ 5796307 h 6858000"/>
              <a:gd name="connsiteX154" fmla="*/ 170351 w 5734864"/>
              <a:gd name="connsiteY154" fmla="*/ 5796644 h 6858000"/>
              <a:gd name="connsiteX155" fmla="*/ 171559 w 5734864"/>
              <a:gd name="connsiteY155" fmla="*/ 5803435 h 6858000"/>
              <a:gd name="connsiteX156" fmla="*/ 172284 w 5734864"/>
              <a:gd name="connsiteY156" fmla="*/ 5816391 h 6858000"/>
              <a:gd name="connsiteX157" fmla="*/ 182542 w 5734864"/>
              <a:gd name="connsiteY157" fmla="*/ 5846382 h 6858000"/>
              <a:gd name="connsiteX158" fmla="*/ 175877 w 5734864"/>
              <a:gd name="connsiteY158" fmla="*/ 5871336 h 6858000"/>
              <a:gd name="connsiteX159" fmla="*/ 174910 w 5734864"/>
              <a:gd name="connsiteY159" fmla="*/ 5876376 h 6858000"/>
              <a:gd name="connsiteX160" fmla="*/ 175047 w 5734864"/>
              <a:gd name="connsiteY160" fmla="*/ 5876483 h 6858000"/>
              <a:gd name="connsiteX161" fmla="*/ 174335 w 5734864"/>
              <a:gd name="connsiteY161" fmla="*/ 5881814 h 6858000"/>
              <a:gd name="connsiteX162" fmla="*/ 171273 w 5734864"/>
              <a:gd name="connsiteY162" fmla="*/ 5895339 h 6858000"/>
              <a:gd name="connsiteX163" fmla="*/ 171658 w 5734864"/>
              <a:gd name="connsiteY163" fmla="*/ 5898749 h 6858000"/>
              <a:gd name="connsiteX164" fmla="*/ 174658 w 5734864"/>
              <a:gd name="connsiteY164" fmla="*/ 5919558 h 6858000"/>
              <a:gd name="connsiteX165" fmla="*/ 169099 w 5734864"/>
              <a:gd name="connsiteY165" fmla="*/ 5984417 h 6858000"/>
              <a:gd name="connsiteX166" fmla="*/ 162007 w 5734864"/>
              <a:gd name="connsiteY166" fmla="*/ 6049043 h 6858000"/>
              <a:gd name="connsiteX167" fmla="*/ 156875 w 5734864"/>
              <a:gd name="connsiteY167" fmla="*/ 6114000 h 6858000"/>
              <a:gd name="connsiteX168" fmla="*/ 165441 w 5734864"/>
              <a:gd name="connsiteY168" fmla="*/ 6146938 h 6858000"/>
              <a:gd name="connsiteX169" fmla="*/ 165177 w 5734864"/>
              <a:gd name="connsiteY169" fmla="*/ 6150658 h 6858000"/>
              <a:gd name="connsiteX170" fmla="*/ 161772 w 5734864"/>
              <a:gd name="connsiteY170" fmla="*/ 6160011 h 6858000"/>
              <a:gd name="connsiteX171" fmla="*/ 160051 w 5734864"/>
              <a:gd name="connsiteY171" fmla="*/ 6163393 h 6858000"/>
              <a:gd name="connsiteX172" fmla="*/ 158473 w 5734864"/>
              <a:gd name="connsiteY172" fmla="*/ 6168628 h 6858000"/>
              <a:gd name="connsiteX173" fmla="*/ 158573 w 5734864"/>
              <a:gd name="connsiteY173" fmla="*/ 6168799 h 6858000"/>
              <a:gd name="connsiteX174" fmla="*/ 146463 w 5734864"/>
              <a:gd name="connsiteY174" fmla="*/ 6196671 h 6858000"/>
              <a:gd name="connsiteX175" fmla="*/ 150209 w 5734864"/>
              <a:gd name="connsiteY175" fmla="*/ 6232365 h 6858000"/>
              <a:gd name="connsiteX176" fmla="*/ 148544 w 5734864"/>
              <a:gd name="connsiteY176" fmla="*/ 6246162 h 6858000"/>
              <a:gd name="connsiteX177" fmla="*/ 148403 w 5734864"/>
              <a:gd name="connsiteY177" fmla="*/ 6253754 h 6858000"/>
              <a:gd name="connsiteX178" fmla="*/ 138880 w 5734864"/>
              <a:gd name="connsiteY178" fmla="*/ 6276449 h 6858000"/>
              <a:gd name="connsiteX179" fmla="*/ 138683 w 5734864"/>
              <a:gd name="connsiteY179" fmla="*/ 6279721 h 6858000"/>
              <a:gd name="connsiteX180" fmla="*/ 130721 w 5734864"/>
              <a:gd name="connsiteY180" fmla="*/ 6293675 h 6858000"/>
              <a:gd name="connsiteX181" fmla="*/ 120717 w 5734864"/>
              <a:gd name="connsiteY181" fmla="*/ 6313967 h 6858000"/>
              <a:gd name="connsiteX182" fmla="*/ 120841 w 5734864"/>
              <a:gd name="connsiteY182" fmla="*/ 6315437 h 6858000"/>
              <a:gd name="connsiteX183" fmla="*/ 115208 w 5734864"/>
              <a:gd name="connsiteY183" fmla="*/ 6324024 h 6858000"/>
              <a:gd name="connsiteX184" fmla="*/ 101217 w 5734864"/>
              <a:gd name="connsiteY184" fmla="*/ 6365923 h 6858000"/>
              <a:gd name="connsiteX185" fmla="*/ 74946 w 5734864"/>
              <a:gd name="connsiteY185" fmla="*/ 6556817 h 6858000"/>
              <a:gd name="connsiteX186" fmla="*/ 16001 w 5734864"/>
              <a:gd name="connsiteY186" fmla="*/ 6808678 h 6858000"/>
              <a:gd name="connsiteX187" fmla="*/ 0 w 5734864"/>
              <a:gd name="connsiteY187" fmla="*/ 6858000 h 6858000"/>
              <a:gd name="connsiteX188" fmla="*/ 5734864 w 5734864"/>
              <a:gd name="connsiteY188" fmla="*/ 6858000 h 6858000"/>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6695 w 5734864"/>
              <a:gd name="connsiteY13" fmla="*/ 1035077 h 6858000"/>
              <a:gd name="connsiteX14" fmla="*/ 847865 w 5734864"/>
              <a:gd name="connsiteY14" fmla="*/ 1070795 h 6858000"/>
              <a:gd name="connsiteX15" fmla="*/ 862786 w 5734864"/>
              <a:gd name="connsiteY15" fmla="*/ 1238994 h 6858000"/>
              <a:gd name="connsiteX16" fmla="*/ 859345 w 5734864"/>
              <a:gd name="connsiteY16" fmla="*/ 1380427 h 6858000"/>
              <a:gd name="connsiteX17" fmla="*/ 855172 w 5734864"/>
              <a:gd name="connsiteY17" fmla="*/ 1435262 h 6858000"/>
              <a:gd name="connsiteX18" fmla="*/ 860494 w 5734864"/>
              <a:gd name="connsiteY18" fmla="*/ 1453861 h 6858000"/>
              <a:gd name="connsiteX19" fmla="*/ 853731 w 5734864"/>
              <a:gd name="connsiteY19" fmla="*/ 1467047 h 6858000"/>
              <a:gd name="connsiteX20" fmla="*/ 845847 w 5734864"/>
              <a:gd name="connsiteY20" fmla="*/ 1502307 h 6858000"/>
              <a:gd name="connsiteX21" fmla="*/ 817613 w 5734864"/>
              <a:gd name="connsiteY21" fmla="*/ 1565166 h 6858000"/>
              <a:gd name="connsiteX22" fmla="*/ 804223 w 5734864"/>
              <a:gd name="connsiteY22" fmla="*/ 1601941 h 6858000"/>
              <a:gd name="connsiteX23" fmla="*/ 791773 w 5734864"/>
              <a:gd name="connsiteY23" fmla="*/ 1627005 h 6858000"/>
              <a:gd name="connsiteX24" fmla="*/ 774645 w 5734864"/>
              <a:gd name="connsiteY24" fmla="*/ 1699922 h 6858000"/>
              <a:gd name="connsiteX25" fmla="*/ 752343 w 5734864"/>
              <a:gd name="connsiteY25" fmla="*/ 1824604 h 6858000"/>
              <a:gd name="connsiteX26" fmla="*/ 746254 w 5734864"/>
              <a:gd name="connsiteY26" fmla="*/ 1850222 h 6858000"/>
              <a:gd name="connsiteX27" fmla="*/ 728600 w 5734864"/>
              <a:gd name="connsiteY27" fmla="*/ 1869603 h 6858000"/>
              <a:gd name="connsiteX28" fmla="*/ 724396 w 5734864"/>
              <a:gd name="connsiteY28" fmla="*/ 1883104 h 6858000"/>
              <a:gd name="connsiteX29" fmla="*/ 722165 w 5734864"/>
              <a:gd name="connsiteY29" fmla="*/ 1885924 h 6858000"/>
              <a:gd name="connsiteX30" fmla="*/ 721338 w 5734864"/>
              <a:gd name="connsiteY30" fmla="*/ 1887123 h 6858000"/>
              <a:gd name="connsiteX31" fmla="*/ 714840 w 5734864"/>
              <a:gd name="connsiteY31" fmla="*/ 1902274 h 6858000"/>
              <a:gd name="connsiteX32" fmla="*/ 722847 w 5734864"/>
              <a:gd name="connsiteY32" fmla="*/ 1929891 h 6858000"/>
              <a:gd name="connsiteX33" fmla="*/ 714660 w 5734864"/>
              <a:gd name="connsiteY33" fmla="*/ 1982709 h 6858000"/>
              <a:gd name="connsiteX34" fmla="*/ 710759 w 5734864"/>
              <a:gd name="connsiteY34" fmla="*/ 2013010 h 6858000"/>
              <a:gd name="connsiteX35" fmla="*/ 697927 w 5734864"/>
              <a:gd name="connsiteY35" fmla="*/ 2069833 h 6858000"/>
              <a:gd name="connsiteX36" fmla="*/ 693594 w 5734864"/>
              <a:gd name="connsiteY36" fmla="*/ 2103731 h 6858000"/>
              <a:gd name="connsiteX37" fmla="*/ 691109 w 5734864"/>
              <a:gd name="connsiteY37" fmla="*/ 2124027 h 6858000"/>
              <a:gd name="connsiteX38" fmla="*/ 676593 w 5734864"/>
              <a:gd name="connsiteY38" fmla="*/ 2176182 h 6858000"/>
              <a:gd name="connsiteX39" fmla="*/ 633227 w 5734864"/>
              <a:gd name="connsiteY39" fmla="*/ 2258036 h 6858000"/>
              <a:gd name="connsiteX40" fmla="*/ 625564 w 5734864"/>
              <a:gd name="connsiteY40" fmla="*/ 2284567 h 6858000"/>
              <a:gd name="connsiteX41" fmla="*/ 627074 w 5734864"/>
              <a:gd name="connsiteY41" fmla="*/ 2289605 h 6858000"/>
              <a:gd name="connsiteX42" fmla="*/ 614574 w 5734864"/>
              <a:gd name="connsiteY42" fmla="*/ 2308717 h 6858000"/>
              <a:gd name="connsiteX43" fmla="*/ 606890 w 5734864"/>
              <a:gd name="connsiteY43" fmla="*/ 2320662 h 6858000"/>
              <a:gd name="connsiteX44" fmla="*/ 605558 w 5734864"/>
              <a:gd name="connsiteY44" fmla="*/ 2327897 h 6858000"/>
              <a:gd name="connsiteX45" fmla="*/ 602202 w 5734864"/>
              <a:gd name="connsiteY45" fmla="*/ 2357749 h 6858000"/>
              <a:gd name="connsiteX46" fmla="*/ 600213 w 5734864"/>
              <a:gd name="connsiteY46" fmla="*/ 2364905 h 6858000"/>
              <a:gd name="connsiteX47" fmla="*/ 597160 w 5734864"/>
              <a:gd name="connsiteY47" fmla="*/ 2388351 h 6858000"/>
              <a:gd name="connsiteX48" fmla="*/ 597982 w 5734864"/>
              <a:gd name="connsiteY48" fmla="*/ 2402296 h 6858000"/>
              <a:gd name="connsiteX49" fmla="*/ 593150 w 5734864"/>
              <a:gd name="connsiteY49" fmla="*/ 2420015 h 6858000"/>
              <a:gd name="connsiteX50" fmla="*/ 592833 w 5734864"/>
              <a:gd name="connsiteY50" fmla="*/ 2422749 h 6858000"/>
              <a:gd name="connsiteX51" fmla="*/ 594479 w 5734864"/>
              <a:gd name="connsiteY51" fmla="*/ 2426002 h 6858000"/>
              <a:gd name="connsiteX52" fmla="*/ 591963 w 5734864"/>
              <a:gd name="connsiteY52" fmla="*/ 2431950 h 6858000"/>
              <a:gd name="connsiteX53" fmla="*/ 591544 w 5734864"/>
              <a:gd name="connsiteY53" fmla="*/ 2433897 h 6858000"/>
              <a:gd name="connsiteX54" fmla="*/ 589519 w 5734864"/>
              <a:gd name="connsiteY54" fmla="*/ 2451398 h 6858000"/>
              <a:gd name="connsiteX55" fmla="*/ 590037 w 5734864"/>
              <a:gd name="connsiteY55" fmla="*/ 2455536 h 6858000"/>
              <a:gd name="connsiteX56" fmla="*/ 588179 w 5734864"/>
              <a:gd name="connsiteY56" fmla="*/ 2462981 h 6858000"/>
              <a:gd name="connsiteX57" fmla="*/ 583434 w 5734864"/>
              <a:gd name="connsiteY57" fmla="*/ 2503991 h 6858000"/>
              <a:gd name="connsiteX58" fmla="*/ 567942 w 5734864"/>
              <a:gd name="connsiteY58" fmla="*/ 2652936 h 6858000"/>
              <a:gd name="connsiteX59" fmla="*/ 573869 w 5734864"/>
              <a:gd name="connsiteY59" fmla="*/ 2670188 h 6858000"/>
              <a:gd name="connsiteX60" fmla="*/ 575243 w 5734864"/>
              <a:gd name="connsiteY60" fmla="*/ 2688114 h 6858000"/>
              <a:gd name="connsiteX61" fmla="*/ 573824 w 5734864"/>
              <a:gd name="connsiteY61" fmla="*/ 2689856 h 6858000"/>
              <a:gd name="connsiteX62" fmla="*/ 570699 w 5734864"/>
              <a:gd name="connsiteY62" fmla="*/ 2709353 h 6858000"/>
              <a:gd name="connsiteX63" fmla="*/ 573192 w 5734864"/>
              <a:gd name="connsiteY63" fmla="*/ 2714527 h 6858000"/>
              <a:gd name="connsiteX64" fmla="*/ 572044 w 5734864"/>
              <a:gd name="connsiteY64" fmla="*/ 2728187 h 6858000"/>
              <a:gd name="connsiteX65" fmla="*/ 572465 w 5734864"/>
              <a:gd name="connsiteY65" fmla="*/ 2755863 h 6858000"/>
              <a:gd name="connsiteX66" fmla="*/ 570028 w 5734864"/>
              <a:gd name="connsiteY66" fmla="*/ 2760324 h 6858000"/>
              <a:gd name="connsiteX67" fmla="*/ 566748 w 5734864"/>
              <a:gd name="connsiteY67" fmla="*/ 2800948 h 6858000"/>
              <a:gd name="connsiteX68" fmla="*/ 565509 w 5734864"/>
              <a:gd name="connsiteY68" fmla="*/ 2801167 h 6858000"/>
              <a:gd name="connsiteX69" fmla="*/ 559367 w 5734864"/>
              <a:gd name="connsiteY69" fmla="*/ 2811129 h 6858000"/>
              <a:gd name="connsiteX70" fmla="*/ 550354 w 5734864"/>
              <a:gd name="connsiteY70" fmla="*/ 2830949 h 6858000"/>
              <a:gd name="connsiteX71" fmla="*/ 514795 w 5734864"/>
              <a:gd name="connsiteY71" fmla="*/ 2872433 h 6858000"/>
              <a:gd name="connsiteX72" fmla="*/ 509875 w 5734864"/>
              <a:gd name="connsiteY72" fmla="*/ 2923099 h 6858000"/>
              <a:gd name="connsiteX73" fmla="*/ 509577 w 5734864"/>
              <a:gd name="connsiteY73" fmla="*/ 2923197 h 6858000"/>
              <a:gd name="connsiteX74" fmla="*/ 507597 w 5734864"/>
              <a:gd name="connsiteY74" fmla="*/ 2931868 h 6858000"/>
              <a:gd name="connsiteX75" fmla="*/ 507379 w 5734864"/>
              <a:gd name="connsiteY75" fmla="*/ 2938322 h 6858000"/>
              <a:gd name="connsiteX76" fmla="*/ 504725 w 5734864"/>
              <a:gd name="connsiteY76" fmla="*/ 2954519 h 6858000"/>
              <a:gd name="connsiteX77" fmla="*/ 502018 w 5734864"/>
              <a:gd name="connsiteY77" fmla="*/ 2959643 h 6858000"/>
              <a:gd name="connsiteX78" fmla="*/ 498360 w 5734864"/>
              <a:gd name="connsiteY78" fmla="*/ 2961019 h 6858000"/>
              <a:gd name="connsiteX79" fmla="*/ 498483 w 5734864"/>
              <a:gd name="connsiteY79" fmla="*/ 2962590 h 6858000"/>
              <a:gd name="connsiteX80" fmla="*/ 484403 w 5734864"/>
              <a:gd name="connsiteY80" fmla="*/ 2990538 h 6858000"/>
              <a:gd name="connsiteX81" fmla="*/ 463075 w 5734864"/>
              <a:gd name="connsiteY81" fmla="*/ 3055956 h 6858000"/>
              <a:gd name="connsiteX82" fmla="*/ 455013 w 5734864"/>
              <a:gd name="connsiteY82" fmla="*/ 3094482 h 6858000"/>
              <a:gd name="connsiteX83" fmla="*/ 428391 w 5734864"/>
              <a:gd name="connsiteY83" fmla="*/ 3198850 h 6858000"/>
              <a:gd name="connsiteX84" fmla="*/ 401440 w 5734864"/>
              <a:gd name="connsiteY84" fmla="*/ 3307560 h 6858000"/>
              <a:gd name="connsiteX85" fmla="*/ 386076 w 5734864"/>
              <a:gd name="connsiteY85" fmla="*/ 3373943 h 6858000"/>
              <a:gd name="connsiteX86" fmla="*/ 374726 w 5734864"/>
              <a:gd name="connsiteY86" fmla="*/ 3381364 h 6858000"/>
              <a:gd name="connsiteX87" fmla="*/ 369145 w 5734864"/>
              <a:gd name="connsiteY87" fmla="*/ 3383729 h 6858000"/>
              <a:gd name="connsiteX88" fmla="*/ 364294 w 5734864"/>
              <a:gd name="connsiteY88" fmla="*/ 3414159 h 6858000"/>
              <a:gd name="connsiteX89" fmla="*/ 366450 w 5734864"/>
              <a:gd name="connsiteY89" fmla="*/ 3436925 h 6858000"/>
              <a:gd name="connsiteX90" fmla="*/ 351743 w 5734864"/>
              <a:gd name="connsiteY90" fmla="*/ 3521619 h 6858000"/>
              <a:gd name="connsiteX91" fmla="*/ 345784 w 5734864"/>
              <a:gd name="connsiteY91" fmla="*/ 3603757 h 6858000"/>
              <a:gd name="connsiteX92" fmla="*/ 344198 w 5734864"/>
              <a:gd name="connsiteY92" fmla="*/ 3652424 h 6858000"/>
              <a:gd name="connsiteX93" fmla="*/ 352450 w 5734864"/>
              <a:gd name="connsiteY93" fmla="*/ 3665222 h 6858000"/>
              <a:gd name="connsiteX94" fmla="*/ 342621 w 5734864"/>
              <a:gd name="connsiteY94" fmla="*/ 3700804 h 6858000"/>
              <a:gd name="connsiteX95" fmla="*/ 341514 w 5734864"/>
              <a:gd name="connsiteY95" fmla="*/ 3734774 h 6858000"/>
              <a:gd name="connsiteX96" fmla="*/ 340607 w 5734864"/>
              <a:gd name="connsiteY96" fmla="*/ 3785153 h 6858000"/>
              <a:gd name="connsiteX97" fmla="*/ 340707 w 5734864"/>
              <a:gd name="connsiteY97" fmla="*/ 3788177 h 6858000"/>
              <a:gd name="connsiteX98" fmla="*/ 340361 w 5734864"/>
              <a:gd name="connsiteY98" fmla="*/ 3798803 h 6858000"/>
              <a:gd name="connsiteX99" fmla="*/ 339642 w 5734864"/>
              <a:gd name="connsiteY99" fmla="*/ 3838750 h 6858000"/>
              <a:gd name="connsiteX100" fmla="*/ 360295 w 5734864"/>
              <a:gd name="connsiteY100" fmla="*/ 4015196 h 6858000"/>
              <a:gd name="connsiteX101" fmla="*/ 339043 w 5734864"/>
              <a:gd name="connsiteY101" fmla="*/ 4052778 h 6858000"/>
              <a:gd name="connsiteX102" fmla="*/ 339343 w 5734864"/>
              <a:gd name="connsiteY102" fmla="*/ 4096257 h 6858000"/>
              <a:gd name="connsiteX103" fmla="*/ 340786 w 5734864"/>
              <a:gd name="connsiteY103" fmla="*/ 4321136 h 6858000"/>
              <a:gd name="connsiteX104" fmla="*/ 343158 w 5734864"/>
              <a:gd name="connsiteY104" fmla="*/ 4429174 h 6858000"/>
              <a:gd name="connsiteX105" fmla="*/ 334599 w 5734864"/>
              <a:gd name="connsiteY105" fmla="*/ 4449938 h 6858000"/>
              <a:gd name="connsiteX106" fmla="*/ 332890 w 5734864"/>
              <a:gd name="connsiteY106" fmla="*/ 4453515 h 6858000"/>
              <a:gd name="connsiteX107" fmla="*/ 331105 w 5734864"/>
              <a:gd name="connsiteY107" fmla="*/ 4467941 h 6858000"/>
              <a:gd name="connsiteX108" fmla="*/ 324289 w 5734864"/>
              <a:gd name="connsiteY108" fmla="*/ 4471861 h 6858000"/>
              <a:gd name="connsiteX109" fmla="*/ 317079 w 5734864"/>
              <a:gd name="connsiteY109" fmla="*/ 4493468 h 6858000"/>
              <a:gd name="connsiteX110" fmla="*/ 315557 w 5734864"/>
              <a:gd name="connsiteY110" fmla="*/ 4520067 h 6858000"/>
              <a:gd name="connsiteX111" fmla="*/ 315240 w 5734864"/>
              <a:gd name="connsiteY111" fmla="*/ 4536872 h 6858000"/>
              <a:gd name="connsiteX112" fmla="*/ 316200 w 5734864"/>
              <a:gd name="connsiteY112" fmla="*/ 4538297 h 6858000"/>
              <a:gd name="connsiteX113" fmla="*/ 317507 w 5734864"/>
              <a:gd name="connsiteY113" fmla="*/ 4547582 h 6858000"/>
              <a:gd name="connsiteX114" fmla="*/ 323078 w 5734864"/>
              <a:gd name="connsiteY114" fmla="*/ 4592102 h 6858000"/>
              <a:gd name="connsiteX115" fmla="*/ 328722 w 5734864"/>
              <a:gd name="connsiteY115" fmla="*/ 4667914 h 6858000"/>
              <a:gd name="connsiteX116" fmla="*/ 335597 w 5734864"/>
              <a:gd name="connsiteY116" fmla="*/ 4695035 h 6858000"/>
              <a:gd name="connsiteX117" fmla="*/ 339485 w 5734864"/>
              <a:gd name="connsiteY117" fmla="*/ 4695979 h 6858000"/>
              <a:gd name="connsiteX118" fmla="*/ 341089 w 5734864"/>
              <a:gd name="connsiteY118" fmla="*/ 4704268 h 6858000"/>
              <a:gd name="connsiteX119" fmla="*/ 342177 w 5734864"/>
              <a:gd name="connsiteY119" fmla="*/ 4706060 h 6858000"/>
              <a:gd name="connsiteX120" fmla="*/ 347751 w 5734864"/>
              <a:gd name="connsiteY120" fmla="*/ 4716754 h 6858000"/>
              <a:gd name="connsiteX121" fmla="*/ 344125 w 5734864"/>
              <a:gd name="connsiteY121" fmla="*/ 4764669 h 6858000"/>
              <a:gd name="connsiteX122" fmla="*/ 340188 w 5734864"/>
              <a:gd name="connsiteY122" fmla="*/ 4779386 h 6858000"/>
              <a:gd name="connsiteX123" fmla="*/ 335146 w 5734864"/>
              <a:gd name="connsiteY123" fmla="*/ 4787491 h 6858000"/>
              <a:gd name="connsiteX124" fmla="*/ 319124 w 5734864"/>
              <a:gd name="connsiteY124" fmla="*/ 4843514 h 6858000"/>
              <a:gd name="connsiteX125" fmla="*/ 305956 w 5734864"/>
              <a:gd name="connsiteY125" fmla="*/ 4881505 h 6858000"/>
              <a:gd name="connsiteX126" fmla="*/ 301062 w 5734864"/>
              <a:gd name="connsiteY126" fmla="*/ 4889332 h 6858000"/>
              <a:gd name="connsiteX127" fmla="*/ 302141 w 5734864"/>
              <a:gd name="connsiteY127" fmla="*/ 4899400 h 6858000"/>
              <a:gd name="connsiteX128" fmla="*/ 304424 w 5734864"/>
              <a:gd name="connsiteY128" fmla="*/ 4902664 h 6858000"/>
              <a:gd name="connsiteX129" fmla="*/ 293123 w 5734864"/>
              <a:gd name="connsiteY129" fmla="*/ 4932769 h 6858000"/>
              <a:gd name="connsiteX130" fmla="*/ 292275 w 5734864"/>
              <a:gd name="connsiteY130" fmla="*/ 4936482 h 6858000"/>
              <a:gd name="connsiteX131" fmla="*/ 288304 w 5734864"/>
              <a:gd name="connsiteY131" fmla="*/ 4962325 h 6858000"/>
              <a:gd name="connsiteX132" fmla="*/ 287420 w 5734864"/>
              <a:gd name="connsiteY132" fmla="*/ 5042193 h 6858000"/>
              <a:gd name="connsiteX133" fmla="*/ 287020 w 5734864"/>
              <a:gd name="connsiteY133" fmla="*/ 5065655 h 6858000"/>
              <a:gd name="connsiteX134" fmla="*/ 288488 w 5734864"/>
              <a:gd name="connsiteY134" fmla="*/ 5082216 h 6858000"/>
              <a:gd name="connsiteX135" fmla="*/ 282763 w 5734864"/>
              <a:gd name="connsiteY135" fmla="*/ 5127114 h 6858000"/>
              <a:gd name="connsiteX136" fmla="*/ 269316 w 5734864"/>
              <a:gd name="connsiteY136" fmla="*/ 5202682 h 6858000"/>
              <a:gd name="connsiteX137" fmla="*/ 269174 w 5734864"/>
              <a:gd name="connsiteY137" fmla="*/ 5230835 h 6858000"/>
              <a:gd name="connsiteX138" fmla="*/ 272679 w 5734864"/>
              <a:gd name="connsiteY138" fmla="*/ 5232660 h 6858000"/>
              <a:gd name="connsiteX139" fmla="*/ 272160 w 5734864"/>
              <a:gd name="connsiteY139" fmla="*/ 5241150 h 6858000"/>
              <a:gd name="connsiteX140" fmla="*/ 272760 w 5734864"/>
              <a:gd name="connsiteY140" fmla="*/ 5243156 h 6858000"/>
              <a:gd name="connsiteX141" fmla="*/ 275462 w 5734864"/>
              <a:gd name="connsiteY141" fmla="*/ 5254919 h 6858000"/>
              <a:gd name="connsiteX142" fmla="*/ 262897 w 5734864"/>
              <a:gd name="connsiteY142" fmla="*/ 5286259 h 6858000"/>
              <a:gd name="connsiteX143" fmla="*/ 252761 w 5734864"/>
              <a:gd name="connsiteY143" fmla="*/ 5357801 h 6858000"/>
              <a:gd name="connsiteX144" fmla="*/ 242360 w 5734864"/>
              <a:gd name="connsiteY144" fmla="*/ 5460080 h 6858000"/>
              <a:gd name="connsiteX145" fmla="*/ 229880 w 5734864"/>
              <a:gd name="connsiteY145" fmla="*/ 5539714 h 6858000"/>
              <a:gd name="connsiteX146" fmla="*/ 204283 w 5734864"/>
              <a:gd name="connsiteY146" fmla="*/ 5639080 h 6858000"/>
              <a:gd name="connsiteX147" fmla="*/ 198948 w 5734864"/>
              <a:gd name="connsiteY147" fmla="*/ 5710958 h 6858000"/>
              <a:gd name="connsiteX148" fmla="*/ 192367 w 5734864"/>
              <a:gd name="connsiteY148" fmla="*/ 5719859 h 6858000"/>
              <a:gd name="connsiteX149" fmla="*/ 188035 w 5734864"/>
              <a:gd name="connsiteY149" fmla="*/ 5729935 h 6858000"/>
              <a:gd name="connsiteX150" fmla="*/ 188428 w 5734864"/>
              <a:gd name="connsiteY150" fmla="*/ 5731182 h 6858000"/>
              <a:gd name="connsiteX151" fmla="*/ 181635 w 5734864"/>
              <a:gd name="connsiteY151" fmla="*/ 5753538 h 6858000"/>
              <a:gd name="connsiteX152" fmla="*/ 169744 w 5734864"/>
              <a:gd name="connsiteY152" fmla="*/ 5796307 h 6858000"/>
              <a:gd name="connsiteX153" fmla="*/ 170351 w 5734864"/>
              <a:gd name="connsiteY153" fmla="*/ 5796644 h 6858000"/>
              <a:gd name="connsiteX154" fmla="*/ 171559 w 5734864"/>
              <a:gd name="connsiteY154" fmla="*/ 5803435 h 6858000"/>
              <a:gd name="connsiteX155" fmla="*/ 172284 w 5734864"/>
              <a:gd name="connsiteY155" fmla="*/ 5816391 h 6858000"/>
              <a:gd name="connsiteX156" fmla="*/ 182542 w 5734864"/>
              <a:gd name="connsiteY156" fmla="*/ 5846382 h 6858000"/>
              <a:gd name="connsiteX157" fmla="*/ 175877 w 5734864"/>
              <a:gd name="connsiteY157" fmla="*/ 5871336 h 6858000"/>
              <a:gd name="connsiteX158" fmla="*/ 174910 w 5734864"/>
              <a:gd name="connsiteY158" fmla="*/ 5876376 h 6858000"/>
              <a:gd name="connsiteX159" fmla="*/ 175047 w 5734864"/>
              <a:gd name="connsiteY159" fmla="*/ 5876483 h 6858000"/>
              <a:gd name="connsiteX160" fmla="*/ 174335 w 5734864"/>
              <a:gd name="connsiteY160" fmla="*/ 5881814 h 6858000"/>
              <a:gd name="connsiteX161" fmla="*/ 171273 w 5734864"/>
              <a:gd name="connsiteY161" fmla="*/ 5895339 h 6858000"/>
              <a:gd name="connsiteX162" fmla="*/ 171658 w 5734864"/>
              <a:gd name="connsiteY162" fmla="*/ 5898749 h 6858000"/>
              <a:gd name="connsiteX163" fmla="*/ 174658 w 5734864"/>
              <a:gd name="connsiteY163" fmla="*/ 5919558 h 6858000"/>
              <a:gd name="connsiteX164" fmla="*/ 169099 w 5734864"/>
              <a:gd name="connsiteY164" fmla="*/ 5984417 h 6858000"/>
              <a:gd name="connsiteX165" fmla="*/ 162007 w 5734864"/>
              <a:gd name="connsiteY165" fmla="*/ 6049043 h 6858000"/>
              <a:gd name="connsiteX166" fmla="*/ 156875 w 5734864"/>
              <a:gd name="connsiteY166" fmla="*/ 6114000 h 6858000"/>
              <a:gd name="connsiteX167" fmla="*/ 165441 w 5734864"/>
              <a:gd name="connsiteY167" fmla="*/ 6146938 h 6858000"/>
              <a:gd name="connsiteX168" fmla="*/ 165177 w 5734864"/>
              <a:gd name="connsiteY168" fmla="*/ 6150658 h 6858000"/>
              <a:gd name="connsiteX169" fmla="*/ 161772 w 5734864"/>
              <a:gd name="connsiteY169" fmla="*/ 6160011 h 6858000"/>
              <a:gd name="connsiteX170" fmla="*/ 160051 w 5734864"/>
              <a:gd name="connsiteY170" fmla="*/ 6163393 h 6858000"/>
              <a:gd name="connsiteX171" fmla="*/ 158473 w 5734864"/>
              <a:gd name="connsiteY171" fmla="*/ 6168628 h 6858000"/>
              <a:gd name="connsiteX172" fmla="*/ 158573 w 5734864"/>
              <a:gd name="connsiteY172" fmla="*/ 6168799 h 6858000"/>
              <a:gd name="connsiteX173" fmla="*/ 146463 w 5734864"/>
              <a:gd name="connsiteY173" fmla="*/ 6196671 h 6858000"/>
              <a:gd name="connsiteX174" fmla="*/ 150209 w 5734864"/>
              <a:gd name="connsiteY174" fmla="*/ 6232365 h 6858000"/>
              <a:gd name="connsiteX175" fmla="*/ 148544 w 5734864"/>
              <a:gd name="connsiteY175" fmla="*/ 6246162 h 6858000"/>
              <a:gd name="connsiteX176" fmla="*/ 148403 w 5734864"/>
              <a:gd name="connsiteY176" fmla="*/ 6253754 h 6858000"/>
              <a:gd name="connsiteX177" fmla="*/ 138880 w 5734864"/>
              <a:gd name="connsiteY177" fmla="*/ 6276449 h 6858000"/>
              <a:gd name="connsiteX178" fmla="*/ 138683 w 5734864"/>
              <a:gd name="connsiteY178" fmla="*/ 6279721 h 6858000"/>
              <a:gd name="connsiteX179" fmla="*/ 130721 w 5734864"/>
              <a:gd name="connsiteY179" fmla="*/ 6293675 h 6858000"/>
              <a:gd name="connsiteX180" fmla="*/ 120717 w 5734864"/>
              <a:gd name="connsiteY180" fmla="*/ 6313967 h 6858000"/>
              <a:gd name="connsiteX181" fmla="*/ 120841 w 5734864"/>
              <a:gd name="connsiteY181" fmla="*/ 6315437 h 6858000"/>
              <a:gd name="connsiteX182" fmla="*/ 115208 w 5734864"/>
              <a:gd name="connsiteY182" fmla="*/ 6324024 h 6858000"/>
              <a:gd name="connsiteX183" fmla="*/ 101217 w 5734864"/>
              <a:gd name="connsiteY183" fmla="*/ 6365923 h 6858000"/>
              <a:gd name="connsiteX184" fmla="*/ 74946 w 5734864"/>
              <a:gd name="connsiteY184" fmla="*/ 6556817 h 6858000"/>
              <a:gd name="connsiteX185" fmla="*/ 16001 w 5734864"/>
              <a:gd name="connsiteY185" fmla="*/ 6808678 h 6858000"/>
              <a:gd name="connsiteX186" fmla="*/ 0 w 5734864"/>
              <a:gd name="connsiteY186" fmla="*/ 6858000 h 6858000"/>
              <a:gd name="connsiteX187" fmla="*/ 5734864 w 5734864"/>
              <a:gd name="connsiteY187" fmla="*/ 6858000 h 6858000"/>
              <a:gd name="connsiteX188" fmla="*/ 5734864 w 5734864"/>
              <a:gd name="connsiteY188" fmla="*/ 0 h 6858000"/>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7865 w 5734864"/>
              <a:gd name="connsiteY13" fmla="*/ 1070795 h 6858000"/>
              <a:gd name="connsiteX14" fmla="*/ 862786 w 5734864"/>
              <a:gd name="connsiteY14" fmla="*/ 1238994 h 6858000"/>
              <a:gd name="connsiteX15" fmla="*/ 859345 w 5734864"/>
              <a:gd name="connsiteY15" fmla="*/ 1380427 h 6858000"/>
              <a:gd name="connsiteX16" fmla="*/ 855172 w 5734864"/>
              <a:gd name="connsiteY16" fmla="*/ 1435262 h 6858000"/>
              <a:gd name="connsiteX17" fmla="*/ 860494 w 5734864"/>
              <a:gd name="connsiteY17" fmla="*/ 1453861 h 6858000"/>
              <a:gd name="connsiteX18" fmla="*/ 853731 w 5734864"/>
              <a:gd name="connsiteY18" fmla="*/ 1467047 h 6858000"/>
              <a:gd name="connsiteX19" fmla="*/ 845847 w 5734864"/>
              <a:gd name="connsiteY19" fmla="*/ 1502307 h 6858000"/>
              <a:gd name="connsiteX20" fmla="*/ 817613 w 5734864"/>
              <a:gd name="connsiteY20" fmla="*/ 1565166 h 6858000"/>
              <a:gd name="connsiteX21" fmla="*/ 804223 w 5734864"/>
              <a:gd name="connsiteY21" fmla="*/ 1601941 h 6858000"/>
              <a:gd name="connsiteX22" fmla="*/ 791773 w 5734864"/>
              <a:gd name="connsiteY22" fmla="*/ 1627005 h 6858000"/>
              <a:gd name="connsiteX23" fmla="*/ 774645 w 5734864"/>
              <a:gd name="connsiteY23" fmla="*/ 1699922 h 6858000"/>
              <a:gd name="connsiteX24" fmla="*/ 752343 w 5734864"/>
              <a:gd name="connsiteY24" fmla="*/ 1824604 h 6858000"/>
              <a:gd name="connsiteX25" fmla="*/ 746254 w 5734864"/>
              <a:gd name="connsiteY25" fmla="*/ 1850222 h 6858000"/>
              <a:gd name="connsiteX26" fmla="*/ 728600 w 5734864"/>
              <a:gd name="connsiteY26" fmla="*/ 1869603 h 6858000"/>
              <a:gd name="connsiteX27" fmla="*/ 724396 w 5734864"/>
              <a:gd name="connsiteY27" fmla="*/ 1883104 h 6858000"/>
              <a:gd name="connsiteX28" fmla="*/ 722165 w 5734864"/>
              <a:gd name="connsiteY28" fmla="*/ 1885924 h 6858000"/>
              <a:gd name="connsiteX29" fmla="*/ 721338 w 5734864"/>
              <a:gd name="connsiteY29" fmla="*/ 1887123 h 6858000"/>
              <a:gd name="connsiteX30" fmla="*/ 714840 w 5734864"/>
              <a:gd name="connsiteY30" fmla="*/ 1902274 h 6858000"/>
              <a:gd name="connsiteX31" fmla="*/ 722847 w 5734864"/>
              <a:gd name="connsiteY31" fmla="*/ 1929891 h 6858000"/>
              <a:gd name="connsiteX32" fmla="*/ 714660 w 5734864"/>
              <a:gd name="connsiteY32" fmla="*/ 1982709 h 6858000"/>
              <a:gd name="connsiteX33" fmla="*/ 710759 w 5734864"/>
              <a:gd name="connsiteY33" fmla="*/ 2013010 h 6858000"/>
              <a:gd name="connsiteX34" fmla="*/ 697927 w 5734864"/>
              <a:gd name="connsiteY34" fmla="*/ 2069833 h 6858000"/>
              <a:gd name="connsiteX35" fmla="*/ 693594 w 5734864"/>
              <a:gd name="connsiteY35" fmla="*/ 2103731 h 6858000"/>
              <a:gd name="connsiteX36" fmla="*/ 691109 w 5734864"/>
              <a:gd name="connsiteY36" fmla="*/ 2124027 h 6858000"/>
              <a:gd name="connsiteX37" fmla="*/ 676593 w 5734864"/>
              <a:gd name="connsiteY37" fmla="*/ 2176182 h 6858000"/>
              <a:gd name="connsiteX38" fmla="*/ 633227 w 5734864"/>
              <a:gd name="connsiteY38" fmla="*/ 2258036 h 6858000"/>
              <a:gd name="connsiteX39" fmla="*/ 625564 w 5734864"/>
              <a:gd name="connsiteY39" fmla="*/ 2284567 h 6858000"/>
              <a:gd name="connsiteX40" fmla="*/ 627074 w 5734864"/>
              <a:gd name="connsiteY40" fmla="*/ 2289605 h 6858000"/>
              <a:gd name="connsiteX41" fmla="*/ 614574 w 5734864"/>
              <a:gd name="connsiteY41" fmla="*/ 2308717 h 6858000"/>
              <a:gd name="connsiteX42" fmla="*/ 606890 w 5734864"/>
              <a:gd name="connsiteY42" fmla="*/ 2320662 h 6858000"/>
              <a:gd name="connsiteX43" fmla="*/ 605558 w 5734864"/>
              <a:gd name="connsiteY43" fmla="*/ 2327897 h 6858000"/>
              <a:gd name="connsiteX44" fmla="*/ 602202 w 5734864"/>
              <a:gd name="connsiteY44" fmla="*/ 2357749 h 6858000"/>
              <a:gd name="connsiteX45" fmla="*/ 600213 w 5734864"/>
              <a:gd name="connsiteY45" fmla="*/ 2364905 h 6858000"/>
              <a:gd name="connsiteX46" fmla="*/ 597160 w 5734864"/>
              <a:gd name="connsiteY46" fmla="*/ 2388351 h 6858000"/>
              <a:gd name="connsiteX47" fmla="*/ 597982 w 5734864"/>
              <a:gd name="connsiteY47" fmla="*/ 2402296 h 6858000"/>
              <a:gd name="connsiteX48" fmla="*/ 593150 w 5734864"/>
              <a:gd name="connsiteY48" fmla="*/ 2420015 h 6858000"/>
              <a:gd name="connsiteX49" fmla="*/ 592833 w 5734864"/>
              <a:gd name="connsiteY49" fmla="*/ 2422749 h 6858000"/>
              <a:gd name="connsiteX50" fmla="*/ 594479 w 5734864"/>
              <a:gd name="connsiteY50" fmla="*/ 2426002 h 6858000"/>
              <a:gd name="connsiteX51" fmla="*/ 591963 w 5734864"/>
              <a:gd name="connsiteY51" fmla="*/ 2431950 h 6858000"/>
              <a:gd name="connsiteX52" fmla="*/ 591544 w 5734864"/>
              <a:gd name="connsiteY52" fmla="*/ 2433897 h 6858000"/>
              <a:gd name="connsiteX53" fmla="*/ 589519 w 5734864"/>
              <a:gd name="connsiteY53" fmla="*/ 2451398 h 6858000"/>
              <a:gd name="connsiteX54" fmla="*/ 590037 w 5734864"/>
              <a:gd name="connsiteY54" fmla="*/ 2455536 h 6858000"/>
              <a:gd name="connsiteX55" fmla="*/ 588179 w 5734864"/>
              <a:gd name="connsiteY55" fmla="*/ 2462981 h 6858000"/>
              <a:gd name="connsiteX56" fmla="*/ 583434 w 5734864"/>
              <a:gd name="connsiteY56" fmla="*/ 2503991 h 6858000"/>
              <a:gd name="connsiteX57" fmla="*/ 567942 w 5734864"/>
              <a:gd name="connsiteY57" fmla="*/ 2652936 h 6858000"/>
              <a:gd name="connsiteX58" fmla="*/ 573869 w 5734864"/>
              <a:gd name="connsiteY58" fmla="*/ 2670188 h 6858000"/>
              <a:gd name="connsiteX59" fmla="*/ 575243 w 5734864"/>
              <a:gd name="connsiteY59" fmla="*/ 2688114 h 6858000"/>
              <a:gd name="connsiteX60" fmla="*/ 573824 w 5734864"/>
              <a:gd name="connsiteY60" fmla="*/ 2689856 h 6858000"/>
              <a:gd name="connsiteX61" fmla="*/ 570699 w 5734864"/>
              <a:gd name="connsiteY61" fmla="*/ 2709353 h 6858000"/>
              <a:gd name="connsiteX62" fmla="*/ 573192 w 5734864"/>
              <a:gd name="connsiteY62" fmla="*/ 2714527 h 6858000"/>
              <a:gd name="connsiteX63" fmla="*/ 572044 w 5734864"/>
              <a:gd name="connsiteY63" fmla="*/ 2728187 h 6858000"/>
              <a:gd name="connsiteX64" fmla="*/ 572465 w 5734864"/>
              <a:gd name="connsiteY64" fmla="*/ 2755863 h 6858000"/>
              <a:gd name="connsiteX65" fmla="*/ 570028 w 5734864"/>
              <a:gd name="connsiteY65" fmla="*/ 2760324 h 6858000"/>
              <a:gd name="connsiteX66" fmla="*/ 566748 w 5734864"/>
              <a:gd name="connsiteY66" fmla="*/ 2800948 h 6858000"/>
              <a:gd name="connsiteX67" fmla="*/ 565509 w 5734864"/>
              <a:gd name="connsiteY67" fmla="*/ 2801167 h 6858000"/>
              <a:gd name="connsiteX68" fmla="*/ 559367 w 5734864"/>
              <a:gd name="connsiteY68" fmla="*/ 2811129 h 6858000"/>
              <a:gd name="connsiteX69" fmla="*/ 550354 w 5734864"/>
              <a:gd name="connsiteY69" fmla="*/ 2830949 h 6858000"/>
              <a:gd name="connsiteX70" fmla="*/ 514795 w 5734864"/>
              <a:gd name="connsiteY70" fmla="*/ 2872433 h 6858000"/>
              <a:gd name="connsiteX71" fmla="*/ 509875 w 5734864"/>
              <a:gd name="connsiteY71" fmla="*/ 2923099 h 6858000"/>
              <a:gd name="connsiteX72" fmla="*/ 509577 w 5734864"/>
              <a:gd name="connsiteY72" fmla="*/ 2923197 h 6858000"/>
              <a:gd name="connsiteX73" fmla="*/ 507597 w 5734864"/>
              <a:gd name="connsiteY73" fmla="*/ 2931868 h 6858000"/>
              <a:gd name="connsiteX74" fmla="*/ 507379 w 5734864"/>
              <a:gd name="connsiteY74" fmla="*/ 2938322 h 6858000"/>
              <a:gd name="connsiteX75" fmla="*/ 504725 w 5734864"/>
              <a:gd name="connsiteY75" fmla="*/ 2954519 h 6858000"/>
              <a:gd name="connsiteX76" fmla="*/ 502018 w 5734864"/>
              <a:gd name="connsiteY76" fmla="*/ 2959643 h 6858000"/>
              <a:gd name="connsiteX77" fmla="*/ 498360 w 5734864"/>
              <a:gd name="connsiteY77" fmla="*/ 2961019 h 6858000"/>
              <a:gd name="connsiteX78" fmla="*/ 498483 w 5734864"/>
              <a:gd name="connsiteY78" fmla="*/ 2962590 h 6858000"/>
              <a:gd name="connsiteX79" fmla="*/ 484403 w 5734864"/>
              <a:gd name="connsiteY79" fmla="*/ 2990538 h 6858000"/>
              <a:gd name="connsiteX80" fmla="*/ 463075 w 5734864"/>
              <a:gd name="connsiteY80" fmla="*/ 3055956 h 6858000"/>
              <a:gd name="connsiteX81" fmla="*/ 455013 w 5734864"/>
              <a:gd name="connsiteY81" fmla="*/ 3094482 h 6858000"/>
              <a:gd name="connsiteX82" fmla="*/ 428391 w 5734864"/>
              <a:gd name="connsiteY82" fmla="*/ 3198850 h 6858000"/>
              <a:gd name="connsiteX83" fmla="*/ 401440 w 5734864"/>
              <a:gd name="connsiteY83" fmla="*/ 3307560 h 6858000"/>
              <a:gd name="connsiteX84" fmla="*/ 386076 w 5734864"/>
              <a:gd name="connsiteY84" fmla="*/ 3373943 h 6858000"/>
              <a:gd name="connsiteX85" fmla="*/ 374726 w 5734864"/>
              <a:gd name="connsiteY85" fmla="*/ 3381364 h 6858000"/>
              <a:gd name="connsiteX86" fmla="*/ 369145 w 5734864"/>
              <a:gd name="connsiteY86" fmla="*/ 3383729 h 6858000"/>
              <a:gd name="connsiteX87" fmla="*/ 364294 w 5734864"/>
              <a:gd name="connsiteY87" fmla="*/ 3414159 h 6858000"/>
              <a:gd name="connsiteX88" fmla="*/ 366450 w 5734864"/>
              <a:gd name="connsiteY88" fmla="*/ 3436925 h 6858000"/>
              <a:gd name="connsiteX89" fmla="*/ 351743 w 5734864"/>
              <a:gd name="connsiteY89" fmla="*/ 3521619 h 6858000"/>
              <a:gd name="connsiteX90" fmla="*/ 345784 w 5734864"/>
              <a:gd name="connsiteY90" fmla="*/ 3603757 h 6858000"/>
              <a:gd name="connsiteX91" fmla="*/ 344198 w 5734864"/>
              <a:gd name="connsiteY91" fmla="*/ 3652424 h 6858000"/>
              <a:gd name="connsiteX92" fmla="*/ 352450 w 5734864"/>
              <a:gd name="connsiteY92" fmla="*/ 3665222 h 6858000"/>
              <a:gd name="connsiteX93" fmla="*/ 342621 w 5734864"/>
              <a:gd name="connsiteY93" fmla="*/ 3700804 h 6858000"/>
              <a:gd name="connsiteX94" fmla="*/ 341514 w 5734864"/>
              <a:gd name="connsiteY94" fmla="*/ 3734774 h 6858000"/>
              <a:gd name="connsiteX95" fmla="*/ 340607 w 5734864"/>
              <a:gd name="connsiteY95" fmla="*/ 3785153 h 6858000"/>
              <a:gd name="connsiteX96" fmla="*/ 340707 w 5734864"/>
              <a:gd name="connsiteY96" fmla="*/ 3788177 h 6858000"/>
              <a:gd name="connsiteX97" fmla="*/ 340361 w 5734864"/>
              <a:gd name="connsiteY97" fmla="*/ 3798803 h 6858000"/>
              <a:gd name="connsiteX98" fmla="*/ 339642 w 5734864"/>
              <a:gd name="connsiteY98" fmla="*/ 3838750 h 6858000"/>
              <a:gd name="connsiteX99" fmla="*/ 360295 w 5734864"/>
              <a:gd name="connsiteY99" fmla="*/ 4015196 h 6858000"/>
              <a:gd name="connsiteX100" fmla="*/ 339043 w 5734864"/>
              <a:gd name="connsiteY100" fmla="*/ 4052778 h 6858000"/>
              <a:gd name="connsiteX101" fmla="*/ 339343 w 5734864"/>
              <a:gd name="connsiteY101" fmla="*/ 4096257 h 6858000"/>
              <a:gd name="connsiteX102" fmla="*/ 340786 w 5734864"/>
              <a:gd name="connsiteY102" fmla="*/ 4321136 h 6858000"/>
              <a:gd name="connsiteX103" fmla="*/ 343158 w 5734864"/>
              <a:gd name="connsiteY103" fmla="*/ 4429174 h 6858000"/>
              <a:gd name="connsiteX104" fmla="*/ 334599 w 5734864"/>
              <a:gd name="connsiteY104" fmla="*/ 4449938 h 6858000"/>
              <a:gd name="connsiteX105" fmla="*/ 332890 w 5734864"/>
              <a:gd name="connsiteY105" fmla="*/ 4453515 h 6858000"/>
              <a:gd name="connsiteX106" fmla="*/ 331105 w 5734864"/>
              <a:gd name="connsiteY106" fmla="*/ 4467941 h 6858000"/>
              <a:gd name="connsiteX107" fmla="*/ 324289 w 5734864"/>
              <a:gd name="connsiteY107" fmla="*/ 4471861 h 6858000"/>
              <a:gd name="connsiteX108" fmla="*/ 317079 w 5734864"/>
              <a:gd name="connsiteY108" fmla="*/ 4493468 h 6858000"/>
              <a:gd name="connsiteX109" fmla="*/ 315557 w 5734864"/>
              <a:gd name="connsiteY109" fmla="*/ 4520067 h 6858000"/>
              <a:gd name="connsiteX110" fmla="*/ 315240 w 5734864"/>
              <a:gd name="connsiteY110" fmla="*/ 4536872 h 6858000"/>
              <a:gd name="connsiteX111" fmla="*/ 316200 w 5734864"/>
              <a:gd name="connsiteY111" fmla="*/ 4538297 h 6858000"/>
              <a:gd name="connsiteX112" fmla="*/ 317507 w 5734864"/>
              <a:gd name="connsiteY112" fmla="*/ 4547582 h 6858000"/>
              <a:gd name="connsiteX113" fmla="*/ 323078 w 5734864"/>
              <a:gd name="connsiteY113" fmla="*/ 4592102 h 6858000"/>
              <a:gd name="connsiteX114" fmla="*/ 328722 w 5734864"/>
              <a:gd name="connsiteY114" fmla="*/ 4667914 h 6858000"/>
              <a:gd name="connsiteX115" fmla="*/ 335597 w 5734864"/>
              <a:gd name="connsiteY115" fmla="*/ 4695035 h 6858000"/>
              <a:gd name="connsiteX116" fmla="*/ 339485 w 5734864"/>
              <a:gd name="connsiteY116" fmla="*/ 4695979 h 6858000"/>
              <a:gd name="connsiteX117" fmla="*/ 341089 w 5734864"/>
              <a:gd name="connsiteY117" fmla="*/ 4704268 h 6858000"/>
              <a:gd name="connsiteX118" fmla="*/ 342177 w 5734864"/>
              <a:gd name="connsiteY118" fmla="*/ 4706060 h 6858000"/>
              <a:gd name="connsiteX119" fmla="*/ 347751 w 5734864"/>
              <a:gd name="connsiteY119" fmla="*/ 4716754 h 6858000"/>
              <a:gd name="connsiteX120" fmla="*/ 344125 w 5734864"/>
              <a:gd name="connsiteY120" fmla="*/ 4764669 h 6858000"/>
              <a:gd name="connsiteX121" fmla="*/ 340188 w 5734864"/>
              <a:gd name="connsiteY121" fmla="*/ 4779386 h 6858000"/>
              <a:gd name="connsiteX122" fmla="*/ 335146 w 5734864"/>
              <a:gd name="connsiteY122" fmla="*/ 4787491 h 6858000"/>
              <a:gd name="connsiteX123" fmla="*/ 319124 w 5734864"/>
              <a:gd name="connsiteY123" fmla="*/ 4843514 h 6858000"/>
              <a:gd name="connsiteX124" fmla="*/ 305956 w 5734864"/>
              <a:gd name="connsiteY124" fmla="*/ 4881505 h 6858000"/>
              <a:gd name="connsiteX125" fmla="*/ 301062 w 5734864"/>
              <a:gd name="connsiteY125" fmla="*/ 4889332 h 6858000"/>
              <a:gd name="connsiteX126" fmla="*/ 302141 w 5734864"/>
              <a:gd name="connsiteY126" fmla="*/ 4899400 h 6858000"/>
              <a:gd name="connsiteX127" fmla="*/ 304424 w 5734864"/>
              <a:gd name="connsiteY127" fmla="*/ 4902664 h 6858000"/>
              <a:gd name="connsiteX128" fmla="*/ 293123 w 5734864"/>
              <a:gd name="connsiteY128" fmla="*/ 4932769 h 6858000"/>
              <a:gd name="connsiteX129" fmla="*/ 292275 w 5734864"/>
              <a:gd name="connsiteY129" fmla="*/ 4936482 h 6858000"/>
              <a:gd name="connsiteX130" fmla="*/ 288304 w 5734864"/>
              <a:gd name="connsiteY130" fmla="*/ 4962325 h 6858000"/>
              <a:gd name="connsiteX131" fmla="*/ 287420 w 5734864"/>
              <a:gd name="connsiteY131" fmla="*/ 5042193 h 6858000"/>
              <a:gd name="connsiteX132" fmla="*/ 287020 w 5734864"/>
              <a:gd name="connsiteY132" fmla="*/ 5065655 h 6858000"/>
              <a:gd name="connsiteX133" fmla="*/ 288488 w 5734864"/>
              <a:gd name="connsiteY133" fmla="*/ 5082216 h 6858000"/>
              <a:gd name="connsiteX134" fmla="*/ 282763 w 5734864"/>
              <a:gd name="connsiteY134" fmla="*/ 5127114 h 6858000"/>
              <a:gd name="connsiteX135" fmla="*/ 269316 w 5734864"/>
              <a:gd name="connsiteY135" fmla="*/ 5202682 h 6858000"/>
              <a:gd name="connsiteX136" fmla="*/ 269174 w 5734864"/>
              <a:gd name="connsiteY136" fmla="*/ 5230835 h 6858000"/>
              <a:gd name="connsiteX137" fmla="*/ 272679 w 5734864"/>
              <a:gd name="connsiteY137" fmla="*/ 5232660 h 6858000"/>
              <a:gd name="connsiteX138" fmla="*/ 272160 w 5734864"/>
              <a:gd name="connsiteY138" fmla="*/ 5241150 h 6858000"/>
              <a:gd name="connsiteX139" fmla="*/ 272760 w 5734864"/>
              <a:gd name="connsiteY139" fmla="*/ 5243156 h 6858000"/>
              <a:gd name="connsiteX140" fmla="*/ 275462 w 5734864"/>
              <a:gd name="connsiteY140" fmla="*/ 5254919 h 6858000"/>
              <a:gd name="connsiteX141" fmla="*/ 262897 w 5734864"/>
              <a:gd name="connsiteY141" fmla="*/ 5286259 h 6858000"/>
              <a:gd name="connsiteX142" fmla="*/ 252761 w 5734864"/>
              <a:gd name="connsiteY142" fmla="*/ 5357801 h 6858000"/>
              <a:gd name="connsiteX143" fmla="*/ 242360 w 5734864"/>
              <a:gd name="connsiteY143" fmla="*/ 5460080 h 6858000"/>
              <a:gd name="connsiteX144" fmla="*/ 229880 w 5734864"/>
              <a:gd name="connsiteY144" fmla="*/ 5539714 h 6858000"/>
              <a:gd name="connsiteX145" fmla="*/ 204283 w 5734864"/>
              <a:gd name="connsiteY145" fmla="*/ 5639080 h 6858000"/>
              <a:gd name="connsiteX146" fmla="*/ 198948 w 5734864"/>
              <a:gd name="connsiteY146" fmla="*/ 5710958 h 6858000"/>
              <a:gd name="connsiteX147" fmla="*/ 192367 w 5734864"/>
              <a:gd name="connsiteY147" fmla="*/ 5719859 h 6858000"/>
              <a:gd name="connsiteX148" fmla="*/ 188035 w 5734864"/>
              <a:gd name="connsiteY148" fmla="*/ 5729935 h 6858000"/>
              <a:gd name="connsiteX149" fmla="*/ 188428 w 5734864"/>
              <a:gd name="connsiteY149" fmla="*/ 5731182 h 6858000"/>
              <a:gd name="connsiteX150" fmla="*/ 181635 w 5734864"/>
              <a:gd name="connsiteY150" fmla="*/ 5753538 h 6858000"/>
              <a:gd name="connsiteX151" fmla="*/ 169744 w 5734864"/>
              <a:gd name="connsiteY151" fmla="*/ 5796307 h 6858000"/>
              <a:gd name="connsiteX152" fmla="*/ 170351 w 5734864"/>
              <a:gd name="connsiteY152" fmla="*/ 5796644 h 6858000"/>
              <a:gd name="connsiteX153" fmla="*/ 171559 w 5734864"/>
              <a:gd name="connsiteY153" fmla="*/ 5803435 h 6858000"/>
              <a:gd name="connsiteX154" fmla="*/ 172284 w 5734864"/>
              <a:gd name="connsiteY154" fmla="*/ 5816391 h 6858000"/>
              <a:gd name="connsiteX155" fmla="*/ 182542 w 5734864"/>
              <a:gd name="connsiteY155" fmla="*/ 5846382 h 6858000"/>
              <a:gd name="connsiteX156" fmla="*/ 175877 w 5734864"/>
              <a:gd name="connsiteY156" fmla="*/ 5871336 h 6858000"/>
              <a:gd name="connsiteX157" fmla="*/ 174910 w 5734864"/>
              <a:gd name="connsiteY157" fmla="*/ 5876376 h 6858000"/>
              <a:gd name="connsiteX158" fmla="*/ 175047 w 5734864"/>
              <a:gd name="connsiteY158" fmla="*/ 5876483 h 6858000"/>
              <a:gd name="connsiteX159" fmla="*/ 174335 w 5734864"/>
              <a:gd name="connsiteY159" fmla="*/ 5881814 h 6858000"/>
              <a:gd name="connsiteX160" fmla="*/ 171273 w 5734864"/>
              <a:gd name="connsiteY160" fmla="*/ 5895339 h 6858000"/>
              <a:gd name="connsiteX161" fmla="*/ 171658 w 5734864"/>
              <a:gd name="connsiteY161" fmla="*/ 5898749 h 6858000"/>
              <a:gd name="connsiteX162" fmla="*/ 174658 w 5734864"/>
              <a:gd name="connsiteY162" fmla="*/ 5919558 h 6858000"/>
              <a:gd name="connsiteX163" fmla="*/ 169099 w 5734864"/>
              <a:gd name="connsiteY163" fmla="*/ 5984417 h 6858000"/>
              <a:gd name="connsiteX164" fmla="*/ 162007 w 5734864"/>
              <a:gd name="connsiteY164" fmla="*/ 6049043 h 6858000"/>
              <a:gd name="connsiteX165" fmla="*/ 156875 w 5734864"/>
              <a:gd name="connsiteY165" fmla="*/ 6114000 h 6858000"/>
              <a:gd name="connsiteX166" fmla="*/ 165441 w 5734864"/>
              <a:gd name="connsiteY166" fmla="*/ 6146938 h 6858000"/>
              <a:gd name="connsiteX167" fmla="*/ 165177 w 5734864"/>
              <a:gd name="connsiteY167" fmla="*/ 6150658 h 6858000"/>
              <a:gd name="connsiteX168" fmla="*/ 161772 w 5734864"/>
              <a:gd name="connsiteY168" fmla="*/ 6160011 h 6858000"/>
              <a:gd name="connsiteX169" fmla="*/ 160051 w 5734864"/>
              <a:gd name="connsiteY169" fmla="*/ 6163393 h 6858000"/>
              <a:gd name="connsiteX170" fmla="*/ 158473 w 5734864"/>
              <a:gd name="connsiteY170" fmla="*/ 6168628 h 6858000"/>
              <a:gd name="connsiteX171" fmla="*/ 158573 w 5734864"/>
              <a:gd name="connsiteY171" fmla="*/ 6168799 h 6858000"/>
              <a:gd name="connsiteX172" fmla="*/ 146463 w 5734864"/>
              <a:gd name="connsiteY172" fmla="*/ 6196671 h 6858000"/>
              <a:gd name="connsiteX173" fmla="*/ 150209 w 5734864"/>
              <a:gd name="connsiteY173" fmla="*/ 6232365 h 6858000"/>
              <a:gd name="connsiteX174" fmla="*/ 148544 w 5734864"/>
              <a:gd name="connsiteY174" fmla="*/ 6246162 h 6858000"/>
              <a:gd name="connsiteX175" fmla="*/ 148403 w 5734864"/>
              <a:gd name="connsiteY175" fmla="*/ 6253754 h 6858000"/>
              <a:gd name="connsiteX176" fmla="*/ 138880 w 5734864"/>
              <a:gd name="connsiteY176" fmla="*/ 6276449 h 6858000"/>
              <a:gd name="connsiteX177" fmla="*/ 138683 w 5734864"/>
              <a:gd name="connsiteY177" fmla="*/ 6279721 h 6858000"/>
              <a:gd name="connsiteX178" fmla="*/ 130721 w 5734864"/>
              <a:gd name="connsiteY178" fmla="*/ 6293675 h 6858000"/>
              <a:gd name="connsiteX179" fmla="*/ 120717 w 5734864"/>
              <a:gd name="connsiteY179" fmla="*/ 6313967 h 6858000"/>
              <a:gd name="connsiteX180" fmla="*/ 120841 w 5734864"/>
              <a:gd name="connsiteY180" fmla="*/ 6315437 h 6858000"/>
              <a:gd name="connsiteX181" fmla="*/ 115208 w 5734864"/>
              <a:gd name="connsiteY181" fmla="*/ 6324024 h 6858000"/>
              <a:gd name="connsiteX182" fmla="*/ 101217 w 5734864"/>
              <a:gd name="connsiteY182" fmla="*/ 6365923 h 6858000"/>
              <a:gd name="connsiteX183" fmla="*/ 74946 w 5734864"/>
              <a:gd name="connsiteY183" fmla="*/ 6556817 h 6858000"/>
              <a:gd name="connsiteX184" fmla="*/ 16001 w 5734864"/>
              <a:gd name="connsiteY184" fmla="*/ 6808678 h 6858000"/>
              <a:gd name="connsiteX185" fmla="*/ 0 w 5734864"/>
              <a:gd name="connsiteY185" fmla="*/ 6858000 h 6858000"/>
              <a:gd name="connsiteX186" fmla="*/ 5734864 w 5734864"/>
              <a:gd name="connsiteY186" fmla="*/ 6858000 h 6858000"/>
              <a:gd name="connsiteX187" fmla="*/ 5734864 w 5734864"/>
              <a:gd name="connsiteY18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Lst>
            <a:rect l="l" t="t" r="r" b="b"/>
            <a:pathLst>
              <a:path w="5734864" h="6858000">
                <a:moveTo>
                  <a:pt x="5734864" y="0"/>
                </a:moveTo>
                <a:lnTo>
                  <a:pt x="771611" y="0"/>
                </a:lnTo>
                <a:cubicBezTo>
                  <a:pt x="771634" y="16369"/>
                  <a:pt x="771656" y="32739"/>
                  <a:pt x="771679" y="49108"/>
                </a:cubicBezTo>
                <a:cubicBezTo>
                  <a:pt x="775201" y="55622"/>
                  <a:pt x="788724" y="196721"/>
                  <a:pt x="794248" y="200968"/>
                </a:cubicBezTo>
                <a:lnTo>
                  <a:pt x="801749" y="414071"/>
                </a:lnTo>
                <a:cubicBezTo>
                  <a:pt x="807329" y="440933"/>
                  <a:pt x="835107" y="598697"/>
                  <a:pt x="818548" y="585467"/>
                </a:cubicBezTo>
                <a:cubicBezTo>
                  <a:pt x="856197" y="664140"/>
                  <a:pt x="837895" y="708473"/>
                  <a:pt x="857476" y="800623"/>
                </a:cubicBezTo>
                <a:cubicBezTo>
                  <a:pt x="822401" y="857344"/>
                  <a:pt x="855723" y="824571"/>
                  <a:pt x="851083" y="878903"/>
                </a:cubicBezTo>
                <a:cubicBezTo>
                  <a:pt x="884811" y="859448"/>
                  <a:pt x="834648" y="946397"/>
                  <a:pt x="873564" y="943826"/>
                </a:cubicBezTo>
                <a:cubicBezTo>
                  <a:pt x="871487" y="953795"/>
                  <a:pt x="868248" y="963533"/>
                  <a:pt x="864705" y="973328"/>
                </a:cubicBezTo>
                <a:lnTo>
                  <a:pt x="862869" y="978457"/>
                </a:lnTo>
                <a:lnTo>
                  <a:pt x="862233" y="998041"/>
                </a:lnTo>
                <a:lnTo>
                  <a:pt x="853665" y="1004750"/>
                </a:lnTo>
                <a:lnTo>
                  <a:pt x="847865" y="1070795"/>
                </a:lnTo>
                <a:cubicBezTo>
                  <a:pt x="870234" y="1110486"/>
                  <a:pt x="833172" y="1190441"/>
                  <a:pt x="862786" y="1238994"/>
                </a:cubicBezTo>
                <a:cubicBezTo>
                  <a:pt x="864699" y="1290599"/>
                  <a:pt x="860615" y="1347716"/>
                  <a:pt x="859345" y="1380427"/>
                </a:cubicBezTo>
                <a:cubicBezTo>
                  <a:pt x="845703" y="1396391"/>
                  <a:pt x="873184" y="1435525"/>
                  <a:pt x="855172" y="1435262"/>
                </a:cubicBezTo>
                <a:lnTo>
                  <a:pt x="860494" y="1453861"/>
                </a:lnTo>
                <a:lnTo>
                  <a:pt x="853731" y="1467047"/>
                </a:lnTo>
                <a:cubicBezTo>
                  <a:pt x="846549" y="1480528"/>
                  <a:pt x="841728" y="1491093"/>
                  <a:pt x="845847" y="1502307"/>
                </a:cubicBezTo>
                <a:lnTo>
                  <a:pt x="817613" y="1565166"/>
                </a:lnTo>
                <a:cubicBezTo>
                  <a:pt x="805468" y="1557258"/>
                  <a:pt x="816534" y="1596564"/>
                  <a:pt x="804223" y="1601941"/>
                </a:cubicBezTo>
                <a:cubicBezTo>
                  <a:pt x="794287" y="1604654"/>
                  <a:pt x="795328" y="1617209"/>
                  <a:pt x="791773" y="1627005"/>
                </a:cubicBezTo>
                <a:cubicBezTo>
                  <a:pt x="781684" y="1634393"/>
                  <a:pt x="772978" y="1683187"/>
                  <a:pt x="774645" y="1699922"/>
                </a:cubicBezTo>
                <a:cubicBezTo>
                  <a:pt x="785341" y="1746767"/>
                  <a:pt x="744845" y="1787099"/>
                  <a:pt x="752343" y="1824604"/>
                </a:cubicBezTo>
                <a:cubicBezTo>
                  <a:pt x="751502" y="1834578"/>
                  <a:pt x="749297" y="1842929"/>
                  <a:pt x="746254" y="1850222"/>
                </a:cubicBezTo>
                <a:lnTo>
                  <a:pt x="728600" y="1869603"/>
                </a:lnTo>
                <a:lnTo>
                  <a:pt x="724396" y="1883104"/>
                </a:lnTo>
                <a:lnTo>
                  <a:pt x="722165" y="1885924"/>
                </a:lnTo>
                <a:lnTo>
                  <a:pt x="721338" y="1887123"/>
                </a:lnTo>
                <a:lnTo>
                  <a:pt x="714840" y="1902274"/>
                </a:lnTo>
                <a:lnTo>
                  <a:pt x="722847" y="1929891"/>
                </a:lnTo>
                <a:lnTo>
                  <a:pt x="714660" y="1982709"/>
                </a:lnTo>
                <a:cubicBezTo>
                  <a:pt x="727725" y="2006201"/>
                  <a:pt x="714739" y="1997091"/>
                  <a:pt x="710759" y="2013010"/>
                </a:cubicBezTo>
                <a:cubicBezTo>
                  <a:pt x="707970" y="2027531"/>
                  <a:pt x="700788" y="2054714"/>
                  <a:pt x="697927" y="2069833"/>
                </a:cubicBezTo>
                <a:cubicBezTo>
                  <a:pt x="685211" y="2080229"/>
                  <a:pt x="698762" y="2088241"/>
                  <a:pt x="693594" y="2103731"/>
                </a:cubicBezTo>
                <a:cubicBezTo>
                  <a:pt x="688481" y="2110649"/>
                  <a:pt x="687183" y="2115973"/>
                  <a:pt x="691109" y="2124027"/>
                </a:cubicBezTo>
                <a:cubicBezTo>
                  <a:pt x="666413" y="2155740"/>
                  <a:pt x="688031" y="2144874"/>
                  <a:pt x="676593" y="2176182"/>
                </a:cubicBezTo>
                <a:cubicBezTo>
                  <a:pt x="665190" y="2202944"/>
                  <a:pt x="656416" y="2233857"/>
                  <a:pt x="633227" y="2258036"/>
                </a:cubicBezTo>
                <a:cubicBezTo>
                  <a:pt x="626930" y="2262191"/>
                  <a:pt x="623498" y="2274069"/>
                  <a:pt x="625564" y="2284567"/>
                </a:cubicBezTo>
                <a:cubicBezTo>
                  <a:pt x="625918" y="2286374"/>
                  <a:pt x="626427" y="2288071"/>
                  <a:pt x="627074" y="2289605"/>
                </a:cubicBezTo>
                <a:cubicBezTo>
                  <a:pt x="619029" y="2296628"/>
                  <a:pt x="616453" y="2303188"/>
                  <a:pt x="614574" y="2308717"/>
                </a:cubicBezTo>
                <a:lnTo>
                  <a:pt x="606890" y="2320662"/>
                </a:lnTo>
                <a:lnTo>
                  <a:pt x="605558" y="2327897"/>
                </a:lnTo>
                <a:lnTo>
                  <a:pt x="602202" y="2357749"/>
                </a:lnTo>
                <a:lnTo>
                  <a:pt x="600213" y="2364905"/>
                </a:lnTo>
                <a:lnTo>
                  <a:pt x="597160" y="2388351"/>
                </a:lnTo>
                <a:lnTo>
                  <a:pt x="597982" y="2402296"/>
                </a:lnTo>
                <a:lnTo>
                  <a:pt x="593150" y="2420015"/>
                </a:lnTo>
                <a:cubicBezTo>
                  <a:pt x="593044" y="2420926"/>
                  <a:pt x="592939" y="2421838"/>
                  <a:pt x="592833" y="2422749"/>
                </a:cubicBezTo>
                <a:lnTo>
                  <a:pt x="594479" y="2426002"/>
                </a:lnTo>
                <a:cubicBezTo>
                  <a:pt x="594168" y="2427683"/>
                  <a:pt x="593118" y="2429721"/>
                  <a:pt x="591963" y="2431950"/>
                </a:cubicBezTo>
                <a:cubicBezTo>
                  <a:pt x="591823" y="2432599"/>
                  <a:pt x="591684" y="2433248"/>
                  <a:pt x="591544" y="2433897"/>
                </a:cubicBezTo>
                <a:lnTo>
                  <a:pt x="589519" y="2451398"/>
                </a:lnTo>
                <a:cubicBezTo>
                  <a:pt x="589692" y="2452777"/>
                  <a:pt x="589864" y="2454157"/>
                  <a:pt x="590037" y="2455536"/>
                </a:cubicBezTo>
                <a:lnTo>
                  <a:pt x="588179" y="2462981"/>
                </a:lnTo>
                <a:lnTo>
                  <a:pt x="583434" y="2503991"/>
                </a:lnTo>
                <a:cubicBezTo>
                  <a:pt x="576530" y="2566058"/>
                  <a:pt x="570433" y="2625224"/>
                  <a:pt x="567942" y="2652936"/>
                </a:cubicBezTo>
                <a:cubicBezTo>
                  <a:pt x="570864" y="2658290"/>
                  <a:pt x="572739" y="2664095"/>
                  <a:pt x="573869" y="2670188"/>
                </a:cubicBezTo>
                <a:lnTo>
                  <a:pt x="575243" y="2688114"/>
                </a:lnTo>
                <a:lnTo>
                  <a:pt x="573824" y="2689856"/>
                </a:lnTo>
                <a:cubicBezTo>
                  <a:pt x="569972" y="2698471"/>
                  <a:pt x="569572" y="2704494"/>
                  <a:pt x="570699" y="2709353"/>
                </a:cubicBezTo>
                <a:lnTo>
                  <a:pt x="573192" y="2714527"/>
                </a:lnTo>
                <a:cubicBezTo>
                  <a:pt x="572809" y="2719080"/>
                  <a:pt x="572427" y="2723634"/>
                  <a:pt x="572044" y="2728187"/>
                </a:cubicBezTo>
                <a:cubicBezTo>
                  <a:pt x="572184" y="2737412"/>
                  <a:pt x="572325" y="2746638"/>
                  <a:pt x="572465" y="2755863"/>
                </a:cubicBezTo>
                <a:lnTo>
                  <a:pt x="570028" y="2760324"/>
                </a:lnTo>
                <a:lnTo>
                  <a:pt x="566748" y="2800948"/>
                </a:lnTo>
                <a:lnTo>
                  <a:pt x="565509" y="2801167"/>
                </a:lnTo>
                <a:cubicBezTo>
                  <a:pt x="562655" y="2802587"/>
                  <a:pt x="560408" y="2805381"/>
                  <a:pt x="559367" y="2811129"/>
                </a:cubicBezTo>
                <a:cubicBezTo>
                  <a:pt x="543471" y="2797318"/>
                  <a:pt x="552020" y="2812773"/>
                  <a:pt x="550354" y="2830949"/>
                </a:cubicBezTo>
                <a:cubicBezTo>
                  <a:pt x="525292" y="2813553"/>
                  <a:pt x="531129" y="2868192"/>
                  <a:pt x="514795" y="2872433"/>
                </a:cubicBezTo>
                <a:lnTo>
                  <a:pt x="509875" y="2923099"/>
                </a:lnTo>
                <a:lnTo>
                  <a:pt x="509577" y="2923197"/>
                </a:lnTo>
                <a:cubicBezTo>
                  <a:pt x="508704" y="2924865"/>
                  <a:pt x="508038" y="2927556"/>
                  <a:pt x="507597" y="2931868"/>
                </a:cubicBezTo>
                <a:cubicBezTo>
                  <a:pt x="507524" y="2934019"/>
                  <a:pt x="507452" y="2936171"/>
                  <a:pt x="507379" y="2938322"/>
                </a:cubicBezTo>
                <a:lnTo>
                  <a:pt x="504725" y="2954519"/>
                </a:lnTo>
                <a:lnTo>
                  <a:pt x="502018" y="2959643"/>
                </a:lnTo>
                <a:lnTo>
                  <a:pt x="498360" y="2961019"/>
                </a:lnTo>
                <a:lnTo>
                  <a:pt x="498483" y="2962590"/>
                </a:lnTo>
                <a:cubicBezTo>
                  <a:pt x="502388" y="2975027"/>
                  <a:pt x="510202" y="2980016"/>
                  <a:pt x="484403" y="2990538"/>
                </a:cubicBezTo>
                <a:cubicBezTo>
                  <a:pt x="489425" y="3018352"/>
                  <a:pt x="474337" y="3021029"/>
                  <a:pt x="463075" y="3055956"/>
                </a:cubicBezTo>
                <a:cubicBezTo>
                  <a:pt x="469487" y="3072485"/>
                  <a:pt x="464165" y="3083955"/>
                  <a:pt x="455013" y="3094482"/>
                </a:cubicBezTo>
                <a:cubicBezTo>
                  <a:pt x="453131" y="3130054"/>
                  <a:pt x="437643" y="3160106"/>
                  <a:pt x="428391" y="3198850"/>
                </a:cubicBezTo>
                <a:lnTo>
                  <a:pt x="401440" y="3307560"/>
                </a:lnTo>
                <a:lnTo>
                  <a:pt x="386076" y="3373943"/>
                </a:lnTo>
                <a:cubicBezTo>
                  <a:pt x="386236" y="3376061"/>
                  <a:pt x="380537" y="3378856"/>
                  <a:pt x="374726" y="3381364"/>
                </a:cubicBezTo>
                <a:lnTo>
                  <a:pt x="369145" y="3383729"/>
                </a:lnTo>
                <a:lnTo>
                  <a:pt x="364294" y="3414159"/>
                </a:lnTo>
                <a:lnTo>
                  <a:pt x="366450" y="3436925"/>
                </a:lnTo>
                <a:lnTo>
                  <a:pt x="351743" y="3521619"/>
                </a:lnTo>
                <a:lnTo>
                  <a:pt x="345784" y="3603757"/>
                </a:lnTo>
                <a:cubicBezTo>
                  <a:pt x="345255" y="3619979"/>
                  <a:pt x="344727" y="3636202"/>
                  <a:pt x="344198" y="3652424"/>
                </a:cubicBezTo>
                <a:lnTo>
                  <a:pt x="352450" y="3665222"/>
                </a:lnTo>
                <a:lnTo>
                  <a:pt x="342621" y="3700804"/>
                </a:lnTo>
                <a:lnTo>
                  <a:pt x="341514" y="3734774"/>
                </a:lnTo>
                <a:cubicBezTo>
                  <a:pt x="341212" y="3751567"/>
                  <a:pt x="340909" y="3768360"/>
                  <a:pt x="340607" y="3785153"/>
                </a:cubicBezTo>
                <a:cubicBezTo>
                  <a:pt x="340640" y="3786161"/>
                  <a:pt x="340674" y="3787169"/>
                  <a:pt x="340707" y="3788177"/>
                </a:cubicBezTo>
                <a:cubicBezTo>
                  <a:pt x="340592" y="3791719"/>
                  <a:pt x="340476" y="3795261"/>
                  <a:pt x="340361" y="3798803"/>
                </a:cubicBezTo>
                <a:cubicBezTo>
                  <a:pt x="340121" y="3812119"/>
                  <a:pt x="339882" y="3825434"/>
                  <a:pt x="339642" y="3838750"/>
                </a:cubicBezTo>
                <a:cubicBezTo>
                  <a:pt x="337363" y="3949044"/>
                  <a:pt x="361794" y="3960437"/>
                  <a:pt x="360295" y="4015196"/>
                </a:cubicBezTo>
                <a:lnTo>
                  <a:pt x="339043" y="4052778"/>
                </a:lnTo>
                <a:lnTo>
                  <a:pt x="339343" y="4096257"/>
                </a:lnTo>
                <a:cubicBezTo>
                  <a:pt x="362058" y="4159145"/>
                  <a:pt x="332404" y="4250479"/>
                  <a:pt x="340786" y="4321136"/>
                </a:cubicBezTo>
                <a:cubicBezTo>
                  <a:pt x="341421" y="4376624"/>
                  <a:pt x="344189" y="4407708"/>
                  <a:pt x="343158" y="4429174"/>
                </a:cubicBezTo>
                <a:cubicBezTo>
                  <a:pt x="340948" y="4436304"/>
                  <a:pt x="337887" y="4443121"/>
                  <a:pt x="334599" y="4449938"/>
                </a:cubicBezTo>
                <a:lnTo>
                  <a:pt x="332890" y="4453515"/>
                </a:lnTo>
                <a:lnTo>
                  <a:pt x="331105" y="4467941"/>
                </a:lnTo>
                <a:lnTo>
                  <a:pt x="324289" y="4471861"/>
                </a:lnTo>
                <a:lnTo>
                  <a:pt x="317079" y="4493468"/>
                </a:lnTo>
                <a:cubicBezTo>
                  <a:pt x="315353" y="4501584"/>
                  <a:pt x="314639" y="4510343"/>
                  <a:pt x="315557" y="4520067"/>
                </a:cubicBezTo>
                <a:cubicBezTo>
                  <a:pt x="315451" y="4525669"/>
                  <a:pt x="315346" y="4531270"/>
                  <a:pt x="315240" y="4536872"/>
                </a:cubicBezTo>
                <a:lnTo>
                  <a:pt x="316200" y="4538297"/>
                </a:lnTo>
                <a:cubicBezTo>
                  <a:pt x="316738" y="4541182"/>
                  <a:pt x="316785" y="4544563"/>
                  <a:pt x="317507" y="4547582"/>
                </a:cubicBezTo>
                <a:cubicBezTo>
                  <a:pt x="322716" y="4552468"/>
                  <a:pt x="324912" y="4582137"/>
                  <a:pt x="323078" y="4592102"/>
                </a:cubicBezTo>
                <a:cubicBezTo>
                  <a:pt x="314597" y="4619728"/>
                  <a:pt x="334923" y="4645745"/>
                  <a:pt x="328722" y="4667914"/>
                </a:cubicBezTo>
                <a:cubicBezTo>
                  <a:pt x="330810" y="4685069"/>
                  <a:pt x="333803" y="4690356"/>
                  <a:pt x="335597" y="4695035"/>
                </a:cubicBezTo>
                <a:lnTo>
                  <a:pt x="339485" y="4695979"/>
                </a:lnTo>
                <a:lnTo>
                  <a:pt x="341089" y="4704268"/>
                </a:lnTo>
                <a:lnTo>
                  <a:pt x="342177" y="4706060"/>
                </a:lnTo>
                <a:cubicBezTo>
                  <a:pt x="344268" y="4709474"/>
                  <a:pt x="346234" y="4712931"/>
                  <a:pt x="347751" y="4716754"/>
                </a:cubicBezTo>
                <a:lnTo>
                  <a:pt x="344125" y="4764669"/>
                </a:lnTo>
                <a:lnTo>
                  <a:pt x="340188" y="4779386"/>
                </a:lnTo>
                <a:lnTo>
                  <a:pt x="335146" y="4787491"/>
                </a:lnTo>
                <a:lnTo>
                  <a:pt x="319124" y="4843514"/>
                </a:lnTo>
                <a:lnTo>
                  <a:pt x="305956" y="4881505"/>
                </a:lnTo>
                <a:lnTo>
                  <a:pt x="301062" y="4889332"/>
                </a:lnTo>
                <a:lnTo>
                  <a:pt x="302141" y="4899400"/>
                </a:lnTo>
                <a:cubicBezTo>
                  <a:pt x="302767" y="4900706"/>
                  <a:pt x="303536" y="4901803"/>
                  <a:pt x="304424" y="4902664"/>
                </a:cubicBezTo>
                <a:lnTo>
                  <a:pt x="293123" y="4932769"/>
                </a:lnTo>
                <a:lnTo>
                  <a:pt x="292275" y="4936482"/>
                </a:lnTo>
                <a:lnTo>
                  <a:pt x="288304" y="4962325"/>
                </a:lnTo>
                <a:cubicBezTo>
                  <a:pt x="288009" y="4988948"/>
                  <a:pt x="287715" y="5015570"/>
                  <a:pt x="287420" y="5042193"/>
                </a:cubicBezTo>
                <a:cubicBezTo>
                  <a:pt x="295373" y="5039737"/>
                  <a:pt x="281659" y="5060438"/>
                  <a:pt x="287020" y="5065655"/>
                </a:cubicBezTo>
                <a:cubicBezTo>
                  <a:pt x="291675" y="5068928"/>
                  <a:pt x="288601" y="5075970"/>
                  <a:pt x="288488" y="5082216"/>
                </a:cubicBezTo>
                <a:cubicBezTo>
                  <a:pt x="292282" y="5088207"/>
                  <a:pt x="287008" y="5117775"/>
                  <a:pt x="282763" y="5127114"/>
                </a:cubicBezTo>
                <a:cubicBezTo>
                  <a:pt x="267723" y="5152218"/>
                  <a:pt x="280799" y="5182399"/>
                  <a:pt x="269316" y="5202682"/>
                </a:cubicBezTo>
                <a:cubicBezTo>
                  <a:pt x="267050" y="5219969"/>
                  <a:pt x="268614" y="5225841"/>
                  <a:pt x="269174" y="5230835"/>
                </a:cubicBezTo>
                <a:lnTo>
                  <a:pt x="272679" y="5232660"/>
                </a:lnTo>
                <a:lnTo>
                  <a:pt x="272160" y="5241150"/>
                </a:lnTo>
                <a:lnTo>
                  <a:pt x="272760" y="5243156"/>
                </a:lnTo>
                <a:cubicBezTo>
                  <a:pt x="273922" y="5246984"/>
                  <a:pt x="274952" y="5250824"/>
                  <a:pt x="275462" y="5254919"/>
                </a:cubicBezTo>
                <a:cubicBezTo>
                  <a:pt x="258407" y="5258851"/>
                  <a:pt x="276976" y="5290392"/>
                  <a:pt x="262897" y="5286259"/>
                </a:cubicBezTo>
                <a:cubicBezTo>
                  <a:pt x="262724" y="5309439"/>
                  <a:pt x="239612" y="5337531"/>
                  <a:pt x="252761" y="5357801"/>
                </a:cubicBezTo>
                <a:cubicBezTo>
                  <a:pt x="248775" y="5392256"/>
                  <a:pt x="247799" y="5423412"/>
                  <a:pt x="242360" y="5460080"/>
                </a:cubicBezTo>
                <a:cubicBezTo>
                  <a:pt x="232632" y="5488478"/>
                  <a:pt x="242025" y="5519143"/>
                  <a:pt x="229880" y="5539714"/>
                </a:cubicBezTo>
                <a:cubicBezTo>
                  <a:pt x="230558" y="5572454"/>
                  <a:pt x="222150" y="5613340"/>
                  <a:pt x="204283" y="5639080"/>
                </a:cubicBezTo>
                <a:cubicBezTo>
                  <a:pt x="201596" y="5674226"/>
                  <a:pt x="191051" y="5680198"/>
                  <a:pt x="198948" y="5710958"/>
                </a:cubicBezTo>
                <a:cubicBezTo>
                  <a:pt x="196338" y="5713534"/>
                  <a:pt x="194185" y="5716550"/>
                  <a:pt x="192367" y="5719859"/>
                </a:cubicBezTo>
                <a:lnTo>
                  <a:pt x="188035" y="5729935"/>
                </a:lnTo>
                <a:lnTo>
                  <a:pt x="188428" y="5731182"/>
                </a:lnTo>
                <a:lnTo>
                  <a:pt x="181635" y="5753538"/>
                </a:lnTo>
                <a:lnTo>
                  <a:pt x="169744" y="5796307"/>
                </a:lnTo>
                <a:lnTo>
                  <a:pt x="170351" y="5796644"/>
                </a:lnTo>
                <a:cubicBezTo>
                  <a:pt x="171558" y="5797954"/>
                  <a:pt x="172173" y="5799948"/>
                  <a:pt x="171559" y="5803435"/>
                </a:cubicBezTo>
                <a:cubicBezTo>
                  <a:pt x="182664" y="5798231"/>
                  <a:pt x="175075" y="5805646"/>
                  <a:pt x="172284" y="5816391"/>
                </a:cubicBezTo>
                <a:cubicBezTo>
                  <a:pt x="188911" y="5810703"/>
                  <a:pt x="174844" y="5841128"/>
                  <a:pt x="182542" y="5846382"/>
                </a:cubicBezTo>
                <a:cubicBezTo>
                  <a:pt x="180118" y="5854404"/>
                  <a:pt x="177856" y="5862781"/>
                  <a:pt x="175877" y="5871336"/>
                </a:cubicBezTo>
                <a:lnTo>
                  <a:pt x="174910" y="5876376"/>
                </a:lnTo>
                <a:lnTo>
                  <a:pt x="175047" y="5876483"/>
                </a:lnTo>
                <a:cubicBezTo>
                  <a:pt x="175167" y="5877594"/>
                  <a:pt x="174973" y="5879257"/>
                  <a:pt x="174335" y="5881814"/>
                </a:cubicBezTo>
                <a:lnTo>
                  <a:pt x="171273" y="5895339"/>
                </a:lnTo>
                <a:cubicBezTo>
                  <a:pt x="171401" y="5896476"/>
                  <a:pt x="171530" y="5897612"/>
                  <a:pt x="171658" y="5898749"/>
                </a:cubicBezTo>
                <a:lnTo>
                  <a:pt x="174658" y="5919558"/>
                </a:lnTo>
                <a:cubicBezTo>
                  <a:pt x="173958" y="5933601"/>
                  <a:pt x="171208" y="5962838"/>
                  <a:pt x="169099" y="5984417"/>
                </a:cubicBezTo>
                <a:cubicBezTo>
                  <a:pt x="162916" y="6005205"/>
                  <a:pt x="164971" y="6025162"/>
                  <a:pt x="162007" y="6049043"/>
                </a:cubicBezTo>
                <a:cubicBezTo>
                  <a:pt x="150795" y="6073830"/>
                  <a:pt x="160091" y="6088483"/>
                  <a:pt x="156875" y="6114000"/>
                </a:cubicBezTo>
                <a:cubicBezTo>
                  <a:pt x="141597" y="6134477"/>
                  <a:pt x="163381" y="6133378"/>
                  <a:pt x="165441" y="6146938"/>
                </a:cubicBezTo>
                <a:lnTo>
                  <a:pt x="165177" y="6150658"/>
                </a:lnTo>
                <a:lnTo>
                  <a:pt x="161772" y="6160011"/>
                </a:lnTo>
                <a:lnTo>
                  <a:pt x="160051" y="6163393"/>
                </a:lnTo>
                <a:cubicBezTo>
                  <a:pt x="159032" y="6165775"/>
                  <a:pt x="158564" y="6167421"/>
                  <a:pt x="158473" y="6168628"/>
                </a:cubicBezTo>
                <a:cubicBezTo>
                  <a:pt x="158506" y="6168685"/>
                  <a:pt x="158540" y="6168742"/>
                  <a:pt x="158573" y="6168799"/>
                </a:cubicBezTo>
                <a:lnTo>
                  <a:pt x="146463" y="6196671"/>
                </a:lnTo>
                <a:cubicBezTo>
                  <a:pt x="152348" y="6205503"/>
                  <a:pt x="134460" y="6231012"/>
                  <a:pt x="150209" y="6232365"/>
                </a:cubicBezTo>
                <a:cubicBezTo>
                  <a:pt x="145821" y="6242321"/>
                  <a:pt x="137774" y="6246719"/>
                  <a:pt x="148544" y="6246162"/>
                </a:cubicBezTo>
                <a:cubicBezTo>
                  <a:pt x="147378" y="6249522"/>
                  <a:pt x="147566" y="6251866"/>
                  <a:pt x="148403" y="6253754"/>
                </a:cubicBezTo>
                <a:lnTo>
                  <a:pt x="138880" y="6276449"/>
                </a:lnTo>
                <a:cubicBezTo>
                  <a:pt x="138814" y="6277540"/>
                  <a:pt x="138749" y="6278630"/>
                  <a:pt x="138683" y="6279721"/>
                </a:cubicBezTo>
                <a:lnTo>
                  <a:pt x="130721" y="6293675"/>
                </a:lnTo>
                <a:lnTo>
                  <a:pt x="120717" y="6313967"/>
                </a:lnTo>
                <a:cubicBezTo>
                  <a:pt x="120758" y="6314457"/>
                  <a:pt x="120800" y="6314947"/>
                  <a:pt x="120841" y="6315437"/>
                </a:cubicBezTo>
                <a:lnTo>
                  <a:pt x="115208" y="6324024"/>
                </a:lnTo>
                <a:cubicBezTo>
                  <a:pt x="113007" y="6326672"/>
                  <a:pt x="103991" y="6364381"/>
                  <a:pt x="101217" y="6365923"/>
                </a:cubicBezTo>
                <a:lnTo>
                  <a:pt x="74946" y="6556817"/>
                </a:lnTo>
                <a:cubicBezTo>
                  <a:pt x="55357" y="6665926"/>
                  <a:pt x="35695" y="6744075"/>
                  <a:pt x="16001" y="6808678"/>
                </a:cubicBezTo>
                <a:lnTo>
                  <a:pt x="0" y="6858000"/>
                </a:lnTo>
                <a:lnTo>
                  <a:pt x="5734864" y="6858000"/>
                </a:lnTo>
                <a:lnTo>
                  <a:pt x="5734864"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标题 1">
            <a:extLst>
              <a:ext uri="{FF2B5EF4-FFF2-40B4-BE49-F238E27FC236}">
                <a16:creationId xmlns:a16="http://schemas.microsoft.com/office/drawing/2014/main" id="{9AD558AE-B2B5-E1A4-B85B-E5C6FACE98EA}"/>
              </a:ext>
            </a:extLst>
          </p:cNvPr>
          <p:cNvSpPr>
            <a:spLocks noGrp="1"/>
          </p:cNvSpPr>
          <p:nvPr>
            <p:ph type="title"/>
          </p:nvPr>
        </p:nvSpPr>
        <p:spPr>
          <a:xfrm>
            <a:off x="434715" y="3222885"/>
            <a:ext cx="3796651" cy="821194"/>
          </a:xfrm>
        </p:spPr>
        <p:txBody>
          <a:bodyPr vert="horz" lIns="91440" tIns="45720" rIns="91440" bIns="45720" rtlCol="0" anchor="b">
            <a:normAutofit/>
          </a:bodyPr>
          <a:lstStyle/>
          <a:p>
            <a:pPr algn="ctr"/>
            <a:r>
              <a:rPr lang="en-US" altLang="zh-CN" kern="1200" dirty="0">
                <a:solidFill>
                  <a:schemeClr val="tx1"/>
                </a:solidFill>
                <a:highlight>
                  <a:srgbClr val="00FF00"/>
                </a:highlight>
                <a:latin typeface="+mj-lt"/>
                <a:ea typeface="+mj-ea"/>
                <a:cs typeface="+mj-cs"/>
              </a:rPr>
              <a:t>Cutter State</a:t>
            </a:r>
          </a:p>
        </p:txBody>
      </p:sp>
      <p:graphicFrame>
        <p:nvGraphicFramePr>
          <p:cNvPr id="22" name="内容占位符 3">
            <a:extLst>
              <a:ext uri="{FF2B5EF4-FFF2-40B4-BE49-F238E27FC236}">
                <a16:creationId xmlns:a16="http://schemas.microsoft.com/office/drawing/2014/main" id="{54B4B851-2B1E-E4B2-75FD-7D0076281859}"/>
              </a:ext>
            </a:extLst>
          </p:cNvPr>
          <p:cNvGraphicFramePr>
            <a:graphicFrameLocks noGrp="1"/>
          </p:cNvGraphicFramePr>
          <p:nvPr>
            <p:ph idx="1"/>
          </p:nvPr>
        </p:nvGraphicFramePr>
        <p:xfrm>
          <a:off x="4143840" y="119921"/>
          <a:ext cx="7923242" cy="67376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4" name="Group 3">
            <a:extLst>
              <a:ext uri="{FF2B5EF4-FFF2-40B4-BE49-F238E27FC236}">
                <a16:creationId xmlns:a16="http://schemas.microsoft.com/office/drawing/2014/main" id="{7A718761-7A7B-12FF-532B-E798E146D416}"/>
              </a:ext>
            </a:extLst>
          </p:cNvPr>
          <p:cNvGrpSpPr/>
          <p:nvPr/>
        </p:nvGrpSpPr>
        <p:grpSpPr>
          <a:xfrm>
            <a:off x="7268441" y="2462644"/>
            <a:ext cx="1688523" cy="1745673"/>
            <a:chOff x="3277815" y="3355"/>
            <a:chExt cx="1367610" cy="1367610"/>
          </a:xfrm>
        </p:grpSpPr>
        <p:sp>
          <p:nvSpPr>
            <p:cNvPr id="6" name="Oval 5">
              <a:extLst>
                <a:ext uri="{FF2B5EF4-FFF2-40B4-BE49-F238E27FC236}">
                  <a16:creationId xmlns:a16="http://schemas.microsoft.com/office/drawing/2014/main" id="{92F55905-C9BB-A9A9-BBAB-283125BCBC26}"/>
                </a:ext>
              </a:extLst>
            </p:cNvPr>
            <p:cNvSpPr/>
            <p:nvPr/>
          </p:nvSpPr>
          <p:spPr>
            <a:xfrm>
              <a:off x="3277815" y="3355"/>
              <a:ext cx="1367610" cy="1367610"/>
            </a:xfrm>
            <a:prstGeom prst="ellipse">
              <a:avLst/>
            </a:pr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Oval 4">
              <a:extLst>
                <a:ext uri="{FF2B5EF4-FFF2-40B4-BE49-F238E27FC236}">
                  <a16:creationId xmlns:a16="http://schemas.microsoft.com/office/drawing/2014/main" id="{D04363B4-288D-6EF0-0685-B4C29816FD01}"/>
                </a:ext>
              </a:extLst>
            </p:cNvPr>
            <p:cNvSpPr txBox="1"/>
            <p:nvPr/>
          </p:nvSpPr>
          <p:spPr>
            <a:xfrm>
              <a:off x="3478097" y="203637"/>
              <a:ext cx="967046" cy="96704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7620" tIns="7620" rIns="7620" bIns="7620" numCol="1" spcCol="1270" anchor="ctr" anchorCtr="0">
              <a:noAutofit/>
            </a:bodyPr>
            <a:lstStyle/>
            <a:p>
              <a:pPr marL="0" marR="0" lvl="0" indent="0" algn="ctr" defTabSz="266700" rtl="0" eaLnBrk="1" fontAlgn="auto" latinLnBrk="0" hangingPunct="1">
                <a:lnSpc>
                  <a:spcPct val="90000"/>
                </a:lnSpc>
                <a:spcBef>
                  <a:spcPct val="0"/>
                </a:spcBef>
                <a:spcAft>
                  <a:spcPct val="35000"/>
                </a:spcAft>
                <a:buClrTx/>
                <a:buSzTx/>
                <a:buFontTx/>
                <a:buNone/>
                <a:tabLst/>
                <a:defRPr/>
              </a:pPr>
              <a:r>
                <a:rPr kumimoji="0" lang="en-GB" altLang="zh-CN" sz="600" b="1" i="0" u="none" strike="noStrike" kern="1200" cap="none" spc="0" normalizeH="0" baseline="0" noProof="0" dirty="0">
                  <a:ln>
                    <a:noFill/>
                  </a:ln>
                  <a:solidFill>
                    <a:prstClr val="white"/>
                  </a:solidFill>
                  <a:effectLst/>
                  <a:uLnTx/>
                  <a:uFillTx/>
                  <a:latin typeface="Aptos" panose="02110004020202020204"/>
                  <a:ea typeface="等线" panose="02010600030101010101" pitchFamily="2" charset="-122"/>
                  <a:cs typeface="+mn-cs"/>
                </a:rPr>
                <a:t>FAULT_STATE_CUTTER (Fault either in Conveyor axis or Cutter axis)</a:t>
              </a:r>
            </a:p>
          </p:txBody>
        </p:sp>
      </p:grpSp>
    </p:spTree>
    <p:extLst>
      <p:ext uri="{BB962C8B-B14F-4D97-AF65-F5344CB8AC3E}">
        <p14:creationId xmlns:p14="http://schemas.microsoft.com/office/powerpoint/2010/main" val="1824252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Machine Workflow</a:t>
            </a:r>
          </a:p>
        </p:txBody>
      </p:sp>
      <p:sp>
        <p:nvSpPr>
          <p:cNvPr id="4" name="文本框 3"/>
          <p:cNvSpPr txBox="1"/>
          <p:nvPr/>
        </p:nvSpPr>
        <p:spPr>
          <a:xfrm>
            <a:off x="727075" y="1866900"/>
            <a:ext cx="1600200" cy="646331"/>
          </a:xfrm>
          <a:prstGeom prst="rect">
            <a:avLst/>
          </a:prstGeom>
          <a:noFill/>
        </p:spPr>
        <p:txBody>
          <a:bodyPr wrap="square" rtlCol="0">
            <a:spAutoFit/>
          </a:bodyPr>
          <a:lstStyle/>
          <a:p>
            <a:r>
              <a:rPr lang="en-US" altLang="zh-CN" sz="1800" b="1" dirty="0">
                <a:latin typeface="Courier New" panose="02070309020205020404" pitchFamily="49" charset="0"/>
              </a:rPr>
              <a:t>MACHINE_OFF_STATE</a:t>
            </a:r>
            <a:endParaRPr lang="en-US" altLang="zh-CN" b="1" dirty="0"/>
          </a:p>
        </p:txBody>
      </p:sp>
      <p:cxnSp>
        <p:nvCxnSpPr>
          <p:cNvPr id="5" name="直接箭头连接符 4"/>
          <p:cNvCxnSpPr/>
          <p:nvPr/>
        </p:nvCxnSpPr>
        <p:spPr>
          <a:xfrm>
            <a:off x="2378075" y="2057400"/>
            <a:ext cx="1730375"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6" name="文本框 5"/>
          <p:cNvSpPr txBox="1"/>
          <p:nvPr/>
        </p:nvSpPr>
        <p:spPr>
          <a:xfrm>
            <a:off x="2416175" y="2158600"/>
            <a:ext cx="1828800" cy="368300"/>
          </a:xfrm>
          <a:prstGeom prst="rect">
            <a:avLst/>
          </a:prstGeom>
          <a:noFill/>
        </p:spPr>
        <p:txBody>
          <a:bodyPr wrap="square" rtlCol="0">
            <a:spAutoFit/>
          </a:bodyPr>
          <a:lstStyle/>
          <a:p>
            <a:r>
              <a:rPr lang="en-US" altLang="zh-CN" dirty="0" err="1"/>
              <a:t>StartButton</a:t>
            </a:r>
            <a:endParaRPr lang="zh-CN" altLang="en-US" dirty="0"/>
          </a:p>
        </p:txBody>
      </p:sp>
      <p:sp>
        <p:nvSpPr>
          <p:cNvPr id="8" name="文本框 7"/>
          <p:cNvSpPr txBox="1"/>
          <p:nvPr/>
        </p:nvSpPr>
        <p:spPr>
          <a:xfrm>
            <a:off x="4156075" y="1634003"/>
            <a:ext cx="1276350" cy="646331"/>
          </a:xfrm>
          <a:prstGeom prst="rect">
            <a:avLst/>
          </a:prstGeom>
          <a:noFill/>
        </p:spPr>
        <p:txBody>
          <a:bodyPr wrap="square" rtlCol="0">
            <a:spAutoFit/>
          </a:bodyPr>
          <a:lstStyle/>
          <a:p>
            <a:r>
              <a:rPr lang="en-US" altLang="zh-CN" sz="1800" b="1" dirty="0">
                <a:latin typeface="Courier New" panose="02070309020205020404" pitchFamily="49" charset="0"/>
              </a:rPr>
              <a:t>INITIALIZE_STATE</a:t>
            </a:r>
            <a:endParaRPr lang="en-US" altLang="zh-CN" b="1" dirty="0"/>
          </a:p>
        </p:txBody>
      </p:sp>
      <p:cxnSp>
        <p:nvCxnSpPr>
          <p:cNvPr id="10" name="直接箭头连接符 9"/>
          <p:cNvCxnSpPr/>
          <p:nvPr/>
        </p:nvCxnSpPr>
        <p:spPr>
          <a:xfrm flipV="1">
            <a:off x="5349875" y="2051050"/>
            <a:ext cx="1704975" cy="635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1" name="文本框 10"/>
          <p:cNvSpPr txBox="1"/>
          <p:nvPr/>
        </p:nvSpPr>
        <p:spPr>
          <a:xfrm>
            <a:off x="5635255" y="1680564"/>
            <a:ext cx="1499539" cy="646331"/>
          </a:xfrm>
          <a:prstGeom prst="rect">
            <a:avLst/>
          </a:prstGeom>
        </p:spPr>
        <p:txBody>
          <a:bodyPr wrap="square">
            <a:spAutoFit/>
          </a:bodyPr>
          <a:lstStyle/>
          <a:p>
            <a:pPr marL="0" indent="0" algn="just" defTabSz="266700">
              <a:spcAft>
                <a:spcPct val="0"/>
              </a:spcAft>
            </a:pPr>
            <a:r>
              <a:rPr lang="en-US" altLang="zh-CN" dirty="0">
                <a:latin typeface="Calibri" panose="020F0502020204030204"/>
                <a:ea typeface="宋体" panose="02010600030101010101" pitchFamily="2" charset="-122"/>
              </a:rPr>
              <a:t>Not </a:t>
            </a:r>
            <a:r>
              <a:rPr lang="en-US" altLang="zh-CN" dirty="0" err="1">
                <a:latin typeface="Calibri" panose="020F0502020204030204"/>
                <a:ea typeface="宋体" panose="02010600030101010101" pitchFamily="2" charset="-122"/>
              </a:rPr>
              <a:t>conv_init</a:t>
            </a:r>
            <a:endParaRPr lang="en-US" altLang="zh-CN" dirty="0">
              <a:latin typeface="Calibri" panose="020F0502020204030204"/>
              <a:ea typeface="宋体" panose="02010600030101010101" pitchFamily="2" charset="-122"/>
            </a:endParaRPr>
          </a:p>
          <a:p>
            <a:pPr marL="0" indent="0" algn="just" defTabSz="266700">
              <a:spcAft>
                <a:spcPct val="0"/>
              </a:spcAft>
            </a:pPr>
            <a:r>
              <a:rPr lang="en-US" altLang="zh-CN" dirty="0">
                <a:latin typeface="Calibri" panose="020F0502020204030204"/>
                <a:ea typeface="宋体" panose="02010600030101010101" pitchFamily="2" charset="-122"/>
              </a:rPr>
              <a:t>Not </a:t>
            </a:r>
            <a:r>
              <a:rPr lang="en-US" altLang="zh-CN" dirty="0" err="1">
                <a:latin typeface="Calibri" panose="020F0502020204030204"/>
                <a:ea typeface="宋体" panose="02010600030101010101" pitchFamily="2" charset="-122"/>
              </a:rPr>
              <a:t>cut_init</a:t>
            </a:r>
            <a:endParaRPr lang="en-US" altLang="zh-CN" dirty="0">
              <a:latin typeface="Calibri" panose="020F0502020204030204"/>
              <a:ea typeface="宋体" panose="02010600030101010101" pitchFamily="2" charset="-122"/>
            </a:endParaRPr>
          </a:p>
        </p:txBody>
      </p:sp>
      <p:sp>
        <p:nvSpPr>
          <p:cNvPr id="12" name="文本框 11"/>
          <p:cNvSpPr txBox="1"/>
          <p:nvPr/>
        </p:nvSpPr>
        <p:spPr>
          <a:xfrm rot="21171299">
            <a:off x="5353139" y="2710185"/>
            <a:ext cx="2006600" cy="368300"/>
          </a:xfrm>
          <a:prstGeom prst="rect">
            <a:avLst/>
          </a:prstGeom>
          <a:noFill/>
        </p:spPr>
        <p:txBody>
          <a:bodyPr wrap="square" rtlCol="0">
            <a:spAutoFit/>
          </a:bodyPr>
          <a:lstStyle/>
          <a:p>
            <a:r>
              <a:rPr lang="en-US" altLang="zh-CN" sz="1800" dirty="0" err="1">
                <a:latin typeface="Courier New" panose="02070309020205020404" pitchFamily="49" charset="0"/>
              </a:rPr>
              <a:t>move_conv</a:t>
            </a:r>
            <a:endParaRPr lang="en-US" altLang="zh-CN" dirty="0"/>
          </a:p>
        </p:txBody>
      </p:sp>
      <p:sp>
        <p:nvSpPr>
          <p:cNvPr id="15" name="文本框 14"/>
          <p:cNvSpPr txBox="1"/>
          <p:nvPr/>
        </p:nvSpPr>
        <p:spPr>
          <a:xfrm>
            <a:off x="7172325" y="1866384"/>
            <a:ext cx="2438601" cy="369332"/>
          </a:xfrm>
          <a:prstGeom prst="rect">
            <a:avLst/>
          </a:prstGeom>
          <a:noFill/>
        </p:spPr>
        <p:txBody>
          <a:bodyPr wrap="square" rtlCol="0">
            <a:spAutoFit/>
          </a:bodyPr>
          <a:lstStyle/>
          <a:p>
            <a:r>
              <a:rPr lang="en-US" altLang="zh-CN" sz="1800" b="1" dirty="0">
                <a:latin typeface="Courier New" panose="02070309020205020404" pitchFamily="49" charset="0"/>
              </a:rPr>
              <a:t>CONFIRM_CONVY_MV</a:t>
            </a:r>
            <a:endParaRPr lang="en-US" altLang="zh-CN" b="1" dirty="0"/>
          </a:p>
        </p:txBody>
      </p:sp>
      <p:cxnSp>
        <p:nvCxnSpPr>
          <p:cNvPr id="16" name="直接箭头连接符 15"/>
          <p:cNvCxnSpPr>
            <a:cxnSpLocks/>
          </p:cNvCxnSpPr>
          <p:nvPr/>
        </p:nvCxnSpPr>
        <p:spPr>
          <a:xfrm flipH="1">
            <a:off x="1689100" y="2470150"/>
            <a:ext cx="6394450" cy="769161"/>
          </a:xfrm>
          <a:prstGeom prst="straightConnector1">
            <a:avLst/>
          </a:prstGeom>
          <a:ln>
            <a:solidFill>
              <a:schemeClr val="accent6"/>
            </a:solidFill>
            <a:tailEnd type="arrow"/>
          </a:ln>
        </p:spPr>
        <p:style>
          <a:lnRef idx="2">
            <a:schemeClr val="accent1"/>
          </a:lnRef>
          <a:fillRef idx="0">
            <a:srgbClr val="FFFFFF"/>
          </a:fillRef>
          <a:effectRef idx="0">
            <a:srgbClr val="FFFFFF"/>
          </a:effectRef>
          <a:fontRef idx="minor">
            <a:schemeClr val="tx1"/>
          </a:fontRef>
        </p:style>
      </p:cxnSp>
      <p:sp>
        <p:nvSpPr>
          <p:cNvPr id="18" name="文本框 17"/>
          <p:cNvSpPr txBox="1"/>
          <p:nvPr/>
        </p:nvSpPr>
        <p:spPr>
          <a:xfrm>
            <a:off x="487045" y="3316835"/>
            <a:ext cx="1476375" cy="369332"/>
          </a:xfrm>
          <a:prstGeom prst="rect">
            <a:avLst/>
          </a:prstGeom>
          <a:noFill/>
        </p:spPr>
        <p:txBody>
          <a:bodyPr wrap="square" rtlCol="0">
            <a:spAutoFit/>
          </a:bodyPr>
          <a:lstStyle/>
          <a:p>
            <a:r>
              <a:rPr lang="en-US" altLang="zh-CN" sz="1800" b="1" dirty="0">
                <a:latin typeface="Courier New" panose="02070309020205020404" pitchFamily="49" charset="0"/>
              </a:rPr>
              <a:t>CONVY_MV</a:t>
            </a:r>
            <a:endParaRPr lang="en-US" altLang="zh-CN" b="1" dirty="0"/>
          </a:p>
        </p:txBody>
      </p:sp>
      <p:cxnSp>
        <p:nvCxnSpPr>
          <p:cNvPr id="19" name="直接箭头连接符 18"/>
          <p:cNvCxnSpPr/>
          <p:nvPr/>
        </p:nvCxnSpPr>
        <p:spPr>
          <a:xfrm>
            <a:off x="1933575" y="3771900"/>
            <a:ext cx="1889125"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20" name="文本框 19"/>
          <p:cNvSpPr txBox="1"/>
          <p:nvPr/>
        </p:nvSpPr>
        <p:spPr>
          <a:xfrm>
            <a:off x="1986604" y="3842561"/>
            <a:ext cx="2051685" cy="646331"/>
          </a:xfrm>
          <a:prstGeom prst="rect">
            <a:avLst/>
          </a:prstGeom>
        </p:spPr>
        <p:txBody>
          <a:bodyPr wrap="square">
            <a:spAutoFit/>
          </a:bodyPr>
          <a:lstStyle/>
          <a:p>
            <a:pPr marL="0" indent="0" algn="just" defTabSz="266700">
              <a:spcAft>
                <a:spcPct val="0"/>
              </a:spcAft>
            </a:pPr>
            <a:r>
              <a:rPr lang="en-US" altLang="zh-CN" sz="1800" dirty="0" err="1">
                <a:latin typeface="Courier New" panose="02070309020205020404" pitchFamily="49" charset="0"/>
              </a:rPr>
              <a:t>White_Button_Button</a:t>
            </a:r>
            <a:endParaRPr lang="en-US" altLang="zh-CN" sz="2400" dirty="0"/>
          </a:p>
        </p:txBody>
      </p:sp>
      <p:sp>
        <p:nvSpPr>
          <p:cNvPr id="21" name="文本框 20"/>
          <p:cNvSpPr txBox="1"/>
          <p:nvPr/>
        </p:nvSpPr>
        <p:spPr>
          <a:xfrm>
            <a:off x="3861651" y="3344644"/>
            <a:ext cx="1476375" cy="646331"/>
          </a:xfrm>
          <a:prstGeom prst="rect">
            <a:avLst/>
          </a:prstGeom>
        </p:spPr>
        <p:txBody>
          <a:bodyPr wrap="square">
            <a:spAutoFit/>
          </a:bodyPr>
          <a:lstStyle/>
          <a:p>
            <a:pPr marL="0" indent="0" algn="just" defTabSz="266700">
              <a:spcAft>
                <a:spcPct val="0"/>
              </a:spcAft>
            </a:pPr>
            <a:r>
              <a:rPr lang="en-US" altLang="zh-CN" sz="1800" b="1" dirty="0">
                <a:latin typeface="Courier New" panose="02070309020205020404" pitchFamily="49" charset="0"/>
              </a:rPr>
              <a:t>SENSOR_STATE</a:t>
            </a:r>
            <a:endParaRPr lang="en-US" altLang="zh-CN" sz="1600" b="1" dirty="0">
              <a:latin typeface="Calibri" panose="020F0502020204030204"/>
              <a:ea typeface="宋体" panose="02010600030101010101" pitchFamily="2" charset="-122"/>
            </a:endParaRPr>
          </a:p>
        </p:txBody>
      </p:sp>
      <p:cxnSp>
        <p:nvCxnSpPr>
          <p:cNvPr id="26" name="直接箭头连接符 25"/>
          <p:cNvCxnSpPr/>
          <p:nvPr/>
        </p:nvCxnSpPr>
        <p:spPr>
          <a:xfrm>
            <a:off x="5261610" y="3771900"/>
            <a:ext cx="1800225"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27" name="文本框 26"/>
          <p:cNvSpPr txBox="1"/>
          <p:nvPr/>
        </p:nvSpPr>
        <p:spPr>
          <a:xfrm>
            <a:off x="5238426" y="3888875"/>
            <a:ext cx="1974647" cy="369332"/>
          </a:xfrm>
          <a:prstGeom prst="rect">
            <a:avLst/>
          </a:prstGeom>
        </p:spPr>
        <p:txBody>
          <a:bodyPr wrap="square">
            <a:spAutoFit/>
          </a:bodyPr>
          <a:lstStyle/>
          <a:p>
            <a:pPr lvl="0" algn="just" defTabSz="266700">
              <a:buClrTx/>
              <a:buSzTx/>
              <a:buFontTx/>
            </a:pPr>
            <a:r>
              <a:rPr lang="en-US" altLang="zh-CN" sz="1800" dirty="0" err="1">
                <a:latin typeface="Courier New" panose="02070309020205020404" pitchFamily="49" charset="0"/>
              </a:rPr>
              <a:t>activate_cam</a:t>
            </a:r>
            <a:endParaRPr lang="en-US" altLang="zh-CN" sz="1600" dirty="0">
              <a:sym typeface="+mn-ea"/>
            </a:endParaRPr>
          </a:p>
        </p:txBody>
      </p:sp>
      <p:sp>
        <p:nvSpPr>
          <p:cNvPr id="28" name="文本框 27"/>
          <p:cNvSpPr txBox="1"/>
          <p:nvPr/>
        </p:nvSpPr>
        <p:spPr>
          <a:xfrm>
            <a:off x="7036435" y="3587750"/>
            <a:ext cx="1606550" cy="369332"/>
          </a:xfrm>
          <a:prstGeom prst="rect">
            <a:avLst/>
          </a:prstGeom>
        </p:spPr>
        <p:txBody>
          <a:bodyPr wrap="square">
            <a:spAutoFit/>
          </a:bodyPr>
          <a:lstStyle/>
          <a:p>
            <a:pPr marL="0" indent="0" algn="just" defTabSz="266700">
              <a:spcAft>
                <a:spcPct val="0"/>
              </a:spcAft>
            </a:pPr>
            <a:r>
              <a:rPr lang="en-US" altLang="zh-CN" sz="1800" b="1" dirty="0">
                <a:latin typeface="Courier New" panose="02070309020205020404" pitchFamily="49" charset="0"/>
              </a:rPr>
              <a:t>CAM_STATE</a:t>
            </a:r>
            <a:endParaRPr lang="en-US" altLang="zh-CN" sz="1600" b="1" dirty="0">
              <a:latin typeface="Calibri" panose="020F0502020204030204"/>
              <a:ea typeface="宋体" panose="02010600030101010101" pitchFamily="2" charset="-122"/>
            </a:endParaRPr>
          </a:p>
        </p:txBody>
      </p:sp>
      <p:cxnSp>
        <p:nvCxnSpPr>
          <p:cNvPr id="31" name="直接箭头连接符 30"/>
          <p:cNvCxnSpPr/>
          <p:nvPr/>
        </p:nvCxnSpPr>
        <p:spPr>
          <a:xfrm>
            <a:off x="8577580" y="3771900"/>
            <a:ext cx="1909445"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32" name="文本框 31"/>
          <p:cNvSpPr txBox="1"/>
          <p:nvPr/>
        </p:nvSpPr>
        <p:spPr>
          <a:xfrm>
            <a:off x="8795697" y="3980590"/>
            <a:ext cx="1426939" cy="369332"/>
          </a:xfrm>
          <a:prstGeom prst="rect">
            <a:avLst/>
          </a:prstGeom>
        </p:spPr>
        <p:txBody>
          <a:bodyPr wrap="square">
            <a:spAutoFit/>
          </a:bodyPr>
          <a:lstStyle/>
          <a:p>
            <a:pPr lvl="0" algn="just" defTabSz="266700">
              <a:buClrTx/>
              <a:buSzTx/>
              <a:buFontTx/>
            </a:pPr>
            <a:r>
              <a:rPr lang="en-US" altLang="zh-CN" sz="1800" dirty="0" err="1">
                <a:latin typeface="Courier New" panose="02070309020205020404" pitchFamily="49" charset="0"/>
              </a:rPr>
              <a:t>cam_done</a:t>
            </a:r>
            <a:endParaRPr lang="en-US" altLang="zh-CN" dirty="0">
              <a:sym typeface="+mn-ea"/>
            </a:endParaRPr>
          </a:p>
        </p:txBody>
      </p:sp>
      <p:sp>
        <p:nvSpPr>
          <p:cNvPr id="33" name="文本框 32"/>
          <p:cNvSpPr txBox="1"/>
          <p:nvPr/>
        </p:nvSpPr>
        <p:spPr>
          <a:xfrm>
            <a:off x="10421620" y="3587750"/>
            <a:ext cx="1511935" cy="337185"/>
          </a:xfrm>
          <a:prstGeom prst="rect">
            <a:avLst/>
          </a:prstGeom>
        </p:spPr>
        <p:txBody>
          <a:bodyPr wrap="square">
            <a:spAutoFit/>
          </a:bodyPr>
          <a:lstStyle/>
          <a:p>
            <a:r>
              <a:rPr lang="en-US" altLang="zh-CN" sz="1600" b="1" dirty="0">
                <a:latin typeface="Courier New" panose="02070309020205020404" pitchFamily="49" charset="0"/>
              </a:rPr>
              <a:t>CONVY_MV</a:t>
            </a:r>
            <a:endParaRPr lang="en-US" altLang="zh-CN" sz="1600" b="1" dirty="0"/>
          </a:p>
        </p:txBody>
      </p:sp>
      <p:sp>
        <p:nvSpPr>
          <p:cNvPr id="44" name="文本框 43"/>
          <p:cNvSpPr txBox="1"/>
          <p:nvPr/>
        </p:nvSpPr>
        <p:spPr>
          <a:xfrm>
            <a:off x="4389247" y="5771880"/>
            <a:ext cx="2999078" cy="646331"/>
          </a:xfrm>
          <a:prstGeom prst="rect">
            <a:avLst/>
          </a:prstGeom>
        </p:spPr>
        <p:txBody>
          <a:bodyPr wrap="square">
            <a:spAutoFit/>
          </a:bodyPr>
          <a:lstStyle/>
          <a:p>
            <a:pPr marL="0" indent="0" algn="just" defTabSz="266700">
              <a:spcAft>
                <a:spcPct val="0"/>
              </a:spcAft>
            </a:pPr>
            <a:r>
              <a:rPr lang="en-US" altLang="zh-CN" sz="3600" dirty="0">
                <a:latin typeface="Calibri" panose="020F0502020204030204"/>
                <a:ea typeface="宋体" panose="02010600030101010101" pitchFamily="2" charset="-122"/>
              </a:rPr>
              <a:t>Keep moving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Conveyor Workflow</a:t>
            </a:r>
          </a:p>
        </p:txBody>
      </p:sp>
      <p:sp>
        <p:nvSpPr>
          <p:cNvPr id="4" name="文本框 3"/>
          <p:cNvSpPr txBox="1"/>
          <p:nvPr/>
        </p:nvSpPr>
        <p:spPr>
          <a:xfrm>
            <a:off x="1050925" y="1866900"/>
            <a:ext cx="1276350" cy="646331"/>
          </a:xfrm>
          <a:prstGeom prst="rect">
            <a:avLst/>
          </a:prstGeom>
          <a:noFill/>
        </p:spPr>
        <p:txBody>
          <a:bodyPr wrap="square" rtlCol="0">
            <a:spAutoFit/>
          </a:bodyPr>
          <a:lstStyle/>
          <a:p>
            <a:r>
              <a:rPr lang="en-US" altLang="zh-CN" sz="1800" b="1" dirty="0">
                <a:latin typeface="Courier New" panose="02070309020205020404" pitchFamily="49" charset="0"/>
              </a:rPr>
              <a:t>CONVY_OFF_STATE</a:t>
            </a:r>
            <a:endParaRPr lang="en-US" altLang="zh-CN" b="1" dirty="0"/>
          </a:p>
        </p:txBody>
      </p:sp>
      <p:cxnSp>
        <p:nvCxnSpPr>
          <p:cNvPr id="5" name="直接箭头连接符 4"/>
          <p:cNvCxnSpPr/>
          <p:nvPr/>
        </p:nvCxnSpPr>
        <p:spPr>
          <a:xfrm>
            <a:off x="2378075" y="2057400"/>
            <a:ext cx="1730375"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6" name="文本框 5"/>
          <p:cNvSpPr txBox="1"/>
          <p:nvPr/>
        </p:nvSpPr>
        <p:spPr>
          <a:xfrm>
            <a:off x="2327275" y="1612900"/>
            <a:ext cx="1828800" cy="368300"/>
          </a:xfrm>
          <a:prstGeom prst="rect">
            <a:avLst/>
          </a:prstGeom>
          <a:noFill/>
        </p:spPr>
        <p:txBody>
          <a:bodyPr wrap="square" rtlCol="0">
            <a:spAutoFit/>
          </a:bodyPr>
          <a:lstStyle/>
          <a:p>
            <a:r>
              <a:rPr lang="zh-CN" altLang="en-US" dirty="0"/>
              <a:t>ReadyToPowerOn</a:t>
            </a:r>
          </a:p>
        </p:txBody>
      </p:sp>
      <p:sp>
        <p:nvSpPr>
          <p:cNvPr id="8" name="文本框 7"/>
          <p:cNvSpPr txBox="1"/>
          <p:nvPr/>
        </p:nvSpPr>
        <p:spPr>
          <a:xfrm>
            <a:off x="4244975" y="1866900"/>
            <a:ext cx="1276350" cy="368300"/>
          </a:xfrm>
          <a:prstGeom prst="rect">
            <a:avLst/>
          </a:prstGeom>
          <a:noFill/>
        </p:spPr>
        <p:txBody>
          <a:bodyPr wrap="square" rtlCol="0">
            <a:spAutoFit/>
          </a:bodyPr>
          <a:lstStyle/>
          <a:p>
            <a:r>
              <a:rPr lang="en-US" altLang="zh-CN" sz="1800" b="1" dirty="0">
                <a:latin typeface="Courier New" panose="02070309020205020404" pitchFamily="49" charset="0"/>
              </a:rPr>
              <a:t>POWER</a:t>
            </a:r>
            <a:endParaRPr lang="en-US" altLang="zh-CN" b="1" dirty="0"/>
          </a:p>
        </p:txBody>
      </p:sp>
      <p:cxnSp>
        <p:nvCxnSpPr>
          <p:cNvPr id="10" name="直接箭头连接符 9"/>
          <p:cNvCxnSpPr/>
          <p:nvPr/>
        </p:nvCxnSpPr>
        <p:spPr>
          <a:xfrm flipV="1">
            <a:off x="5349875" y="2051050"/>
            <a:ext cx="1704975" cy="635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1" name="文本框 10"/>
          <p:cNvSpPr txBox="1"/>
          <p:nvPr/>
        </p:nvSpPr>
        <p:spPr>
          <a:xfrm>
            <a:off x="5397500" y="1612900"/>
            <a:ext cx="977900" cy="337185"/>
          </a:xfrm>
          <a:prstGeom prst="rect">
            <a:avLst/>
          </a:prstGeom>
        </p:spPr>
        <p:txBody>
          <a:bodyPr wrap="square">
            <a:spAutoFit/>
          </a:bodyPr>
          <a:lstStyle/>
          <a:p>
            <a:pPr marL="0" indent="0" algn="just" defTabSz="266700">
              <a:spcAft>
                <a:spcPct val="0"/>
              </a:spcAft>
            </a:pPr>
            <a:r>
              <a:rPr lang="en-US" altLang="zh-CN" sz="1600" dirty="0" err="1">
                <a:latin typeface="Calibri" panose="020F0502020204030204"/>
                <a:ea typeface="宋体" panose="02010600030101010101" pitchFamily="2" charset="-122"/>
              </a:rPr>
              <a:t>PowerOn</a:t>
            </a:r>
            <a:endParaRPr lang="en-US" altLang="zh-CN" sz="1600" dirty="0">
              <a:latin typeface="Calibri" panose="020F0502020204030204"/>
              <a:ea typeface="宋体" panose="02010600030101010101" pitchFamily="2" charset="-122"/>
            </a:endParaRPr>
          </a:p>
        </p:txBody>
      </p:sp>
      <p:sp>
        <p:nvSpPr>
          <p:cNvPr id="12" name="文本框 11"/>
          <p:cNvSpPr txBox="1"/>
          <p:nvPr/>
        </p:nvSpPr>
        <p:spPr>
          <a:xfrm>
            <a:off x="6385025" y="2718206"/>
            <a:ext cx="2006600" cy="368300"/>
          </a:xfrm>
          <a:prstGeom prst="rect">
            <a:avLst/>
          </a:prstGeom>
          <a:noFill/>
        </p:spPr>
        <p:txBody>
          <a:bodyPr wrap="square" rtlCol="0">
            <a:spAutoFit/>
          </a:bodyPr>
          <a:lstStyle/>
          <a:p>
            <a:r>
              <a:rPr lang="en-US" altLang="zh-CN" dirty="0" err="1"/>
              <a:t>IsHome</a:t>
            </a:r>
            <a:endParaRPr lang="en-US" altLang="zh-CN" dirty="0"/>
          </a:p>
        </p:txBody>
      </p:sp>
      <p:sp>
        <p:nvSpPr>
          <p:cNvPr id="15" name="文本框 14"/>
          <p:cNvSpPr txBox="1"/>
          <p:nvPr/>
        </p:nvSpPr>
        <p:spPr>
          <a:xfrm>
            <a:off x="7172325" y="1866384"/>
            <a:ext cx="2438601" cy="369332"/>
          </a:xfrm>
          <a:prstGeom prst="rect">
            <a:avLst/>
          </a:prstGeom>
          <a:noFill/>
        </p:spPr>
        <p:txBody>
          <a:bodyPr wrap="square" rtlCol="0">
            <a:spAutoFit/>
          </a:bodyPr>
          <a:lstStyle/>
          <a:p>
            <a:r>
              <a:rPr lang="en-US" altLang="zh-CN" sz="1800" b="1" dirty="0">
                <a:latin typeface="Courier New" panose="02070309020205020404" pitchFamily="49" charset="0"/>
              </a:rPr>
              <a:t>CONFIRM_POWERED</a:t>
            </a:r>
            <a:endParaRPr lang="en-US" altLang="zh-CN" b="1" dirty="0"/>
          </a:p>
        </p:txBody>
      </p:sp>
      <p:cxnSp>
        <p:nvCxnSpPr>
          <p:cNvPr id="16" name="直接箭头连接符 15"/>
          <p:cNvCxnSpPr>
            <a:cxnSpLocks/>
          </p:cNvCxnSpPr>
          <p:nvPr/>
        </p:nvCxnSpPr>
        <p:spPr>
          <a:xfrm flipH="1">
            <a:off x="1689100" y="2470150"/>
            <a:ext cx="6394450" cy="769161"/>
          </a:xfrm>
          <a:prstGeom prst="straightConnector1">
            <a:avLst/>
          </a:prstGeom>
          <a:ln>
            <a:solidFill>
              <a:schemeClr val="accent6"/>
            </a:solidFill>
            <a:tailEnd type="arrow"/>
          </a:ln>
        </p:spPr>
        <p:style>
          <a:lnRef idx="2">
            <a:schemeClr val="accent1"/>
          </a:lnRef>
          <a:fillRef idx="0">
            <a:srgbClr val="FFFFFF"/>
          </a:fillRef>
          <a:effectRef idx="0">
            <a:srgbClr val="FFFFFF"/>
          </a:effectRef>
          <a:fontRef idx="minor">
            <a:schemeClr val="tx1"/>
          </a:fontRef>
        </p:style>
      </p:cxnSp>
      <p:sp>
        <p:nvSpPr>
          <p:cNvPr id="18" name="文本框 17"/>
          <p:cNvSpPr txBox="1"/>
          <p:nvPr/>
        </p:nvSpPr>
        <p:spPr>
          <a:xfrm>
            <a:off x="487045" y="3316835"/>
            <a:ext cx="1476375" cy="646331"/>
          </a:xfrm>
          <a:prstGeom prst="rect">
            <a:avLst/>
          </a:prstGeom>
          <a:noFill/>
        </p:spPr>
        <p:txBody>
          <a:bodyPr wrap="square" rtlCol="0">
            <a:spAutoFit/>
          </a:bodyPr>
          <a:lstStyle/>
          <a:p>
            <a:r>
              <a:rPr lang="en-US" altLang="zh-CN" sz="1800" b="1" dirty="0">
                <a:latin typeface="Courier New" panose="02070309020205020404" pitchFamily="49" charset="0"/>
              </a:rPr>
              <a:t>CONFIRM_INITIALIZE</a:t>
            </a:r>
            <a:endParaRPr lang="en-US" altLang="zh-CN" b="1" dirty="0"/>
          </a:p>
        </p:txBody>
      </p:sp>
      <p:cxnSp>
        <p:nvCxnSpPr>
          <p:cNvPr id="19" name="直接箭头连接符 18"/>
          <p:cNvCxnSpPr/>
          <p:nvPr/>
        </p:nvCxnSpPr>
        <p:spPr>
          <a:xfrm>
            <a:off x="1933575" y="3771900"/>
            <a:ext cx="1889125"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20" name="文本框 19"/>
          <p:cNvSpPr txBox="1"/>
          <p:nvPr/>
        </p:nvSpPr>
        <p:spPr>
          <a:xfrm>
            <a:off x="2083016" y="3282112"/>
            <a:ext cx="2051685" cy="461665"/>
          </a:xfrm>
          <a:prstGeom prst="rect">
            <a:avLst/>
          </a:prstGeom>
        </p:spPr>
        <p:txBody>
          <a:bodyPr wrap="square">
            <a:spAutoFit/>
          </a:bodyPr>
          <a:lstStyle/>
          <a:p>
            <a:pPr marL="0" indent="0" algn="just" defTabSz="266700">
              <a:spcAft>
                <a:spcPct val="0"/>
              </a:spcAft>
            </a:pPr>
            <a:r>
              <a:rPr lang="en-US" altLang="zh-CN" sz="2400" dirty="0" err="1"/>
              <a:t>mov_conv</a:t>
            </a:r>
            <a:endParaRPr lang="en-US" altLang="zh-CN" sz="2400" dirty="0"/>
          </a:p>
        </p:txBody>
      </p:sp>
      <p:sp>
        <p:nvSpPr>
          <p:cNvPr id="21" name="文本框 20"/>
          <p:cNvSpPr txBox="1"/>
          <p:nvPr/>
        </p:nvSpPr>
        <p:spPr>
          <a:xfrm>
            <a:off x="3861651" y="3344644"/>
            <a:ext cx="1476375" cy="646331"/>
          </a:xfrm>
          <a:prstGeom prst="rect">
            <a:avLst/>
          </a:prstGeom>
        </p:spPr>
        <p:txBody>
          <a:bodyPr wrap="square">
            <a:spAutoFit/>
          </a:bodyPr>
          <a:lstStyle/>
          <a:p>
            <a:pPr marL="0" indent="0" algn="just" defTabSz="266700">
              <a:spcAft>
                <a:spcPct val="0"/>
              </a:spcAft>
            </a:pPr>
            <a:r>
              <a:rPr lang="en-US" altLang="zh-CN" sz="1800" b="1" dirty="0">
                <a:latin typeface="Courier New" panose="02070309020205020404" pitchFamily="49" charset="0"/>
              </a:rPr>
              <a:t>SET_CONVY_VEL</a:t>
            </a:r>
            <a:endParaRPr lang="en-US" altLang="zh-CN" sz="1600" b="1" dirty="0">
              <a:latin typeface="Calibri" panose="020F0502020204030204"/>
              <a:ea typeface="宋体" panose="02010600030101010101" pitchFamily="2" charset="-122"/>
            </a:endParaRPr>
          </a:p>
        </p:txBody>
      </p:sp>
      <p:cxnSp>
        <p:nvCxnSpPr>
          <p:cNvPr id="26" name="直接箭头连接符 25"/>
          <p:cNvCxnSpPr/>
          <p:nvPr/>
        </p:nvCxnSpPr>
        <p:spPr>
          <a:xfrm>
            <a:off x="5261610" y="3771900"/>
            <a:ext cx="1800225"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27" name="文本框 26"/>
          <p:cNvSpPr txBox="1"/>
          <p:nvPr/>
        </p:nvSpPr>
        <p:spPr>
          <a:xfrm>
            <a:off x="5261610" y="3352800"/>
            <a:ext cx="1783080" cy="338554"/>
          </a:xfrm>
          <a:prstGeom prst="rect">
            <a:avLst/>
          </a:prstGeom>
        </p:spPr>
        <p:txBody>
          <a:bodyPr wrap="square">
            <a:spAutoFit/>
          </a:bodyPr>
          <a:lstStyle/>
          <a:p>
            <a:pPr lvl="0" algn="just" defTabSz="266700">
              <a:buClrTx/>
              <a:buSzTx/>
              <a:buFontTx/>
            </a:pPr>
            <a:r>
              <a:rPr lang="en-US" altLang="zh-CN" sz="1600" dirty="0" err="1">
                <a:sym typeface="+mn-ea"/>
              </a:rPr>
              <a:t>mp_axis.InVelocity</a:t>
            </a:r>
            <a:endParaRPr lang="en-US" altLang="zh-CN" sz="1600" dirty="0">
              <a:sym typeface="+mn-ea"/>
            </a:endParaRPr>
          </a:p>
        </p:txBody>
      </p:sp>
      <p:sp>
        <p:nvSpPr>
          <p:cNvPr id="28" name="文本框 27"/>
          <p:cNvSpPr txBox="1"/>
          <p:nvPr/>
        </p:nvSpPr>
        <p:spPr>
          <a:xfrm>
            <a:off x="7036435" y="3587750"/>
            <a:ext cx="1606550" cy="646331"/>
          </a:xfrm>
          <a:prstGeom prst="rect">
            <a:avLst/>
          </a:prstGeom>
        </p:spPr>
        <p:txBody>
          <a:bodyPr wrap="square">
            <a:spAutoFit/>
          </a:bodyPr>
          <a:lstStyle/>
          <a:p>
            <a:pPr marL="0" indent="0" algn="just" defTabSz="266700">
              <a:spcAft>
                <a:spcPct val="0"/>
              </a:spcAft>
            </a:pPr>
            <a:r>
              <a:rPr lang="en-US" altLang="zh-CN" sz="1800" b="1" dirty="0">
                <a:latin typeface="Courier New" panose="02070309020205020404" pitchFamily="49" charset="0"/>
              </a:rPr>
              <a:t>CONV_MOVING</a:t>
            </a:r>
            <a:endParaRPr lang="en-US" altLang="zh-CN" sz="1600" b="1" dirty="0">
              <a:latin typeface="Calibri" panose="020F0502020204030204"/>
              <a:ea typeface="宋体" panose="02010600030101010101" pitchFamily="2" charset="-122"/>
            </a:endParaRPr>
          </a:p>
        </p:txBody>
      </p:sp>
      <p:cxnSp>
        <p:nvCxnSpPr>
          <p:cNvPr id="31" name="直接箭头连接符 30"/>
          <p:cNvCxnSpPr/>
          <p:nvPr/>
        </p:nvCxnSpPr>
        <p:spPr>
          <a:xfrm>
            <a:off x="8577580" y="3771900"/>
            <a:ext cx="1909445"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32" name="文本框 31"/>
          <p:cNvSpPr txBox="1"/>
          <p:nvPr/>
        </p:nvSpPr>
        <p:spPr>
          <a:xfrm>
            <a:off x="8183987" y="3228349"/>
            <a:ext cx="3849994" cy="369332"/>
          </a:xfrm>
          <a:prstGeom prst="rect">
            <a:avLst/>
          </a:prstGeom>
        </p:spPr>
        <p:txBody>
          <a:bodyPr wrap="square">
            <a:spAutoFit/>
          </a:bodyPr>
          <a:lstStyle/>
          <a:p>
            <a:pPr lvl="0" algn="just" defTabSz="266700">
              <a:buClrTx/>
              <a:buSzTx/>
              <a:buFontTx/>
            </a:pPr>
            <a:r>
              <a:rPr lang="en-US" altLang="zh-CN" dirty="0" err="1">
                <a:sym typeface="+mn-ea"/>
              </a:rPr>
              <a:t>mp_axis.InVelocity</a:t>
            </a:r>
            <a:r>
              <a:rPr lang="en-US" altLang="zh-CN" dirty="0">
                <a:sym typeface="+mn-ea"/>
              </a:rPr>
              <a:t>= </a:t>
            </a:r>
            <a:r>
              <a:rPr lang="en-US" altLang="zh-CN" dirty="0" err="1">
                <a:sym typeface="+mn-ea"/>
              </a:rPr>
              <a:t>conveyer_velocity</a:t>
            </a:r>
            <a:endParaRPr lang="en-US" altLang="zh-CN" dirty="0">
              <a:sym typeface="+mn-ea"/>
            </a:endParaRPr>
          </a:p>
        </p:txBody>
      </p:sp>
      <p:sp>
        <p:nvSpPr>
          <p:cNvPr id="33" name="文本框 32"/>
          <p:cNvSpPr txBox="1"/>
          <p:nvPr/>
        </p:nvSpPr>
        <p:spPr>
          <a:xfrm>
            <a:off x="10421620" y="3587750"/>
            <a:ext cx="1511935" cy="337185"/>
          </a:xfrm>
          <a:prstGeom prst="rect">
            <a:avLst/>
          </a:prstGeom>
        </p:spPr>
        <p:txBody>
          <a:bodyPr wrap="square">
            <a:spAutoFit/>
          </a:bodyPr>
          <a:lstStyle/>
          <a:p>
            <a:pPr marL="0" indent="0" algn="just" defTabSz="266700">
              <a:spcAft>
                <a:spcPct val="0"/>
              </a:spcAft>
            </a:pPr>
            <a:r>
              <a:rPr lang="en-US" altLang="zh-CN" sz="1600">
                <a:latin typeface="Calibri" panose="020F0502020204030204"/>
                <a:ea typeface="宋体" panose="02010600030101010101" pitchFamily="2" charset="-122"/>
              </a:rPr>
              <a:t>CONV_MOVING</a:t>
            </a:r>
          </a:p>
        </p:txBody>
      </p:sp>
      <p:sp>
        <p:nvSpPr>
          <p:cNvPr id="36" name="文本框 35"/>
          <p:cNvSpPr txBox="1"/>
          <p:nvPr/>
        </p:nvSpPr>
        <p:spPr>
          <a:xfrm>
            <a:off x="1133793" y="4908262"/>
            <a:ext cx="1511935" cy="584775"/>
          </a:xfrm>
          <a:prstGeom prst="rect">
            <a:avLst/>
          </a:prstGeom>
        </p:spPr>
        <p:txBody>
          <a:bodyPr wrap="square">
            <a:spAutoFit/>
          </a:bodyPr>
          <a:lstStyle/>
          <a:p>
            <a:pPr marL="0" indent="0" algn="just" defTabSz="266700">
              <a:spcAft>
                <a:spcPct val="0"/>
              </a:spcAft>
            </a:pPr>
            <a:r>
              <a:rPr lang="en-US" altLang="zh-CN" sz="1600" b="1" dirty="0">
                <a:latin typeface="Courier New" panose="02070309020205020404" pitchFamily="49" charset="0"/>
              </a:rPr>
              <a:t>SET_CONVY_VEL</a:t>
            </a:r>
            <a:endParaRPr lang="en-US" altLang="zh-CN" sz="1400" b="1" dirty="0">
              <a:latin typeface="Calibri" panose="020F0502020204030204"/>
              <a:ea typeface="宋体" panose="02010600030101010101" pitchFamily="2" charset="-122"/>
            </a:endParaRPr>
          </a:p>
        </p:txBody>
      </p:sp>
      <p:cxnSp>
        <p:nvCxnSpPr>
          <p:cNvPr id="39" name="直接箭头连接符 38"/>
          <p:cNvCxnSpPr/>
          <p:nvPr/>
        </p:nvCxnSpPr>
        <p:spPr>
          <a:xfrm>
            <a:off x="2511425" y="5191760"/>
            <a:ext cx="2143125" cy="254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40" name="文本框 39"/>
          <p:cNvSpPr txBox="1"/>
          <p:nvPr/>
        </p:nvSpPr>
        <p:spPr>
          <a:xfrm>
            <a:off x="2486025" y="4807585"/>
            <a:ext cx="2183765" cy="368300"/>
          </a:xfrm>
          <a:prstGeom prst="rect">
            <a:avLst/>
          </a:prstGeom>
        </p:spPr>
        <p:txBody>
          <a:bodyPr wrap="square">
            <a:spAutoFit/>
          </a:bodyPr>
          <a:lstStyle/>
          <a:p>
            <a:pPr lvl="0" algn="just" defTabSz="266700">
              <a:buClrTx/>
              <a:buSzTx/>
              <a:buFontTx/>
            </a:pPr>
            <a:r>
              <a:rPr lang="en-US" altLang="zh-CN">
                <a:sym typeface="+mn-ea"/>
              </a:rPr>
              <a:t>mp_axis.UpdateDone</a:t>
            </a:r>
          </a:p>
        </p:txBody>
      </p:sp>
      <p:sp>
        <p:nvSpPr>
          <p:cNvPr id="42" name="文本框 41"/>
          <p:cNvSpPr txBox="1"/>
          <p:nvPr/>
        </p:nvSpPr>
        <p:spPr>
          <a:xfrm>
            <a:off x="4708525" y="5016500"/>
            <a:ext cx="2420620" cy="337185"/>
          </a:xfrm>
          <a:prstGeom prst="rect">
            <a:avLst/>
          </a:prstGeom>
        </p:spPr>
        <p:txBody>
          <a:bodyPr wrap="square">
            <a:spAutoFit/>
          </a:bodyPr>
          <a:lstStyle/>
          <a:p>
            <a:pPr marL="0" indent="0" algn="just" defTabSz="266700">
              <a:spcAft>
                <a:spcPct val="0"/>
              </a:spcAft>
            </a:pPr>
            <a:r>
              <a:rPr lang="en-US" altLang="zh-CN" sz="1600">
                <a:latin typeface="Calibri" panose="020F0502020204030204"/>
                <a:ea typeface="宋体" panose="02010600030101010101" pitchFamily="2" charset="-122"/>
              </a:rPr>
              <a:t>Record the position of AXIS</a:t>
            </a:r>
          </a:p>
        </p:txBody>
      </p:sp>
      <p:cxnSp>
        <p:nvCxnSpPr>
          <p:cNvPr id="43" name="直接箭头连接符 42"/>
          <p:cNvCxnSpPr/>
          <p:nvPr/>
        </p:nvCxnSpPr>
        <p:spPr>
          <a:xfrm flipV="1">
            <a:off x="7129145" y="5194300"/>
            <a:ext cx="1164590" cy="635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44" name="文本框 43"/>
          <p:cNvSpPr txBox="1"/>
          <p:nvPr/>
        </p:nvSpPr>
        <p:spPr>
          <a:xfrm>
            <a:off x="8321675" y="5022850"/>
            <a:ext cx="2420620" cy="337185"/>
          </a:xfrm>
          <a:prstGeom prst="rect">
            <a:avLst/>
          </a:prstGeom>
        </p:spPr>
        <p:txBody>
          <a:bodyPr wrap="square">
            <a:spAutoFit/>
          </a:bodyPr>
          <a:lstStyle/>
          <a:p>
            <a:pPr marL="0" indent="0" algn="just" defTabSz="266700">
              <a:spcAft>
                <a:spcPct val="0"/>
              </a:spcAft>
            </a:pPr>
            <a:r>
              <a:rPr lang="en-US" altLang="zh-CN" sz="1600">
                <a:latin typeface="Calibri" panose="020F0502020204030204"/>
                <a:ea typeface="宋体" panose="02010600030101010101" pitchFamily="2" charset="-122"/>
              </a:rPr>
              <a:t>Keep moving</a:t>
            </a:r>
          </a:p>
        </p:txBody>
      </p:sp>
    </p:spTree>
    <p:extLst>
      <p:ext uri="{BB962C8B-B14F-4D97-AF65-F5344CB8AC3E}">
        <p14:creationId xmlns:p14="http://schemas.microsoft.com/office/powerpoint/2010/main" val="34976904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Cutter Workflow</a:t>
            </a:r>
          </a:p>
        </p:txBody>
      </p:sp>
      <p:sp>
        <p:nvSpPr>
          <p:cNvPr id="4" name="文本框 3"/>
          <p:cNvSpPr txBox="1"/>
          <p:nvPr/>
        </p:nvSpPr>
        <p:spPr>
          <a:xfrm>
            <a:off x="838200" y="1645513"/>
            <a:ext cx="1276350" cy="646331"/>
          </a:xfrm>
          <a:prstGeom prst="rect">
            <a:avLst/>
          </a:prstGeom>
          <a:noFill/>
        </p:spPr>
        <p:txBody>
          <a:bodyPr wrap="square" rtlCol="0">
            <a:spAutoFit/>
          </a:bodyPr>
          <a:lstStyle/>
          <a:p>
            <a:r>
              <a:rPr lang="en-US" altLang="zh-CN" sz="1800" b="1" dirty="0">
                <a:latin typeface="Courier New" panose="02070309020205020404" pitchFamily="49" charset="0"/>
              </a:rPr>
              <a:t>CUTTER_OFF_STATE</a:t>
            </a:r>
            <a:endParaRPr lang="en-US" altLang="zh-CN" b="1" dirty="0"/>
          </a:p>
        </p:txBody>
      </p:sp>
      <p:cxnSp>
        <p:nvCxnSpPr>
          <p:cNvPr id="5" name="直接箭头连接符 4"/>
          <p:cNvCxnSpPr/>
          <p:nvPr/>
        </p:nvCxnSpPr>
        <p:spPr>
          <a:xfrm>
            <a:off x="2378075" y="2057400"/>
            <a:ext cx="1730375"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6" name="文本框 5"/>
          <p:cNvSpPr txBox="1"/>
          <p:nvPr/>
        </p:nvSpPr>
        <p:spPr>
          <a:xfrm>
            <a:off x="2327275" y="1612900"/>
            <a:ext cx="1828800" cy="368300"/>
          </a:xfrm>
          <a:prstGeom prst="rect">
            <a:avLst/>
          </a:prstGeom>
          <a:noFill/>
        </p:spPr>
        <p:txBody>
          <a:bodyPr wrap="square" rtlCol="0">
            <a:spAutoFit/>
          </a:bodyPr>
          <a:lstStyle/>
          <a:p>
            <a:r>
              <a:rPr lang="zh-CN" altLang="en-US"/>
              <a:t>ReadyToPowerOn</a:t>
            </a:r>
          </a:p>
        </p:txBody>
      </p:sp>
      <p:sp>
        <p:nvSpPr>
          <p:cNvPr id="8" name="文本框 7"/>
          <p:cNvSpPr txBox="1"/>
          <p:nvPr/>
        </p:nvSpPr>
        <p:spPr>
          <a:xfrm>
            <a:off x="4244975" y="1866900"/>
            <a:ext cx="1276350" cy="368300"/>
          </a:xfrm>
          <a:prstGeom prst="rect">
            <a:avLst/>
          </a:prstGeom>
          <a:noFill/>
        </p:spPr>
        <p:txBody>
          <a:bodyPr wrap="square" rtlCol="0">
            <a:spAutoFit/>
          </a:bodyPr>
          <a:lstStyle/>
          <a:p>
            <a:r>
              <a:rPr lang="en-US" altLang="zh-CN" sz="1800" b="1" dirty="0">
                <a:latin typeface="Courier New" panose="02070309020205020404" pitchFamily="49" charset="0"/>
              </a:rPr>
              <a:t>POWER</a:t>
            </a:r>
            <a:endParaRPr lang="en-US" altLang="zh-CN" b="1" dirty="0"/>
          </a:p>
        </p:txBody>
      </p:sp>
      <p:cxnSp>
        <p:nvCxnSpPr>
          <p:cNvPr id="10" name="直接箭头连接符 9"/>
          <p:cNvCxnSpPr/>
          <p:nvPr/>
        </p:nvCxnSpPr>
        <p:spPr>
          <a:xfrm flipV="1">
            <a:off x="5349875" y="2051050"/>
            <a:ext cx="1704975" cy="635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11" name="文本框 10"/>
          <p:cNvSpPr txBox="1"/>
          <p:nvPr/>
        </p:nvSpPr>
        <p:spPr>
          <a:xfrm>
            <a:off x="5397500" y="1612900"/>
            <a:ext cx="977900" cy="337185"/>
          </a:xfrm>
          <a:prstGeom prst="rect">
            <a:avLst/>
          </a:prstGeom>
        </p:spPr>
        <p:txBody>
          <a:bodyPr wrap="square">
            <a:spAutoFit/>
          </a:bodyPr>
          <a:lstStyle/>
          <a:p>
            <a:pPr marL="0" indent="0" algn="just" defTabSz="266700">
              <a:spcAft>
                <a:spcPct val="0"/>
              </a:spcAft>
            </a:pPr>
            <a:r>
              <a:rPr lang="en-US" altLang="zh-CN" sz="1600">
                <a:latin typeface="Calibri" panose="020F0502020204030204"/>
                <a:ea typeface="宋体" panose="02010600030101010101" pitchFamily="2" charset="-122"/>
              </a:rPr>
              <a:t>PowerOn</a:t>
            </a:r>
          </a:p>
        </p:txBody>
      </p:sp>
      <p:sp>
        <p:nvSpPr>
          <p:cNvPr id="15" name="文本框 14"/>
          <p:cNvSpPr txBox="1"/>
          <p:nvPr/>
        </p:nvSpPr>
        <p:spPr>
          <a:xfrm>
            <a:off x="7292340" y="1704072"/>
            <a:ext cx="1276350" cy="369332"/>
          </a:xfrm>
          <a:prstGeom prst="rect">
            <a:avLst/>
          </a:prstGeom>
          <a:noFill/>
        </p:spPr>
        <p:txBody>
          <a:bodyPr wrap="square" rtlCol="0">
            <a:spAutoFit/>
          </a:bodyPr>
          <a:lstStyle/>
          <a:p>
            <a:r>
              <a:rPr lang="en-US" altLang="zh-CN" sz="1800" b="1" dirty="0">
                <a:latin typeface="Courier New" panose="02070309020205020404" pitchFamily="49" charset="0"/>
              </a:rPr>
              <a:t>HOME</a:t>
            </a:r>
            <a:endParaRPr lang="en-US" altLang="zh-CN" b="1" dirty="0"/>
          </a:p>
        </p:txBody>
      </p:sp>
      <p:sp>
        <p:nvSpPr>
          <p:cNvPr id="18" name="文本框 17"/>
          <p:cNvSpPr txBox="1"/>
          <p:nvPr/>
        </p:nvSpPr>
        <p:spPr>
          <a:xfrm>
            <a:off x="344170" y="3393172"/>
            <a:ext cx="1516300" cy="369332"/>
          </a:xfrm>
          <a:prstGeom prst="rect">
            <a:avLst/>
          </a:prstGeom>
          <a:noFill/>
        </p:spPr>
        <p:txBody>
          <a:bodyPr wrap="square" rtlCol="0">
            <a:spAutoFit/>
          </a:bodyPr>
          <a:lstStyle/>
          <a:p>
            <a:r>
              <a:rPr lang="en-US" altLang="zh-CN" sz="1800" b="1" dirty="0">
                <a:latin typeface="Courier New" panose="02070309020205020404" pitchFamily="49" charset="0"/>
              </a:rPr>
              <a:t>CAM_STATE</a:t>
            </a:r>
            <a:endParaRPr lang="en-US" altLang="zh-CN" b="1" dirty="0"/>
          </a:p>
        </p:txBody>
      </p:sp>
      <p:cxnSp>
        <p:nvCxnSpPr>
          <p:cNvPr id="19" name="直接箭头连接符 18"/>
          <p:cNvCxnSpPr/>
          <p:nvPr/>
        </p:nvCxnSpPr>
        <p:spPr>
          <a:xfrm>
            <a:off x="1933575" y="3771900"/>
            <a:ext cx="1889125"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20" name="文本框 19"/>
          <p:cNvSpPr txBox="1"/>
          <p:nvPr/>
        </p:nvSpPr>
        <p:spPr>
          <a:xfrm>
            <a:off x="6956197" y="2557884"/>
            <a:ext cx="2254885" cy="368300"/>
          </a:xfrm>
          <a:prstGeom prst="rect">
            <a:avLst/>
          </a:prstGeom>
        </p:spPr>
        <p:txBody>
          <a:bodyPr wrap="square">
            <a:spAutoFit/>
          </a:bodyPr>
          <a:lstStyle/>
          <a:p>
            <a:pPr marL="0" indent="0" algn="just" defTabSz="266700">
              <a:spcAft>
                <a:spcPct val="0"/>
              </a:spcAft>
            </a:pPr>
            <a:r>
              <a:rPr lang="en-US" altLang="zh-CN" sz="1800" dirty="0" err="1">
                <a:latin typeface="Calibri" panose="020F0502020204030204"/>
                <a:ea typeface="宋体" panose="02010600030101010101" pitchFamily="2" charset="-122"/>
              </a:rPr>
              <a:t>activate_cam</a:t>
            </a:r>
            <a:endParaRPr lang="en-US" altLang="zh-CN" sz="1800" dirty="0">
              <a:latin typeface="Calibri" panose="020F0502020204030204"/>
              <a:ea typeface="宋体" panose="02010600030101010101" pitchFamily="2" charset="-122"/>
            </a:endParaRPr>
          </a:p>
        </p:txBody>
      </p:sp>
      <p:sp>
        <p:nvSpPr>
          <p:cNvPr id="21" name="文本框 20"/>
          <p:cNvSpPr txBox="1"/>
          <p:nvPr/>
        </p:nvSpPr>
        <p:spPr>
          <a:xfrm>
            <a:off x="3873500" y="3286909"/>
            <a:ext cx="1476375" cy="646331"/>
          </a:xfrm>
          <a:prstGeom prst="rect">
            <a:avLst/>
          </a:prstGeom>
        </p:spPr>
        <p:txBody>
          <a:bodyPr wrap="square">
            <a:spAutoFit/>
          </a:bodyPr>
          <a:lstStyle/>
          <a:p>
            <a:pPr marL="0" indent="0" algn="just" defTabSz="266700">
              <a:spcAft>
                <a:spcPct val="0"/>
              </a:spcAft>
            </a:pPr>
            <a:r>
              <a:rPr lang="en-US" altLang="zh-CN" sz="1800" b="1" dirty="0">
                <a:latin typeface="Courier New" panose="02070309020205020404" pitchFamily="49" charset="0"/>
              </a:rPr>
              <a:t>CONFIRM_CAM</a:t>
            </a:r>
            <a:endParaRPr lang="en-US" altLang="zh-CN" sz="1600" b="1" dirty="0">
              <a:latin typeface="Calibri" panose="020F0502020204030204"/>
              <a:ea typeface="宋体" panose="02010600030101010101" pitchFamily="2" charset="-122"/>
            </a:endParaRPr>
          </a:p>
        </p:txBody>
      </p:sp>
      <p:cxnSp>
        <p:nvCxnSpPr>
          <p:cNvPr id="26" name="直接箭头连接符 25"/>
          <p:cNvCxnSpPr>
            <a:cxnSpLocks/>
          </p:cNvCxnSpPr>
          <p:nvPr/>
        </p:nvCxnSpPr>
        <p:spPr>
          <a:xfrm flipV="1">
            <a:off x="5339282" y="2270393"/>
            <a:ext cx="5156863" cy="1411602"/>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27" name="文本框 26"/>
          <p:cNvSpPr txBox="1"/>
          <p:nvPr/>
        </p:nvSpPr>
        <p:spPr>
          <a:xfrm>
            <a:off x="2024380" y="3336925"/>
            <a:ext cx="2282190" cy="338554"/>
          </a:xfrm>
          <a:prstGeom prst="rect">
            <a:avLst/>
          </a:prstGeom>
        </p:spPr>
        <p:txBody>
          <a:bodyPr wrap="square">
            <a:spAutoFit/>
          </a:bodyPr>
          <a:lstStyle/>
          <a:p>
            <a:pPr lvl="0" algn="just" defTabSz="266700">
              <a:buClrTx/>
              <a:buSzTx/>
              <a:buFontTx/>
            </a:pPr>
            <a:r>
              <a:rPr lang="en-US" altLang="zh-CN" sz="1600" dirty="0" err="1">
                <a:sym typeface="+mn-ea"/>
              </a:rPr>
              <a:t>mp_coupling.InSync</a:t>
            </a:r>
            <a:endParaRPr lang="en-US" altLang="zh-CN" sz="1600" dirty="0">
              <a:sym typeface="+mn-ea"/>
            </a:endParaRPr>
          </a:p>
        </p:txBody>
      </p:sp>
      <p:sp>
        <p:nvSpPr>
          <p:cNvPr id="32" name="文本框 31"/>
          <p:cNvSpPr txBox="1"/>
          <p:nvPr/>
        </p:nvSpPr>
        <p:spPr>
          <a:xfrm rot="20696454">
            <a:off x="6054228" y="3082439"/>
            <a:ext cx="3686533" cy="369332"/>
          </a:xfrm>
          <a:prstGeom prst="rect">
            <a:avLst/>
          </a:prstGeom>
        </p:spPr>
        <p:txBody>
          <a:bodyPr wrap="square">
            <a:spAutoFit/>
          </a:bodyPr>
          <a:lstStyle/>
          <a:p>
            <a:pPr lvl="0" algn="just" defTabSz="266700">
              <a:buClrTx/>
              <a:buSzTx/>
              <a:buFontTx/>
            </a:pPr>
            <a:r>
              <a:rPr lang="en-US" altLang="zh-CN" dirty="0">
                <a:sym typeface="+mn-ea"/>
              </a:rPr>
              <a:t>NOT </a:t>
            </a:r>
            <a:r>
              <a:rPr lang="en-US" altLang="zh-CN" dirty="0" err="1">
                <a:sym typeface="+mn-ea"/>
              </a:rPr>
              <a:t>mp_coupling.CommandBusy</a:t>
            </a:r>
            <a:endParaRPr lang="en-US" altLang="zh-CN" dirty="0">
              <a:sym typeface="+mn-ea"/>
            </a:endParaRPr>
          </a:p>
        </p:txBody>
      </p:sp>
      <p:sp>
        <p:nvSpPr>
          <p:cNvPr id="44" name="文本框 43"/>
          <p:cNvSpPr txBox="1"/>
          <p:nvPr/>
        </p:nvSpPr>
        <p:spPr>
          <a:xfrm>
            <a:off x="4156075" y="5245100"/>
            <a:ext cx="2420620" cy="707886"/>
          </a:xfrm>
          <a:prstGeom prst="rect">
            <a:avLst/>
          </a:prstGeom>
        </p:spPr>
        <p:txBody>
          <a:bodyPr wrap="square">
            <a:spAutoFit/>
          </a:bodyPr>
          <a:lstStyle/>
          <a:p>
            <a:pPr marL="0" indent="0" algn="just" defTabSz="266700">
              <a:spcAft>
                <a:spcPct val="0"/>
              </a:spcAft>
            </a:pPr>
            <a:r>
              <a:rPr lang="en-US" altLang="zh-CN" sz="4000" dirty="0">
                <a:latin typeface="Calibri" panose="020F0502020204030204"/>
                <a:ea typeface="宋体" panose="02010600030101010101" pitchFamily="2" charset="-122"/>
              </a:rPr>
              <a:t>Repeat</a:t>
            </a:r>
          </a:p>
        </p:txBody>
      </p:sp>
      <p:cxnSp>
        <p:nvCxnSpPr>
          <p:cNvPr id="41" name="直接箭头连接符 36">
            <a:extLst>
              <a:ext uri="{FF2B5EF4-FFF2-40B4-BE49-F238E27FC236}">
                <a16:creationId xmlns:a16="http://schemas.microsoft.com/office/drawing/2014/main" id="{1CED8D1F-EE6F-E7F7-D26E-30E6F49362E8}"/>
              </a:ext>
            </a:extLst>
          </p:cNvPr>
          <p:cNvCxnSpPr>
            <a:cxnSpLocks/>
          </p:cNvCxnSpPr>
          <p:nvPr/>
        </p:nvCxnSpPr>
        <p:spPr>
          <a:xfrm flipH="1">
            <a:off x="1313234" y="2257425"/>
            <a:ext cx="8725711" cy="1029484"/>
          </a:xfrm>
          <a:prstGeom prst="straightConnector1">
            <a:avLst/>
          </a:prstGeom>
          <a:ln>
            <a:solidFill>
              <a:schemeClr val="accent6"/>
            </a:solidFill>
            <a:tailEnd type="arrow"/>
          </a:ln>
        </p:spPr>
        <p:style>
          <a:lnRef idx="2">
            <a:schemeClr val="accent1"/>
          </a:lnRef>
          <a:fillRef idx="0">
            <a:srgbClr val="FFFFFF"/>
          </a:fillRef>
          <a:effectRef idx="0">
            <a:srgbClr val="FFFFFF"/>
          </a:effectRef>
          <a:fontRef idx="minor">
            <a:schemeClr val="tx1"/>
          </a:fontRef>
        </p:style>
      </p:cxnSp>
      <p:sp>
        <p:nvSpPr>
          <p:cNvPr id="47" name="TextBox 46">
            <a:extLst>
              <a:ext uri="{FF2B5EF4-FFF2-40B4-BE49-F238E27FC236}">
                <a16:creationId xmlns:a16="http://schemas.microsoft.com/office/drawing/2014/main" id="{71E2AA63-9185-2A15-45B2-9C1076DB01F9}"/>
              </a:ext>
            </a:extLst>
          </p:cNvPr>
          <p:cNvSpPr txBox="1"/>
          <p:nvPr/>
        </p:nvSpPr>
        <p:spPr>
          <a:xfrm>
            <a:off x="8035927" y="1302832"/>
            <a:ext cx="2350311" cy="369332"/>
          </a:xfrm>
          <a:prstGeom prst="rect">
            <a:avLst/>
          </a:prstGeom>
          <a:noFill/>
        </p:spPr>
        <p:txBody>
          <a:bodyPr wrap="square">
            <a:spAutoFit/>
          </a:bodyPr>
          <a:lstStyle/>
          <a:p>
            <a:pPr marL="0" indent="0" algn="just" defTabSz="266700">
              <a:spcAft>
                <a:spcPct val="0"/>
              </a:spcAft>
            </a:pPr>
            <a:r>
              <a:rPr lang="en-US" altLang="zh-CN" sz="1800" dirty="0" err="1"/>
              <a:t>mp_axiscutt.IsHomed</a:t>
            </a:r>
            <a:endParaRPr lang="en-US" altLang="zh-CN" sz="1800" dirty="0"/>
          </a:p>
        </p:txBody>
      </p:sp>
      <p:sp>
        <p:nvSpPr>
          <p:cNvPr id="51" name="文本框 14">
            <a:extLst>
              <a:ext uri="{FF2B5EF4-FFF2-40B4-BE49-F238E27FC236}">
                <a16:creationId xmlns:a16="http://schemas.microsoft.com/office/drawing/2014/main" id="{08979398-A6E8-427A-066D-4E714A2F21E7}"/>
              </a:ext>
            </a:extLst>
          </p:cNvPr>
          <p:cNvSpPr txBox="1"/>
          <p:nvPr/>
        </p:nvSpPr>
        <p:spPr>
          <a:xfrm>
            <a:off x="10110321" y="1670537"/>
            <a:ext cx="1276350" cy="646331"/>
          </a:xfrm>
          <a:prstGeom prst="rect">
            <a:avLst/>
          </a:prstGeom>
          <a:noFill/>
        </p:spPr>
        <p:txBody>
          <a:bodyPr wrap="square" rtlCol="0">
            <a:spAutoFit/>
          </a:bodyPr>
          <a:lstStyle/>
          <a:p>
            <a:r>
              <a:rPr lang="en-US" altLang="zh-CN" sz="1800" b="1" dirty="0">
                <a:latin typeface="Courier New" panose="02070309020205020404" pitchFamily="49" charset="0"/>
              </a:rPr>
              <a:t>INITIALIZE_AXIS</a:t>
            </a:r>
            <a:endParaRPr lang="en-US" altLang="zh-CN" b="1" dirty="0"/>
          </a:p>
        </p:txBody>
      </p:sp>
      <p:cxnSp>
        <p:nvCxnSpPr>
          <p:cNvPr id="52" name="直接箭头连接符 9">
            <a:extLst>
              <a:ext uri="{FF2B5EF4-FFF2-40B4-BE49-F238E27FC236}">
                <a16:creationId xmlns:a16="http://schemas.microsoft.com/office/drawing/2014/main" id="{194BB66D-0230-809A-5598-3CBD7BC46C59}"/>
              </a:ext>
            </a:extLst>
          </p:cNvPr>
          <p:cNvCxnSpPr/>
          <p:nvPr/>
        </p:nvCxnSpPr>
        <p:spPr>
          <a:xfrm flipV="1">
            <a:off x="8176895" y="1950085"/>
            <a:ext cx="1704975" cy="635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D0FB0-E1F3-6C03-CD16-40B752B5DB70}"/>
              </a:ext>
            </a:extLst>
          </p:cNvPr>
          <p:cNvSpPr>
            <a:spLocks noGrp="1"/>
          </p:cNvSpPr>
          <p:nvPr>
            <p:ph type="title"/>
          </p:nvPr>
        </p:nvSpPr>
        <p:spPr>
          <a:xfrm>
            <a:off x="271895" y="2303030"/>
            <a:ext cx="3484418" cy="970106"/>
          </a:xfrm>
        </p:spPr>
        <p:txBody>
          <a:bodyPr>
            <a:normAutofit fontScale="90000"/>
          </a:bodyPr>
          <a:lstStyle/>
          <a:p>
            <a:r>
              <a:rPr lang="en-US" altLang="zh-CN" dirty="0"/>
              <a:t>CAM </a:t>
            </a:r>
            <a:br>
              <a:rPr lang="en-US" altLang="zh-CN" dirty="0"/>
            </a:br>
            <a:r>
              <a:rPr lang="en-US" altLang="zh-CN" dirty="0"/>
              <a:t>PROFILE</a:t>
            </a:r>
            <a:endParaRPr lang="zh-CN" altLang="en-US" dirty="0"/>
          </a:p>
        </p:txBody>
      </p:sp>
      <p:pic>
        <p:nvPicPr>
          <p:cNvPr id="5" name="Picture 4">
            <a:extLst>
              <a:ext uri="{FF2B5EF4-FFF2-40B4-BE49-F238E27FC236}">
                <a16:creationId xmlns:a16="http://schemas.microsoft.com/office/drawing/2014/main" id="{AC9CEB3D-9D80-7059-8A1E-FB2E14CBD2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24596" y="509587"/>
            <a:ext cx="8267700" cy="5838825"/>
          </a:xfrm>
          <a:prstGeom prst="rect">
            <a:avLst/>
          </a:prstGeom>
        </p:spPr>
      </p:pic>
    </p:spTree>
    <p:extLst>
      <p:ext uri="{BB962C8B-B14F-4D97-AF65-F5344CB8AC3E}">
        <p14:creationId xmlns:p14="http://schemas.microsoft.com/office/powerpoint/2010/main" val="29038919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Slide Background">
            <a:extLst>
              <a:ext uri="{FF2B5EF4-FFF2-40B4-BE49-F238E27FC236}">
                <a16:creationId xmlns:a16="http://schemas.microsoft.com/office/drawing/2014/main" id="{B210AC1D-4063-4C6E-9528-FA9C4C0C18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useBgFill="1">
        <p:nvSpPr>
          <p:cNvPr id="28" name="Rectangle 27">
            <a:extLst>
              <a:ext uri="{FF2B5EF4-FFF2-40B4-BE49-F238E27FC236}">
                <a16:creationId xmlns:a16="http://schemas.microsoft.com/office/drawing/2014/main" id="{02F8C595-E68C-4306-AED8-DC7826A0A5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416414" cy="6858000"/>
          </a:xfrm>
          <a:prstGeom prst="rect">
            <a:avLst/>
          </a:prstGeom>
          <a:ln>
            <a:noFill/>
          </a:ln>
          <a:effectLst>
            <a:outerShdw blurRad="889000" dist="406400" dir="21540000" sx="90000" sy="90000" algn="t" rotWithShape="0">
              <a:srgbClr val="000000">
                <a:alpha val="2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标题 1">
            <a:extLst>
              <a:ext uri="{FF2B5EF4-FFF2-40B4-BE49-F238E27FC236}">
                <a16:creationId xmlns:a16="http://schemas.microsoft.com/office/drawing/2014/main" id="{E1B96D6F-051C-FA91-50CB-91F0AFCBD71B}"/>
              </a:ext>
            </a:extLst>
          </p:cNvPr>
          <p:cNvSpPr>
            <a:spLocks noGrp="1"/>
          </p:cNvSpPr>
          <p:nvPr>
            <p:ph type="title"/>
          </p:nvPr>
        </p:nvSpPr>
        <p:spPr>
          <a:xfrm>
            <a:off x="5771403" y="773811"/>
            <a:ext cx="4538927" cy="1516845"/>
          </a:xfrm>
        </p:spPr>
        <p:txBody>
          <a:bodyPr vert="horz" lIns="91440" tIns="45720" rIns="91440" bIns="45720" rtlCol="0" anchor="ctr">
            <a:noAutofit/>
          </a:bodyPr>
          <a:lstStyle/>
          <a:p>
            <a:r>
              <a:rPr lang="en-US" sz="5400" b="1" dirty="0">
                <a:highlight>
                  <a:srgbClr val="00FF00"/>
                </a:highlight>
              </a:rPr>
              <a:t>Error Management</a:t>
            </a:r>
          </a:p>
        </p:txBody>
      </p:sp>
      <p:pic>
        <p:nvPicPr>
          <p:cNvPr id="29" name="Picture 28" descr="Computer script on a screen">
            <a:extLst>
              <a:ext uri="{FF2B5EF4-FFF2-40B4-BE49-F238E27FC236}">
                <a16:creationId xmlns:a16="http://schemas.microsoft.com/office/drawing/2014/main" id="{281072F9-C075-B117-0E4F-0D13B36C2433}"/>
              </a:ext>
            </a:extLst>
          </p:cNvPr>
          <p:cNvPicPr>
            <a:picLocks noChangeAspect="1"/>
          </p:cNvPicPr>
          <p:nvPr/>
        </p:nvPicPr>
        <p:blipFill>
          <a:blip r:embed="rId2"/>
          <a:srcRect l="447" r="40219" b="-2"/>
          <a:stretch/>
        </p:blipFill>
        <p:spPr>
          <a:xfrm>
            <a:off x="0" y="-2"/>
            <a:ext cx="5186598" cy="6858002"/>
          </a:xfrm>
          <a:prstGeom prst="rect">
            <a:avLst/>
          </a:prstGeom>
        </p:spPr>
      </p:pic>
      <p:sp>
        <p:nvSpPr>
          <p:cNvPr id="6" name="Rectangle: Rounded Corners 5">
            <a:extLst>
              <a:ext uri="{FF2B5EF4-FFF2-40B4-BE49-F238E27FC236}">
                <a16:creationId xmlns:a16="http://schemas.microsoft.com/office/drawing/2014/main" id="{80FB8A6C-110A-D46A-F421-BC719814A1D7}"/>
              </a:ext>
            </a:extLst>
          </p:cNvPr>
          <p:cNvSpPr/>
          <p:nvPr/>
        </p:nvSpPr>
        <p:spPr>
          <a:xfrm>
            <a:off x="5651292" y="3317036"/>
            <a:ext cx="5765122" cy="2794295"/>
          </a:xfrm>
          <a:prstGeom prst="round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vert="horz" lIns="91440" tIns="45720" rIns="91440" bIns="45720" rtlCol="0" anchor="ctr">
            <a:normAutofit/>
          </a:bodyPr>
          <a:lstStyle/>
          <a:p>
            <a:pPr marL="342900" marR="0" lvl="0" indent="-342900" algn="l" defTabSz="914400" rtl="0" eaLnBrk="1" fontAlgn="auto" latinLnBrk="0" hangingPunct="1">
              <a:lnSpc>
                <a:spcPct val="90000"/>
              </a:lnSpc>
              <a:spcBef>
                <a:spcPts val="0"/>
              </a:spcBef>
              <a:spcAft>
                <a:spcPts val="600"/>
              </a:spcAft>
              <a:buClrTx/>
              <a:buSzTx/>
              <a:buFont typeface="Wingdings" panose="05000000000000000000" pitchFamily="2" charset="2"/>
              <a:buChar char="q"/>
              <a:tabLst/>
              <a:defRPr/>
            </a:pPr>
            <a:r>
              <a:rPr kumimoji="0" lang="en-US" sz="2000" b="1" i="0" u="none" strike="noStrike" kern="1200" cap="none" spc="0" normalizeH="0" baseline="0" noProof="0" dirty="0">
                <a:ln>
                  <a:noFill/>
                </a:ln>
                <a:solidFill>
                  <a:prstClr val="black"/>
                </a:solidFill>
                <a:effectLst/>
                <a:uLnTx/>
                <a:uFillTx/>
                <a:latin typeface="Aptos" panose="02110004020202020204"/>
                <a:ea typeface="+mn-ea"/>
                <a:cs typeface="+mn-cs"/>
              </a:rPr>
              <a:t> MACHINE_CONTROL:</a:t>
            </a:r>
          </a:p>
          <a:p>
            <a:pPr marL="685800" marR="0" lvl="2" indent="0" algn="l" defTabSz="914400" rtl="0" eaLnBrk="1" fontAlgn="auto" latinLnBrk="0" hangingPunct="1">
              <a:lnSpc>
                <a:spcPct val="90000"/>
              </a:lnSpc>
              <a:spcBef>
                <a:spcPts val="0"/>
              </a:spcBef>
              <a:spcAft>
                <a:spcPts val="60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ptos" panose="02110004020202020204"/>
                <a:ea typeface="+mn-ea"/>
                <a:cs typeface="+mn-cs"/>
              </a:rPr>
              <a:t> IF(</a:t>
            </a:r>
            <a:r>
              <a:rPr kumimoji="0" lang="en-US" sz="2000" b="1" i="0" u="none" strike="noStrike" kern="1200" cap="none" spc="0" normalizeH="0" baseline="0" noProof="0" dirty="0" err="1">
                <a:ln>
                  <a:noFill/>
                </a:ln>
                <a:solidFill>
                  <a:prstClr val="black"/>
                </a:solidFill>
                <a:effectLst/>
                <a:uLnTx/>
                <a:uFillTx/>
                <a:latin typeface="Aptos" panose="02110004020202020204"/>
                <a:ea typeface="+mn-ea"/>
                <a:cs typeface="+mn-cs"/>
              </a:rPr>
              <a:t>ConveyorError</a:t>
            </a:r>
            <a:r>
              <a:rPr kumimoji="0" lang="en-US" sz="2000" b="1" i="0" u="none" strike="noStrike" kern="1200" cap="none" spc="0" normalizeH="0" baseline="0" noProof="0" dirty="0">
                <a:ln>
                  <a:noFill/>
                </a:ln>
                <a:solidFill>
                  <a:prstClr val="black"/>
                </a:solidFill>
                <a:effectLst/>
                <a:uLnTx/>
                <a:uFillTx/>
                <a:latin typeface="Aptos" panose="02110004020202020204"/>
                <a:ea typeface="+mn-ea"/>
                <a:cs typeface="+mn-cs"/>
              </a:rPr>
              <a:t> OR </a:t>
            </a:r>
            <a:r>
              <a:rPr kumimoji="0" lang="en-US" sz="2000" b="1" i="0" u="none" strike="noStrike" kern="1200" cap="none" spc="0" normalizeH="0" baseline="0" noProof="0" dirty="0" err="1">
                <a:ln>
                  <a:noFill/>
                </a:ln>
                <a:solidFill>
                  <a:prstClr val="black"/>
                </a:solidFill>
                <a:effectLst/>
                <a:uLnTx/>
                <a:uFillTx/>
                <a:latin typeface="Aptos" panose="02110004020202020204"/>
                <a:ea typeface="+mn-ea"/>
                <a:cs typeface="+mn-cs"/>
              </a:rPr>
              <a:t>CutterError</a:t>
            </a:r>
            <a:r>
              <a:rPr kumimoji="0" lang="en-US" sz="2000" b="1" i="0" u="none" strike="noStrike" kern="1200" cap="none" spc="0" normalizeH="0" baseline="0" noProof="0" dirty="0">
                <a:ln>
                  <a:noFill/>
                </a:ln>
                <a:solidFill>
                  <a:prstClr val="black"/>
                </a:solidFill>
                <a:effectLst/>
                <a:uLnTx/>
                <a:uFillTx/>
                <a:latin typeface="Aptos" panose="02110004020202020204"/>
                <a:ea typeface="+mn-ea"/>
                <a:cs typeface="+mn-cs"/>
              </a:rPr>
              <a:t>) THEN</a:t>
            </a:r>
          </a:p>
          <a:p>
            <a:pPr marL="685800" marR="0" lvl="2" indent="0" algn="l" defTabSz="914400" rtl="0" eaLnBrk="1" fontAlgn="auto" latinLnBrk="0" hangingPunct="1">
              <a:lnSpc>
                <a:spcPct val="90000"/>
              </a:lnSpc>
              <a:spcBef>
                <a:spcPts val="0"/>
              </a:spcBef>
              <a:spcAft>
                <a:spcPts val="60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ptos" panose="02110004020202020204"/>
                <a:ea typeface="+mn-ea"/>
                <a:cs typeface="+mn-cs"/>
              </a:rPr>
              <a:t>     FAULT := TRUE;</a:t>
            </a:r>
          </a:p>
          <a:p>
            <a:pPr marL="685800" marR="0" lvl="2" indent="0" algn="l" defTabSz="914400" rtl="0" eaLnBrk="1" fontAlgn="auto" latinLnBrk="0" hangingPunct="1">
              <a:lnSpc>
                <a:spcPct val="90000"/>
              </a:lnSpc>
              <a:spcBef>
                <a:spcPts val="0"/>
              </a:spcBef>
              <a:spcAft>
                <a:spcPts val="60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ptos" panose="02110004020202020204"/>
                <a:ea typeface="+mn-ea"/>
                <a:cs typeface="+mn-cs"/>
              </a:rPr>
              <a:t>     </a:t>
            </a:r>
            <a:r>
              <a:rPr kumimoji="0" lang="en-US" sz="2000" b="1" i="0" u="none" strike="noStrike" kern="1200" cap="none" spc="0" normalizeH="0" baseline="0" noProof="0" dirty="0" err="1">
                <a:ln>
                  <a:noFill/>
                </a:ln>
                <a:solidFill>
                  <a:prstClr val="black"/>
                </a:solidFill>
                <a:effectLst/>
                <a:uLnTx/>
                <a:uFillTx/>
                <a:latin typeface="Aptos" panose="02110004020202020204"/>
                <a:ea typeface="+mn-ea"/>
                <a:cs typeface="+mn-cs"/>
              </a:rPr>
              <a:t>stop_machine</a:t>
            </a:r>
            <a:r>
              <a:rPr kumimoji="0" lang="en-US" sz="2000" b="1" i="0" u="none" strike="noStrike" kern="1200" cap="none" spc="0" normalizeH="0" baseline="0" noProof="0" dirty="0">
                <a:ln>
                  <a:noFill/>
                </a:ln>
                <a:solidFill>
                  <a:prstClr val="black"/>
                </a:solidFill>
                <a:effectLst/>
                <a:uLnTx/>
                <a:uFillTx/>
                <a:latin typeface="Aptos" panose="02110004020202020204"/>
                <a:ea typeface="+mn-ea"/>
                <a:cs typeface="+mn-cs"/>
              </a:rPr>
              <a:t> := TRUE;</a:t>
            </a:r>
          </a:p>
          <a:p>
            <a:pPr marL="685800" marR="0" lvl="2" indent="0" algn="l" defTabSz="914400" rtl="0" eaLnBrk="1" fontAlgn="auto" latinLnBrk="0" hangingPunct="1">
              <a:lnSpc>
                <a:spcPct val="90000"/>
              </a:lnSpc>
              <a:spcBef>
                <a:spcPts val="0"/>
              </a:spcBef>
              <a:spcAft>
                <a:spcPts val="60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ptos" panose="02110004020202020204"/>
                <a:ea typeface="+mn-ea"/>
                <a:cs typeface="+mn-cs"/>
              </a:rPr>
              <a:t>     MACHINE_STATE:= FUALT_STATE;</a:t>
            </a:r>
          </a:p>
          <a:p>
            <a:pPr marL="685800" marR="0" lvl="2" indent="0" algn="l" defTabSz="914400" rtl="0" eaLnBrk="1" fontAlgn="auto" latinLnBrk="0" hangingPunct="1">
              <a:lnSpc>
                <a:spcPct val="90000"/>
              </a:lnSpc>
              <a:spcBef>
                <a:spcPts val="0"/>
              </a:spcBef>
              <a:spcAft>
                <a:spcPts val="60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Aptos" panose="02110004020202020204"/>
                <a:ea typeface="+mn-ea"/>
                <a:cs typeface="+mn-cs"/>
              </a:rPr>
              <a:t>END_IF;</a:t>
            </a:r>
          </a:p>
        </p:txBody>
      </p:sp>
      <p:sp>
        <p:nvSpPr>
          <p:cNvPr id="7" name="Rectangle: Rounded Corners 6">
            <a:extLst>
              <a:ext uri="{FF2B5EF4-FFF2-40B4-BE49-F238E27FC236}">
                <a16:creationId xmlns:a16="http://schemas.microsoft.com/office/drawing/2014/main" id="{712B07BE-53D4-AE28-241B-41D6F36604BE}"/>
              </a:ext>
            </a:extLst>
          </p:cNvPr>
          <p:cNvSpPr/>
          <p:nvPr/>
        </p:nvSpPr>
        <p:spPr>
          <a:xfrm>
            <a:off x="-29682" y="2263515"/>
            <a:ext cx="5216280" cy="2107043"/>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600"/>
              </a:spcAft>
              <a:buClrTx/>
              <a:buSzTx/>
              <a:buFont typeface="Wingdings" panose="05000000000000000000" pitchFamily="2" charset="2"/>
              <a:buChar char="q"/>
              <a:tabLst/>
              <a:defRPr/>
            </a:pPr>
            <a:r>
              <a:rPr kumimoji="0" lang="en-US" sz="1800" b="1" i="0" u="none" strike="noStrike" kern="1200" cap="none" spc="0" normalizeH="0" baseline="0" noProof="0" dirty="0">
                <a:ln>
                  <a:noFill/>
                </a:ln>
                <a:solidFill>
                  <a:prstClr val="white"/>
                </a:solidFill>
                <a:effectLst/>
                <a:uLnTx/>
                <a:uFillTx/>
                <a:latin typeface="Aptos" panose="02110004020202020204"/>
                <a:ea typeface="+mn-ea"/>
                <a:cs typeface="+mn-cs"/>
              </a:rPr>
              <a:t>CONVEYOR_CONTORL: </a:t>
            </a:r>
          </a:p>
          <a:p>
            <a:pPr marL="457200" marR="0" lvl="1" indent="0" algn="l" defTabSz="914400" rtl="0" eaLnBrk="1" fontAlgn="auto" latinLnBrk="0" hangingPunct="1">
              <a:lnSpc>
                <a:spcPct val="100000"/>
              </a:lnSpc>
              <a:spcBef>
                <a:spcPts val="0"/>
              </a:spcBef>
              <a:spcAft>
                <a:spcPts val="60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Aptos" panose="02110004020202020204"/>
                <a:ea typeface="+mn-ea"/>
                <a:cs typeface="+mn-cs"/>
              </a:rPr>
              <a:t>IF(FAULT) THEN</a:t>
            </a:r>
          </a:p>
          <a:p>
            <a:pPr marL="457200" marR="0" lvl="1" indent="0" algn="l" defTabSz="914400" rtl="0" eaLnBrk="1" fontAlgn="auto" latinLnBrk="0" hangingPunct="1">
              <a:lnSpc>
                <a:spcPct val="100000"/>
              </a:lnSpc>
              <a:spcBef>
                <a:spcPts val="0"/>
              </a:spcBef>
              <a:spcAft>
                <a:spcPts val="60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Aptos" panose="02110004020202020204"/>
                <a:ea typeface="+mn-ea"/>
                <a:cs typeface="+mn-cs"/>
              </a:rPr>
              <a:t>       </a:t>
            </a:r>
            <a:r>
              <a:rPr kumimoji="0" lang="en-US" sz="1800" b="1" i="0" u="none" strike="noStrike" kern="1200" cap="none" spc="0" normalizeH="0" baseline="0" noProof="0" dirty="0" err="1">
                <a:ln>
                  <a:noFill/>
                </a:ln>
                <a:solidFill>
                  <a:prstClr val="white"/>
                </a:solidFill>
                <a:effectLst/>
                <a:uLnTx/>
                <a:uFillTx/>
                <a:latin typeface="Aptos" panose="02110004020202020204"/>
                <a:ea typeface="+mn-ea"/>
                <a:cs typeface="+mn-cs"/>
              </a:rPr>
              <a:t>axis_command</a:t>
            </a:r>
            <a:r>
              <a:rPr kumimoji="0" lang="en-US" sz="1800" b="1" i="0" u="none" strike="noStrike" kern="1200" cap="none" spc="0" normalizeH="0" baseline="0" noProof="0" dirty="0">
                <a:ln>
                  <a:noFill/>
                </a:ln>
                <a:solidFill>
                  <a:prstClr val="white"/>
                </a:solidFill>
                <a:effectLst/>
                <a:uLnTx/>
                <a:uFillTx/>
                <a:latin typeface="Aptos" panose="02110004020202020204"/>
                <a:ea typeface="+mn-ea"/>
                <a:cs typeface="+mn-cs"/>
              </a:rPr>
              <a:t> := ‘STOP’;</a:t>
            </a:r>
          </a:p>
          <a:p>
            <a:pPr marL="457200" marR="0" lvl="1" indent="0" algn="l" defTabSz="914400" rtl="0" eaLnBrk="1" fontAlgn="auto" latinLnBrk="0" hangingPunct="1">
              <a:lnSpc>
                <a:spcPct val="100000"/>
              </a:lnSpc>
              <a:spcBef>
                <a:spcPts val="0"/>
              </a:spcBef>
              <a:spcAft>
                <a:spcPts val="60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Aptos" panose="02110004020202020204"/>
                <a:ea typeface="+mn-ea"/>
                <a:cs typeface="+mn-cs"/>
              </a:rPr>
              <a:t>       </a:t>
            </a:r>
            <a:r>
              <a:rPr kumimoji="0" lang="en-US" sz="1800" b="1" i="0" u="none" strike="noStrike" kern="1200" cap="none" spc="0" normalizeH="0" baseline="0" noProof="0" dirty="0" err="1">
                <a:ln>
                  <a:noFill/>
                </a:ln>
                <a:solidFill>
                  <a:prstClr val="white"/>
                </a:solidFill>
                <a:effectLst/>
                <a:uLnTx/>
                <a:uFillTx/>
                <a:latin typeface="Aptos" panose="02110004020202020204"/>
                <a:ea typeface="+mn-ea"/>
                <a:cs typeface="+mn-cs"/>
              </a:rPr>
              <a:t>conveyor_state</a:t>
            </a:r>
            <a:r>
              <a:rPr kumimoji="0" lang="en-US" sz="1800" b="1" i="0" u="none" strike="noStrike" kern="1200" cap="none" spc="0" normalizeH="0" baseline="0" noProof="0" dirty="0">
                <a:ln>
                  <a:noFill/>
                </a:ln>
                <a:solidFill>
                  <a:prstClr val="white"/>
                </a:solidFill>
                <a:effectLst/>
                <a:uLnTx/>
                <a:uFillTx/>
                <a:latin typeface="Aptos" panose="02110004020202020204"/>
                <a:ea typeface="+mn-ea"/>
                <a:cs typeface="+mn-cs"/>
              </a:rPr>
              <a:t> :=      FUALT_STATE_CONVEYOR;</a:t>
            </a:r>
          </a:p>
          <a:p>
            <a:pPr marL="457200" marR="0" lvl="1" indent="0" algn="l" defTabSz="914400" rtl="0" eaLnBrk="1" fontAlgn="auto" latinLnBrk="0" hangingPunct="1">
              <a:lnSpc>
                <a:spcPct val="100000"/>
              </a:lnSpc>
              <a:spcBef>
                <a:spcPts val="0"/>
              </a:spcBef>
              <a:spcAft>
                <a:spcPts val="60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Aptos" panose="02110004020202020204"/>
                <a:ea typeface="+mn-ea"/>
                <a:cs typeface="+mn-cs"/>
              </a:rPr>
              <a:t>END_IF;</a:t>
            </a:r>
          </a:p>
        </p:txBody>
      </p:sp>
      <p:sp>
        <p:nvSpPr>
          <p:cNvPr id="8" name="Rectangle: Rounded Corners 7">
            <a:extLst>
              <a:ext uri="{FF2B5EF4-FFF2-40B4-BE49-F238E27FC236}">
                <a16:creationId xmlns:a16="http://schemas.microsoft.com/office/drawing/2014/main" id="{73139D75-2900-964E-70BF-9284E33046D2}"/>
              </a:ext>
            </a:extLst>
          </p:cNvPr>
          <p:cNvSpPr/>
          <p:nvPr/>
        </p:nvSpPr>
        <p:spPr>
          <a:xfrm>
            <a:off x="4847" y="5194252"/>
            <a:ext cx="5181752" cy="1647387"/>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600"/>
              </a:spcAft>
              <a:buClrTx/>
              <a:buSzTx/>
              <a:buFont typeface="Wingdings" panose="05000000000000000000" pitchFamily="2" charset="2"/>
              <a:buChar char="q"/>
              <a:tabLst/>
              <a:defRPr/>
            </a:pPr>
            <a:r>
              <a:rPr kumimoji="0" lang="en-US" sz="1800" b="1" i="0" u="none" strike="noStrike" kern="1200" cap="none" spc="0" normalizeH="0" baseline="0" noProof="0" dirty="0">
                <a:ln>
                  <a:noFill/>
                </a:ln>
                <a:solidFill>
                  <a:prstClr val="white"/>
                </a:solidFill>
                <a:effectLst/>
                <a:uLnTx/>
                <a:uFillTx/>
                <a:latin typeface="Aptos" panose="02110004020202020204"/>
                <a:ea typeface="+mn-ea"/>
                <a:cs typeface="+mn-cs"/>
              </a:rPr>
              <a:t>CUTTER_CONTOL:</a:t>
            </a:r>
          </a:p>
          <a:p>
            <a:pPr marL="457200" marR="0" lvl="1" indent="0" algn="l" defTabSz="914400" rtl="0" eaLnBrk="1" fontAlgn="auto" latinLnBrk="0" hangingPunct="1">
              <a:lnSpc>
                <a:spcPct val="100000"/>
              </a:lnSpc>
              <a:spcBef>
                <a:spcPts val="0"/>
              </a:spcBef>
              <a:spcAft>
                <a:spcPts val="60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Aptos" panose="02110004020202020204"/>
                <a:ea typeface="+mn-ea"/>
                <a:cs typeface="+mn-cs"/>
              </a:rPr>
              <a:t>IF(FAULT) THEN</a:t>
            </a:r>
          </a:p>
          <a:p>
            <a:pPr marL="457200" marR="0" lvl="1" indent="0" algn="l" defTabSz="914400" rtl="0" eaLnBrk="1" fontAlgn="auto" latinLnBrk="0" hangingPunct="1">
              <a:lnSpc>
                <a:spcPct val="100000"/>
              </a:lnSpc>
              <a:spcBef>
                <a:spcPts val="0"/>
              </a:spcBef>
              <a:spcAft>
                <a:spcPts val="60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Aptos" panose="02110004020202020204"/>
                <a:ea typeface="+mn-ea"/>
                <a:cs typeface="+mn-cs"/>
              </a:rPr>
              <a:t>       </a:t>
            </a:r>
            <a:r>
              <a:rPr kumimoji="0" lang="en-US" sz="1800" b="1" i="0" u="none" strike="noStrike" kern="1200" cap="none" spc="0" normalizeH="0" baseline="0" noProof="0" dirty="0" err="1">
                <a:ln>
                  <a:noFill/>
                </a:ln>
                <a:solidFill>
                  <a:prstClr val="white"/>
                </a:solidFill>
                <a:effectLst/>
                <a:uLnTx/>
                <a:uFillTx/>
                <a:latin typeface="Aptos" panose="02110004020202020204"/>
                <a:ea typeface="+mn-ea"/>
                <a:cs typeface="+mn-cs"/>
              </a:rPr>
              <a:t>axis_command</a:t>
            </a:r>
            <a:r>
              <a:rPr kumimoji="0" lang="en-US" sz="1800" b="1" i="0" u="none" strike="noStrike" kern="1200" cap="none" spc="0" normalizeH="0" baseline="0" noProof="0" dirty="0">
                <a:ln>
                  <a:noFill/>
                </a:ln>
                <a:solidFill>
                  <a:prstClr val="white"/>
                </a:solidFill>
                <a:effectLst/>
                <a:uLnTx/>
                <a:uFillTx/>
                <a:latin typeface="Aptos" panose="02110004020202020204"/>
                <a:ea typeface="+mn-ea"/>
                <a:cs typeface="+mn-cs"/>
              </a:rPr>
              <a:t> := ‘STOP’;</a:t>
            </a:r>
          </a:p>
          <a:p>
            <a:pPr marL="457200" marR="0" lvl="1" indent="0" algn="l" defTabSz="914400" rtl="0" eaLnBrk="1" fontAlgn="auto" latinLnBrk="0" hangingPunct="1">
              <a:lnSpc>
                <a:spcPct val="100000"/>
              </a:lnSpc>
              <a:spcBef>
                <a:spcPts val="0"/>
              </a:spcBef>
              <a:spcAft>
                <a:spcPts val="60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Aptos" panose="02110004020202020204"/>
                <a:ea typeface="+mn-ea"/>
                <a:cs typeface="+mn-cs"/>
              </a:rPr>
              <a:t>       </a:t>
            </a:r>
            <a:r>
              <a:rPr kumimoji="0" lang="en-US" sz="1800" b="1" i="0" u="none" strike="noStrike" kern="1200" cap="none" spc="0" normalizeH="0" baseline="0" noProof="0" dirty="0" err="1">
                <a:ln>
                  <a:noFill/>
                </a:ln>
                <a:solidFill>
                  <a:prstClr val="white"/>
                </a:solidFill>
                <a:effectLst/>
                <a:uLnTx/>
                <a:uFillTx/>
                <a:latin typeface="Aptos" panose="02110004020202020204"/>
                <a:ea typeface="+mn-ea"/>
                <a:cs typeface="+mn-cs"/>
              </a:rPr>
              <a:t>cutter_state</a:t>
            </a:r>
            <a:r>
              <a:rPr kumimoji="0" lang="en-US" sz="1800" b="1" i="0" u="none" strike="noStrike" kern="1200" cap="none" spc="0" normalizeH="0" baseline="0" noProof="0" dirty="0">
                <a:ln>
                  <a:noFill/>
                </a:ln>
                <a:solidFill>
                  <a:prstClr val="white"/>
                </a:solidFill>
                <a:effectLst/>
                <a:uLnTx/>
                <a:uFillTx/>
                <a:latin typeface="Aptos" panose="02110004020202020204"/>
                <a:ea typeface="+mn-ea"/>
                <a:cs typeface="+mn-cs"/>
              </a:rPr>
              <a:t> := FUALT_STATE_CUTTER;</a:t>
            </a:r>
          </a:p>
          <a:p>
            <a:pPr marL="457200" marR="0" lvl="1" indent="0" algn="l" defTabSz="914400" rtl="0" eaLnBrk="1" fontAlgn="auto" latinLnBrk="0" hangingPunct="1">
              <a:lnSpc>
                <a:spcPct val="100000"/>
              </a:lnSpc>
              <a:spcBef>
                <a:spcPts val="0"/>
              </a:spcBef>
              <a:spcAft>
                <a:spcPts val="60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Aptos" panose="02110004020202020204"/>
                <a:ea typeface="+mn-ea"/>
                <a:cs typeface="+mn-cs"/>
              </a:rPr>
              <a:t>END_IF;</a:t>
            </a:r>
          </a:p>
        </p:txBody>
      </p:sp>
    </p:spTree>
    <p:extLst>
      <p:ext uri="{BB962C8B-B14F-4D97-AF65-F5344CB8AC3E}">
        <p14:creationId xmlns:p14="http://schemas.microsoft.com/office/powerpoint/2010/main" val="21310542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TIxZTM0YTY1OTY2YzVlNzk0MzJmMGE5NjMyOGY2NGIifQ=="/>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222</TotalTime>
  <Words>1629</Words>
  <Application>Microsoft Office PowerPoint</Application>
  <PresentationFormat>Widescreen</PresentationFormat>
  <Paragraphs>103</Paragraphs>
  <Slides>13</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13</vt:i4>
      </vt:variant>
    </vt:vector>
  </HeadingPairs>
  <TitlesOfParts>
    <vt:vector size="21" baseType="lpstr">
      <vt:lpstr>Aptos</vt:lpstr>
      <vt:lpstr>Aptos Display</vt:lpstr>
      <vt:lpstr>Arial</vt:lpstr>
      <vt:lpstr>Calibri</vt:lpstr>
      <vt:lpstr>Courier New</vt:lpstr>
      <vt:lpstr>Wingdings</vt:lpstr>
      <vt:lpstr>WPS</vt:lpstr>
      <vt:lpstr>Office 主题​​</vt:lpstr>
      <vt:lpstr>Motion Exercise 2 </vt:lpstr>
      <vt:lpstr>Device used: 4 SIM. 10-01 and Inputs and Outputs</vt:lpstr>
      <vt:lpstr>PowerPoint Presentation</vt:lpstr>
      <vt:lpstr>Function Block : MpAxisBasic used</vt:lpstr>
      <vt:lpstr>PowerPoint Presentation</vt:lpstr>
      <vt:lpstr>Machine States</vt:lpstr>
      <vt:lpstr>Conveyor State</vt:lpstr>
      <vt:lpstr>Cutter State</vt:lpstr>
      <vt:lpstr>Machine Workflow</vt:lpstr>
      <vt:lpstr>Conveyor Workflow</vt:lpstr>
      <vt:lpstr>Cutter Workflow</vt:lpstr>
      <vt:lpstr>CAM  PROFILE</vt:lpstr>
      <vt:lpstr>Error Management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明达 张</cp:lastModifiedBy>
  <cp:revision>28</cp:revision>
  <dcterms:created xsi:type="dcterms:W3CDTF">2023-08-09T12:44:00Z</dcterms:created>
  <dcterms:modified xsi:type="dcterms:W3CDTF">2024-09-12T03:15:28Z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3B0086CAF875411CACBDA13AB9801EF4_13</vt:lpwstr>
  </property>
  <property fmtid="{D5CDD505-2E9C-101B-9397-08002B2CF9AE}" pid="3" name="KSOProductBuildVer">
    <vt:lpwstr>2052-12.1.0.17147</vt:lpwstr>
  </property>
</Properties>
</file>